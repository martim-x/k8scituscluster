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81" r:id="rId3"/>
    <p:sldId id="293" r:id="rId4"/>
    <p:sldId id="282" r:id="rId5"/>
    <p:sldId id="294" r:id="rId6"/>
    <p:sldId id="298" r:id="rId7"/>
    <p:sldId id="283" r:id="rId8"/>
    <p:sldId id="303" r:id="rId9"/>
    <p:sldId id="295" r:id="rId10"/>
    <p:sldId id="296" r:id="rId11"/>
    <p:sldId id="326" r:id="rId12"/>
    <p:sldId id="324" r:id="rId13"/>
    <p:sldId id="327" r:id="rId14"/>
    <p:sldId id="328" r:id="rId15"/>
    <p:sldId id="329" r:id="rId16"/>
    <p:sldId id="330" r:id="rId17"/>
    <p:sldId id="331" r:id="rId18"/>
    <p:sldId id="332" r:id="rId19"/>
    <p:sldId id="333" r:id="rId20"/>
    <p:sldId id="334" r:id="rId21"/>
    <p:sldId id="335" r:id="rId22"/>
    <p:sldId id="345" r:id="rId23"/>
    <p:sldId id="336" r:id="rId24"/>
    <p:sldId id="337" r:id="rId25"/>
    <p:sldId id="338" r:id="rId26"/>
    <p:sldId id="339" r:id="rId27"/>
    <p:sldId id="341" r:id="rId28"/>
    <p:sldId id="342" r:id="rId29"/>
    <p:sldId id="343" r:id="rId30"/>
    <p:sldId id="344" r:id="rId31"/>
    <p:sldId id="346" r:id="rId32"/>
  </p:sldIdLst>
  <p:sldSz cx="12192000" cy="6858000"/>
  <p:notesSz cx="6858000" cy="9144000"/>
  <p:defaultTextStyle>
    <a:defPPr>
      <a:defRPr lang="ru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C0000"/>
    <a:srgbClr val="CB93B8"/>
    <a:srgbClr val="FFBAE6"/>
    <a:srgbClr val="FF556B"/>
    <a:srgbClr val="DAECFB"/>
    <a:srgbClr val="B197CD"/>
    <a:srgbClr val="96CBA7"/>
    <a:srgbClr val="A99C93"/>
    <a:srgbClr val="DFBEFE"/>
    <a:srgbClr val="FDF5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32" autoAdjust="0"/>
    <p:restoredTop sz="96329"/>
  </p:normalViewPr>
  <p:slideViewPr>
    <p:cSldViewPr snapToGrid="0">
      <p:cViewPr varScale="1">
        <p:scale>
          <a:sx n="153" d="100"/>
          <a:sy n="153" d="100"/>
        </p:scale>
        <p:origin x="303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GB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E9BC87-07BA-0548-91E7-15A1E0ED04A0}" type="datetimeFigureOut">
              <a:rPr lang="ru-GB" smtClean="0"/>
              <a:t>04/20/2026</a:t>
            </a:fld>
            <a:endParaRPr lang="ru-GB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GB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GB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F863CD-2B76-284A-83FD-A2A4926A2F63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0746382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BY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1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399543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Введение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2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9565482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GB" dirty="0"/>
              <a:t>Что такое </a:t>
            </a:r>
            <a:r>
              <a:rPr lang="en-US" dirty="0"/>
              <a:t>k</a:t>
            </a:r>
            <a:r>
              <a:rPr lang="ru-RU" dirty="0"/>
              <a:t>8</a:t>
            </a:r>
            <a:r>
              <a:rPr lang="en-US" dirty="0"/>
              <a:t>s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3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652975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GB" dirty="0"/>
              <a:t>Объекты </a:t>
            </a:r>
            <a:r>
              <a:rPr lang="en-US" dirty="0"/>
              <a:t>k8s, </a:t>
            </a:r>
            <a:r>
              <a:rPr lang="ru-RU" dirty="0"/>
              <a:t>какую роль играет каждый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4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6086095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PostgreSQL </a:t>
            </a:r>
            <a:r>
              <a:rPr lang="ru-RU" dirty="0"/>
              <a:t>что это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5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2398893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GB" dirty="0"/>
              <a:t>Что такое </a:t>
            </a:r>
            <a:r>
              <a:rPr lang="en-US" dirty="0" err="1"/>
              <a:t>Citus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7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8378521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 такое </a:t>
            </a:r>
            <a:r>
              <a:rPr lang="en-US" dirty="0"/>
              <a:t>helm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9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8625282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Структура шаблонов в моем проекте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10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2057132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BY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31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8412363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BABA27-6431-C8AD-5844-DDA965DE5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14D6C94-3FCE-8ECB-75A0-4837CAD041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GB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3A8DEDD-1710-E25F-8018-923730711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04/20/2026</a:t>
            </a:fld>
            <a:endParaRPr lang="ru-GB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DC4D76F-DC40-C0B3-CE29-062F50299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5DB8B98-1122-C1EB-6FC3-E1E6A2C45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400768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F38FE5-8B5E-5839-1716-F67C35379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83EA0E3-8B12-2B67-A147-74B5A014C0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FDE10AF-2CD2-6ED7-D688-38BB81365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04/20/2026</a:t>
            </a:fld>
            <a:endParaRPr lang="ru-GB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EC9643E-524B-323E-FE53-1703A8983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6907301-6A61-F317-FFAF-EEE7FFF62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026877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35DF2B-6605-011D-476F-AD3514D20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1A6EF34-0909-6525-3B49-EDC3165CEB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080F634-2B0E-8774-78CA-F5395B4B8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04/20/2026</a:t>
            </a:fld>
            <a:endParaRPr lang="ru-GB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56143A5-0E21-8FC4-88B3-96E73AC33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7F8227-2788-BF34-041D-178952911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42817947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568F19-86A0-D3F4-346C-15DECAC73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487FE33-CEA5-A080-660B-417D7C6371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3EEEB58-1879-6450-6155-2132491DF6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B244823-AD7E-1E6A-E3C3-DB51CDD95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04/20/2026</a:t>
            </a:fld>
            <a:endParaRPr lang="ru-GB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177E86C-6C6A-6D07-6E70-95FA04D87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DEF39DC-3B39-263E-158E-E754F466D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314507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C224EB-9D15-C87A-C126-CAC4C5F23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919C09F-82C0-6336-C3E6-52E7903804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29928E5-52DD-DCE9-6CBF-5CEB87F9E3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23157F0-F404-FCC7-5589-207DC23001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E302BAF-B161-1BED-A038-BEA84E05AC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D3AF0CB-0FE6-557C-A9C4-6A99763F0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04/20/2026</a:t>
            </a:fld>
            <a:endParaRPr lang="ru-GB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B56CD6D2-50E0-6A75-423F-EFC1989D3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CB294D0A-12F2-B184-2977-3A2CE50B5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5230124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67943E-19AD-C6E5-F1D7-8F083A383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D93EEC48-603D-527A-0DD2-E96B14F2F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04/20/2026</a:t>
            </a:fld>
            <a:endParaRPr lang="ru-GB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9354CD9-2B48-459D-1860-08D7422EC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81311F0-E668-9E68-68A5-470EE5B23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994200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CCF505D-71EF-9E92-B58D-F13148702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04/20/2026</a:t>
            </a:fld>
            <a:endParaRPr lang="ru-GB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7D124A0-C8B3-F206-A464-A16B39D462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72E1C3C-35AC-E785-7969-C99093786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1912636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9DB2DF-3F58-A3D1-5841-DD9A4658C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395E442-E351-85CD-D1EC-6D42842A4F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EB31307-98E3-17F3-A225-0D895A528F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BAF8116-EFCF-82AB-ED74-DA3F89C44F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04/20/2026</a:t>
            </a:fld>
            <a:endParaRPr lang="ru-GB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3A48143-41AA-CD75-2AFB-B1819AA552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54448D2-0D9B-B6C7-4371-A32A37DC7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8379209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127123-C93F-EB23-E513-3E14C15149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4A2FE6E-A2EC-71DF-BBB4-0546BF87E1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GB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CA90055-5FD1-792B-B8F0-AE3978F0DF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F1ABCC6-5151-F63B-AE1A-A852A1DC5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04/20/2026</a:t>
            </a:fld>
            <a:endParaRPr lang="ru-GB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237B275-0FCB-9ADA-6728-3D7F63D7E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08A3B73-6E1E-F284-C7C6-326EA6DFA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705843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F96BF4-F386-0870-72D6-E775F5F68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6E95F9A-DF7B-4802-0112-519367415B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DFCE093-BBF5-2D43-D156-F848440DE3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04/20/2026</a:t>
            </a:fld>
            <a:endParaRPr lang="ru-GB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ACBEF38-5109-A3B4-B179-D138361EB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797B55F-DD05-13AC-16B3-4E4332790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5272369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85D99715-724C-21D5-ECC1-0F32A184CC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CFF6A36-8176-6C12-6F1D-A06AC8A228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1BA30BA-3AFB-133E-AAC8-AD73962A1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04/20/2026</a:t>
            </a:fld>
            <a:endParaRPr lang="ru-GB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A91574E-F7DD-D6DA-7714-86B9B10D1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7927A05-F563-3A49-FCFE-C4ECA92DD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1128580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801BB1-3B3B-2C77-94B1-F0B60A5C4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129321E-3744-CF25-A911-27B3B342B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7179DBC-E1BF-1E56-C966-D1B12F71D3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70958D-8FD3-704D-8A72-D3764ABAF413}" type="datetimeFigureOut">
              <a:rPr lang="ru-GB" smtClean="0"/>
              <a:t>04/20/2026</a:t>
            </a:fld>
            <a:endParaRPr lang="ru-GB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E6B909B-D8F5-1778-0943-E37C925822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GB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8E2AE25-DEBE-9870-BCC7-26F4930166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768698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GB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5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1F6D02-B403-A2E0-509E-334ED5DBB456}"/>
              </a:ext>
            </a:extLst>
          </p:cNvPr>
          <p:cNvSpPr txBox="1"/>
          <p:nvPr/>
        </p:nvSpPr>
        <p:spPr>
          <a:xfrm>
            <a:off x="1822764" y="1448553"/>
            <a:ext cx="885127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/>
              <a:t>Тема</a:t>
            </a:r>
            <a:r>
              <a:rPr lang="en-US" sz="3600" dirty="0"/>
              <a:t>:</a:t>
            </a:r>
          </a:p>
          <a:p>
            <a:pPr lvl="1"/>
            <a:r>
              <a:rPr lang="ru-RU" sz="3600" b="1" dirty="0" err="1"/>
              <a:t>Мультимастер</a:t>
            </a:r>
            <a:r>
              <a:rPr lang="ru-RU" sz="3600" b="1" dirty="0"/>
              <a:t>-архитектура на основе </a:t>
            </a:r>
            <a:r>
              <a:rPr lang="en-US" sz="3600" b="1" dirty="0"/>
              <a:t>PostgreSQL, </a:t>
            </a:r>
            <a:r>
              <a:rPr lang="en-US" sz="3600" b="1" dirty="0" err="1"/>
              <a:t>Citus</a:t>
            </a:r>
            <a:r>
              <a:rPr lang="ru-RU" sz="3600" b="1" dirty="0"/>
              <a:t> и </a:t>
            </a:r>
            <a:r>
              <a:rPr lang="en-US" sz="3600" b="1" dirty="0"/>
              <a:t>Kubernetes</a:t>
            </a:r>
            <a:endParaRPr lang="ru-BY" sz="36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02F8D0-F169-9736-A7EC-4BB8032D7931}"/>
              </a:ext>
            </a:extLst>
          </p:cNvPr>
          <p:cNvSpPr txBox="1"/>
          <p:nvPr/>
        </p:nvSpPr>
        <p:spPr>
          <a:xfrm>
            <a:off x="7748258" y="4898203"/>
            <a:ext cx="38673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i="1" dirty="0"/>
              <a:t>c</a:t>
            </a:r>
            <a:r>
              <a:rPr lang="ru-RU" sz="3600" i="1" dirty="0"/>
              <a:t>т</a:t>
            </a:r>
            <a:r>
              <a:rPr lang="en-US" sz="3600" i="1" dirty="0"/>
              <a:t>. 2 </a:t>
            </a:r>
            <a:r>
              <a:rPr lang="ru-RU" sz="3600" i="1" dirty="0"/>
              <a:t>к</a:t>
            </a:r>
            <a:r>
              <a:rPr lang="en-US" sz="3600" i="1" dirty="0"/>
              <a:t>. 2 </a:t>
            </a:r>
            <a:r>
              <a:rPr lang="ru-RU" sz="3600" i="1" dirty="0" err="1"/>
              <a:t>гр</a:t>
            </a:r>
            <a:r>
              <a:rPr lang="en-US" sz="3600" i="1" dirty="0"/>
              <a:t>. </a:t>
            </a:r>
            <a:r>
              <a:rPr lang="ru-RU" sz="3600" i="1" dirty="0"/>
              <a:t>ФИТ</a:t>
            </a:r>
            <a:endParaRPr lang="en-US" sz="3600" i="1" dirty="0"/>
          </a:p>
          <a:p>
            <a:r>
              <a:rPr lang="ru-RU" sz="3600" i="1" dirty="0"/>
              <a:t>Марушко Т</a:t>
            </a:r>
            <a:r>
              <a:rPr lang="en-US" sz="3600" i="1" dirty="0"/>
              <a:t>. </a:t>
            </a:r>
            <a:r>
              <a:rPr lang="ru-RU" sz="3600" i="1" dirty="0"/>
              <a:t>Ф</a:t>
            </a:r>
            <a:r>
              <a:rPr lang="en-US" sz="3600" i="1" dirty="0"/>
              <a:t>.</a:t>
            </a:r>
            <a:endParaRPr lang="ru-BY" sz="3600" i="1" dirty="0"/>
          </a:p>
        </p:txBody>
      </p:sp>
    </p:spTree>
    <p:extLst>
      <p:ext uri="{BB962C8B-B14F-4D97-AF65-F5344CB8AC3E}">
        <p14:creationId xmlns:p14="http://schemas.microsoft.com/office/powerpoint/2010/main" val="33432520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круг, символ, логотип, колесо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5E4816FA-2A46-2232-EF5F-26D5ECE36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794" y="2384726"/>
            <a:ext cx="1909476" cy="1855772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881C5CB-3214-382A-7BB3-588F5EE5EA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72773" y="2448743"/>
            <a:ext cx="1909476" cy="1969148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DF712CC-C0DB-F062-496F-5AE83CA767C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09752" y="2326654"/>
            <a:ext cx="1909476" cy="2204691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31350A-5AA8-36E3-48EE-ADEA4BC88AC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46731" y="2384726"/>
            <a:ext cx="1909475" cy="190947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25FA16-1CF3-4331-3081-447E59EA46C6}"/>
              </a:ext>
            </a:extLst>
          </p:cNvPr>
          <p:cNvSpPr txBox="1"/>
          <p:nvPr/>
        </p:nvSpPr>
        <p:spPr>
          <a:xfrm>
            <a:off x="1140331" y="4531342"/>
            <a:ext cx="17004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Kubernetes</a:t>
            </a:r>
            <a:endParaRPr lang="ru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00608E-A524-7D66-1C0B-D8E5989CEF17}"/>
              </a:ext>
            </a:extLst>
          </p:cNvPr>
          <p:cNvSpPr txBox="1"/>
          <p:nvPr/>
        </p:nvSpPr>
        <p:spPr>
          <a:xfrm>
            <a:off x="3861313" y="4526836"/>
            <a:ext cx="17323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PostgreSQL</a:t>
            </a:r>
            <a:endParaRPr lang="ru-GB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0BF706-676A-6578-A1B1-2D954044E1B9}"/>
              </a:ext>
            </a:extLst>
          </p:cNvPr>
          <p:cNvSpPr txBox="1"/>
          <p:nvPr/>
        </p:nvSpPr>
        <p:spPr>
          <a:xfrm>
            <a:off x="7010679" y="4531344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Helm</a:t>
            </a:r>
            <a:endParaRPr lang="ru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4E1C41-F136-2BA6-7D89-D792C9E5D198}"/>
              </a:ext>
            </a:extLst>
          </p:cNvPr>
          <p:cNvSpPr txBox="1"/>
          <p:nvPr/>
        </p:nvSpPr>
        <p:spPr>
          <a:xfrm>
            <a:off x="9755672" y="4531343"/>
            <a:ext cx="8915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Citus</a:t>
            </a:r>
            <a:endParaRPr lang="ru-GB" dirty="0"/>
          </a:p>
        </p:txBody>
      </p:sp>
    </p:spTree>
    <p:extLst>
      <p:ext uri="{BB962C8B-B14F-4D97-AF65-F5344CB8AC3E}">
        <p14:creationId xmlns:p14="http://schemas.microsoft.com/office/powerpoint/2010/main" val="2971456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0A97A-7CC8-865C-A616-312076075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4E359A9-D462-259F-DC07-AA4E4D36DE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5020" y="779664"/>
            <a:ext cx="4501960" cy="437534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906DF4E-C2DF-CFEF-B79C-C1AE5340DB0E}"/>
              </a:ext>
            </a:extLst>
          </p:cNvPr>
          <p:cNvSpPr txBox="1"/>
          <p:nvPr/>
        </p:nvSpPr>
        <p:spPr>
          <a:xfrm>
            <a:off x="5245799" y="5381281"/>
            <a:ext cx="17004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Kubernetes</a:t>
            </a:r>
            <a:endParaRPr lang="ru-GB" dirty="0"/>
          </a:p>
        </p:txBody>
      </p:sp>
    </p:spTree>
    <p:extLst>
      <p:ext uri="{BB962C8B-B14F-4D97-AF65-F5344CB8AC3E}">
        <p14:creationId xmlns:p14="http://schemas.microsoft.com/office/powerpoint/2010/main" val="18410410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E8B7E6A-4A66-9D33-5FD0-A14BC435DA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1817" y="671622"/>
            <a:ext cx="11488366" cy="5514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4683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881C5CB-3214-382A-7BB3-588F5EE5EA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97646" y="1377977"/>
            <a:ext cx="2396708" cy="247160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BB58380-E9BF-3F14-112E-F76CE6ACA9C6}"/>
              </a:ext>
            </a:extLst>
          </p:cNvPr>
          <p:cNvSpPr txBox="1"/>
          <p:nvPr/>
        </p:nvSpPr>
        <p:spPr>
          <a:xfrm>
            <a:off x="5229416" y="4064049"/>
            <a:ext cx="17331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PostgreSQL</a:t>
            </a:r>
            <a:endParaRPr lang="ru-GB" dirty="0"/>
          </a:p>
        </p:txBody>
      </p:sp>
    </p:spTree>
    <p:extLst>
      <p:ext uri="{BB962C8B-B14F-4D97-AF65-F5344CB8AC3E}">
        <p14:creationId xmlns:p14="http://schemas.microsoft.com/office/powerpoint/2010/main" val="24279765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5E19620-A82D-DD37-3778-A354DCEB32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19375" y="1476375"/>
            <a:ext cx="6953250" cy="390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6316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31350A-5AA8-36E3-48EE-ADEA4BC88A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23023" y="1315419"/>
            <a:ext cx="2345954" cy="234595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7FA247A-239B-5E85-FCDE-8965CC3812C9}"/>
              </a:ext>
            </a:extLst>
          </p:cNvPr>
          <p:cNvSpPr txBox="1"/>
          <p:nvPr/>
        </p:nvSpPr>
        <p:spPr>
          <a:xfrm>
            <a:off x="5650204" y="3825420"/>
            <a:ext cx="8915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Citus</a:t>
            </a:r>
            <a:endParaRPr lang="ru-GB" dirty="0"/>
          </a:p>
        </p:txBody>
      </p:sp>
    </p:spTree>
    <p:extLst>
      <p:ext uri="{BB962C8B-B14F-4D97-AF65-F5344CB8AC3E}">
        <p14:creationId xmlns:p14="http://schemas.microsoft.com/office/powerpoint/2010/main" val="8604975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Изображение выглядит как снимок экрана, диаграмма, зеленый, Графика">
            <a:extLst>
              <a:ext uri="{FF2B5EF4-FFF2-40B4-BE49-F238E27FC236}">
                <a16:creationId xmlns:a16="http://schemas.microsoft.com/office/drawing/2014/main" id="{32DEE3C9-E2AD-F357-4785-DC69B981E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0240"/>
            <a:ext cx="12192000" cy="5557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1906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DF712CC-C0DB-F062-496F-5AE83CA767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72816" y="1041062"/>
            <a:ext cx="2246367" cy="259366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37DDBCF-9980-B2C5-A2BA-7A72A6243153}"/>
              </a:ext>
            </a:extLst>
          </p:cNvPr>
          <p:cNvSpPr txBox="1"/>
          <p:nvPr/>
        </p:nvSpPr>
        <p:spPr>
          <a:xfrm>
            <a:off x="5642188" y="3860604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Helm</a:t>
            </a:r>
            <a:endParaRPr lang="ru-GB" dirty="0"/>
          </a:p>
        </p:txBody>
      </p:sp>
    </p:spTree>
    <p:extLst>
      <p:ext uri="{BB962C8B-B14F-4D97-AF65-F5344CB8AC3E}">
        <p14:creationId xmlns:p14="http://schemas.microsoft.com/office/powerpoint/2010/main" val="476955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DF712CC-C0DB-F062-496F-5AE83CA767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773" y="551120"/>
            <a:ext cx="1909476" cy="2204691"/>
          </a:xfrm>
          <a:prstGeom prst="rect">
            <a:avLst/>
          </a:prstGeom>
        </p:spPr>
      </p:pic>
      <p:pic>
        <p:nvPicPr>
          <p:cNvPr id="3" name="Рисунок 2" descr="Изображение выглядит как текст, снимок экрана, Шрифт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6BED924A-D5A6-25D2-EC5A-A7839331F6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7998" y="2028629"/>
            <a:ext cx="2896004" cy="280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0474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38491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Слой</a:t>
            </a:r>
            <a:r>
              <a:rPr lang="en-US" sz="3600" dirty="0"/>
              <a:t> </a:t>
            </a:r>
            <a:r>
              <a:rPr lang="ru-RU" sz="3600" dirty="0"/>
              <a:t>блокировки</a:t>
            </a:r>
            <a:endParaRPr lang="en-US" sz="3600" dirty="0"/>
          </a:p>
        </p:txBody>
      </p:sp>
      <p:sp>
        <p:nvSpPr>
          <p:cNvPr id="7" name="Цилиндр 6">
            <a:extLst>
              <a:ext uri="{FF2B5EF4-FFF2-40B4-BE49-F238E27FC236}">
                <a16:creationId xmlns:a16="http://schemas.microsoft.com/office/drawing/2014/main" id="{3888F60E-57AA-D95A-8444-1C8E2F8CB893}"/>
              </a:ext>
            </a:extLst>
          </p:cNvPr>
          <p:cNvSpPr/>
          <p:nvPr/>
        </p:nvSpPr>
        <p:spPr>
          <a:xfrm>
            <a:off x="5199215" y="2358644"/>
            <a:ext cx="1793569" cy="2140711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/>
              <a:t>pg</a:t>
            </a:r>
            <a:r>
              <a:rPr lang="en-US" sz="2800" dirty="0"/>
              <a:t>-locker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2035341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28648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Слой записи</a:t>
            </a:r>
            <a:endParaRPr lang="en-US" sz="3600" dirty="0"/>
          </a:p>
        </p:txBody>
      </p:sp>
      <p:sp>
        <p:nvSpPr>
          <p:cNvPr id="5" name="Цилиндр 4">
            <a:extLst>
              <a:ext uri="{FF2B5EF4-FFF2-40B4-BE49-F238E27FC236}">
                <a16:creationId xmlns:a16="http://schemas.microsoft.com/office/drawing/2014/main" id="{25B27DA8-6A30-DC51-FCE8-1AEBF2CFE050}"/>
              </a:ext>
            </a:extLst>
          </p:cNvPr>
          <p:cNvSpPr/>
          <p:nvPr/>
        </p:nvSpPr>
        <p:spPr>
          <a:xfrm>
            <a:off x="5759545" y="1050304"/>
            <a:ext cx="1793569" cy="2140711"/>
          </a:xfrm>
          <a:prstGeom prst="can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master-2</a:t>
            </a:r>
            <a:endParaRPr lang="ru-BY" sz="2800" dirty="0"/>
          </a:p>
        </p:txBody>
      </p:sp>
      <p:sp>
        <p:nvSpPr>
          <p:cNvPr id="6" name="Цилиндр 5">
            <a:extLst>
              <a:ext uri="{FF2B5EF4-FFF2-40B4-BE49-F238E27FC236}">
                <a16:creationId xmlns:a16="http://schemas.microsoft.com/office/drawing/2014/main" id="{282ADDE9-8764-18B9-2468-FD65928CD413}"/>
              </a:ext>
            </a:extLst>
          </p:cNvPr>
          <p:cNvSpPr/>
          <p:nvPr/>
        </p:nvSpPr>
        <p:spPr>
          <a:xfrm>
            <a:off x="8983946" y="3530859"/>
            <a:ext cx="1793569" cy="2140711"/>
          </a:xfrm>
          <a:prstGeom prst="can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master-3</a:t>
            </a:r>
            <a:endParaRPr lang="ru-BY" dirty="0"/>
          </a:p>
        </p:txBody>
      </p:sp>
      <p:sp>
        <p:nvSpPr>
          <p:cNvPr id="7" name="Цилиндр 6">
            <a:extLst>
              <a:ext uri="{FF2B5EF4-FFF2-40B4-BE49-F238E27FC236}">
                <a16:creationId xmlns:a16="http://schemas.microsoft.com/office/drawing/2014/main" id="{3888F60E-57AA-D95A-8444-1C8E2F8CB893}"/>
              </a:ext>
            </a:extLst>
          </p:cNvPr>
          <p:cNvSpPr/>
          <p:nvPr/>
        </p:nvSpPr>
        <p:spPr>
          <a:xfrm>
            <a:off x="2535146" y="3530858"/>
            <a:ext cx="1793569" cy="2140711"/>
          </a:xfrm>
          <a:prstGeom prst="can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master-1</a:t>
            </a:r>
            <a:endParaRPr lang="ru-BY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C4F6345-B414-D87B-0E92-C663EF390483}"/>
              </a:ext>
            </a:extLst>
          </p:cNvPr>
          <p:cNvSpPr txBox="1"/>
          <p:nvPr/>
        </p:nvSpPr>
        <p:spPr>
          <a:xfrm>
            <a:off x="3780937" y="2229669"/>
            <a:ext cx="10955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replica</a:t>
            </a:r>
            <a:endParaRPr lang="ru-BY" sz="2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8C81D9-D206-D3C7-A8A5-B0843BCD3886}"/>
              </a:ext>
            </a:extLst>
          </p:cNvPr>
          <p:cNvSpPr txBox="1"/>
          <p:nvPr/>
        </p:nvSpPr>
        <p:spPr>
          <a:xfrm>
            <a:off x="6108552" y="4030537"/>
            <a:ext cx="10955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replica</a:t>
            </a:r>
            <a:endParaRPr lang="ru-BY" sz="2400" dirty="0"/>
          </a:p>
        </p:txBody>
      </p: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6ABD6B91-4194-070A-FBC8-EC244D98A37F}"/>
              </a:ext>
            </a:extLst>
          </p:cNvPr>
          <p:cNvCxnSpPr>
            <a:cxnSpLocks/>
            <a:stCxn id="7" idx="4"/>
            <a:endCxn id="6" idx="2"/>
          </p:cNvCxnSpPr>
          <p:nvPr/>
        </p:nvCxnSpPr>
        <p:spPr>
          <a:xfrm>
            <a:off x="4328715" y="4601214"/>
            <a:ext cx="4655231" cy="1"/>
          </a:xfrm>
          <a:prstGeom prst="bentConnector3">
            <a:avLst>
              <a:gd name="adj1" fmla="val 50000"/>
            </a:avLst>
          </a:prstGeom>
          <a:ln w="31750"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Прямая со стрелкой 18">
            <a:extLst>
              <a:ext uri="{FF2B5EF4-FFF2-40B4-BE49-F238E27FC236}">
                <a16:creationId xmlns:a16="http://schemas.microsoft.com/office/drawing/2014/main" id="{F1008F3F-9A8E-D5B4-D352-431E2FB088D5}"/>
              </a:ext>
            </a:extLst>
          </p:cNvPr>
          <p:cNvCxnSpPr>
            <a:cxnSpLocks/>
            <a:stCxn id="7" idx="1"/>
            <a:endCxn id="5" idx="2"/>
          </p:cNvCxnSpPr>
          <p:nvPr/>
        </p:nvCxnSpPr>
        <p:spPr>
          <a:xfrm flipV="1">
            <a:off x="3431931" y="2120660"/>
            <a:ext cx="2327614" cy="1410198"/>
          </a:xfrm>
          <a:prstGeom prst="straightConnector1">
            <a:avLst/>
          </a:prstGeom>
          <a:ln w="31750"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Прямая со стрелкой 18">
            <a:extLst>
              <a:ext uri="{FF2B5EF4-FFF2-40B4-BE49-F238E27FC236}">
                <a16:creationId xmlns:a16="http://schemas.microsoft.com/office/drawing/2014/main" id="{6C81AD23-0B0C-E92C-134F-1834275D49FC}"/>
              </a:ext>
            </a:extLst>
          </p:cNvPr>
          <p:cNvCxnSpPr>
            <a:cxnSpLocks/>
            <a:stCxn id="5" idx="4"/>
            <a:endCxn id="6" idx="1"/>
          </p:cNvCxnSpPr>
          <p:nvPr/>
        </p:nvCxnSpPr>
        <p:spPr>
          <a:xfrm>
            <a:off x="7553114" y="2120660"/>
            <a:ext cx="2327617" cy="1410199"/>
          </a:xfrm>
          <a:prstGeom prst="straightConnector1">
            <a:avLst/>
          </a:prstGeom>
          <a:ln w="31750"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7E90120A-E132-F71A-F9CE-0169F2EB106D}"/>
              </a:ext>
            </a:extLst>
          </p:cNvPr>
          <p:cNvSpPr txBox="1"/>
          <p:nvPr/>
        </p:nvSpPr>
        <p:spPr>
          <a:xfrm>
            <a:off x="8798905" y="2224546"/>
            <a:ext cx="10955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replica</a:t>
            </a:r>
            <a:endParaRPr lang="ru-BY" sz="2400" dirty="0"/>
          </a:p>
        </p:txBody>
      </p:sp>
    </p:spTree>
    <p:extLst>
      <p:ext uri="{BB962C8B-B14F-4D97-AF65-F5344CB8AC3E}">
        <p14:creationId xmlns:p14="http://schemas.microsoft.com/office/powerpoint/2010/main" val="1319034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90428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Связь между слоями блокировки</a:t>
            </a:r>
            <a:r>
              <a:rPr lang="en-US" sz="3600" dirty="0"/>
              <a:t> </a:t>
            </a:r>
            <a:r>
              <a:rPr lang="ru-RU" sz="3600" dirty="0"/>
              <a:t>и записи</a:t>
            </a:r>
            <a:endParaRPr lang="en-US" sz="3600" dirty="0"/>
          </a:p>
        </p:txBody>
      </p:sp>
      <p:sp>
        <p:nvSpPr>
          <p:cNvPr id="5" name="Цилиндр 4">
            <a:extLst>
              <a:ext uri="{FF2B5EF4-FFF2-40B4-BE49-F238E27FC236}">
                <a16:creationId xmlns:a16="http://schemas.microsoft.com/office/drawing/2014/main" id="{25B27DA8-6A30-DC51-FCE8-1AEBF2CFE050}"/>
              </a:ext>
            </a:extLst>
          </p:cNvPr>
          <p:cNvSpPr/>
          <p:nvPr/>
        </p:nvSpPr>
        <p:spPr>
          <a:xfrm>
            <a:off x="919249" y="2199989"/>
            <a:ext cx="1793569" cy="2140711"/>
          </a:xfrm>
          <a:prstGeom prst="can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master-2</a:t>
            </a:r>
            <a:endParaRPr lang="ru-BY" sz="2800" dirty="0"/>
          </a:p>
        </p:txBody>
      </p:sp>
      <p:sp>
        <p:nvSpPr>
          <p:cNvPr id="6" name="Цилиндр 5">
            <a:extLst>
              <a:ext uri="{FF2B5EF4-FFF2-40B4-BE49-F238E27FC236}">
                <a16:creationId xmlns:a16="http://schemas.microsoft.com/office/drawing/2014/main" id="{282ADDE9-8764-18B9-2468-FD65928CD413}"/>
              </a:ext>
            </a:extLst>
          </p:cNvPr>
          <p:cNvSpPr/>
          <p:nvPr/>
        </p:nvSpPr>
        <p:spPr>
          <a:xfrm>
            <a:off x="9613169" y="2202207"/>
            <a:ext cx="1793569" cy="2140711"/>
          </a:xfrm>
          <a:prstGeom prst="can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master-3</a:t>
            </a:r>
            <a:endParaRPr lang="ru-BY" dirty="0"/>
          </a:p>
        </p:txBody>
      </p:sp>
      <p:sp>
        <p:nvSpPr>
          <p:cNvPr id="7" name="Цилиндр 6">
            <a:extLst>
              <a:ext uri="{FF2B5EF4-FFF2-40B4-BE49-F238E27FC236}">
                <a16:creationId xmlns:a16="http://schemas.microsoft.com/office/drawing/2014/main" id="{3888F60E-57AA-D95A-8444-1C8E2F8CB893}"/>
              </a:ext>
            </a:extLst>
          </p:cNvPr>
          <p:cNvSpPr/>
          <p:nvPr/>
        </p:nvSpPr>
        <p:spPr>
          <a:xfrm>
            <a:off x="5199215" y="4582864"/>
            <a:ext cx="1793569" cy="2140711"/>
          </a:xfrm>
          <a:prstGeom prst="can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master-1</a:t>
            </a:r>
            <a:endParaRPr lang="ru-BY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C4F6345-B414-D87B-0E92-C663EF390483}"/>
              </a:ext>
            </a:extLst>
          </p:cNvPr>
          <p:cNvSpPr txBox="1"/>
          <p:nvPr/>
        </p:nvSpPr>
        <p:spPr>
          <a:xfrm>
            <a:off x="8203591" y="5495899"/>
            <a:ext cx="10955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replica</a:t>
            </a:r>
            <a:endParaRPr lang="ru-BY" sz="2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8C81D9-D206-D3C7-A8A5-B0843BCD3886}"/>
              </a:ext>
            </a:extLst>
          </p:cNvPr>
          <p:cNvSpPr txBox="1"/>
          <p:nvPr/>
        </p:nvSpPr>
        <p:spPr>
          <a:xfrm>
            <a:off x="6162994" y="3907210"/>
            <a:ext cx="7457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lock</a:t>
            </a:r>
            <a:endParaRPr lang="ru-BY" sz="2400" dirty="0"/>
          </a:p>
        </p:txBody>
      </p: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6ABD6B91-4194-070A-FBC8-EC244D98A37F}"/>
              </a:ext>
            </a:extLst>
          </p:cNvPr>
          <p:cNvCxnSpPr>
            <a:cxnSpLocks/>
            <a:stCxn id="7" idx="4"/>
            <a:endCxn id="6" idx="3"/>
          </p:cNvCxnSpPr>
          <p:nvPr/>
        </p:nvCxnSpPr>
        <p:spPr>
          <a:xfrm flipV="1">
            <a:off x="6992784" y="4342918"/>
            <a:ext cx="3517170" cy="1310302"/>
          </a:xfrm>
          <a:prstGeom prst="curvedConnector2">
            <a:avLst/>
          </a:prstGeom>
          <a:ln w="31750"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Прямая со стрелкой 18">
            <a:extLst>
              <a:ext uri="{FF2B5EF4-FFF2-40B4-BE49-F238E27FC236}">
                <a16:creationId xmlns:a16="http://schemas.microsoft.com/office/drawing/2014/main" id="{F1008F3F-9A8E-D5B4-D352-431E2FB088D5}"/>
              </a:ext>
            </a:extLst>
          </p:cNvPr>
          <p:cNvCxnSpPr>
            <a:cxnSpLocks/>
            <a:stCxn id="7" idx="2"/>
            <a:endCxn id="5" idx="3"/>
          </p:cNvCxnSpPr>
          <p:nvPr/>
        </p:nvCxnSpPr>
        <p:spPr>
          <a:xfrm rot="10800000">
            <a:off x="1816035" y="4340700"/>
            <a:ext cx="3383181" cy="1312520"/>
          </a:xfrm>
          <a:prstGeom prst="curvedConnector2">
            <a:avLst/>
          </a:prstGeom>
          <a:ln w="31750"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Прямая со стрелкой 18">
            <a:extLst>
              <a:ext uri="{FF2B5EF4-FFF2-40B4-BE49-F238E27FC236}">
                <a16:creationId xmlns:a16="http://schemas.microsoft.com/office/drawing/2014/main" id="{6C81AD23-0B0C-E92C-134F-1834275D49FC}"/>
              </a:ext>
            </a:extLst>
          </p:cNvPr>
          <p:cNvCxnSpPr>
            <a:cxnSpLocks/>
            <a:stCxn id="5" idx="1"/>
            <a:endCxn id="6" idx="1"/>
          </p:cNvCxnSpPr>
          <p:nvPr/>
        </p:nvCxnSpPr>
        <p:spPr>
          <a:xfrm rot="16200000" flipH="1">
            <a:off x="6161885" y="-2145862"/>
            <a:ext cx="2218" cy="8693920"/>
          </a:xfrm>
          <a:prstGeom prst="curvedConnector3">
            <a:avLst>
              <a:gd name="adj1" fmla="val -47461136"/>
            </a:avLst>
          </a:prstGeom>
          <a:ln w="31750"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7E90120A-E132-F71A-F9CE-0169F2EB106D}"/>
              </a:ext>
            </a:extLst>
          </p:cNvPr>
          <p:cNvSpPr txBox="1"/>
          <p:nvPr/>
        </p:nvSpPr>
        <p:spPr>
          <a:xfrm>
            <a:off x="3057786" y="5495899"/>
            <a:ext cx="10955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replica</a:t>
            </a:r>
            <a:endParaRPr lang="ru-BY" sz="24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5199215" y="1557278"/>
            <a:ext cx="1793569" cy="2140710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/>
              <a:t>pg</a:t>
            </a:r>
            <a:r>
              <a:rPr lang="en-US" sz="2800" dirty="0"/>
              <a:t>-locker</a:t>
            </a:r>
            <a:endParaRPr lang="ru-BY" sz="2800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4"/>
            <a:endCxn id="6" idx="2"/>
          </p:cNvCxnSpPr>
          <p:nvPr/>
        </p:nvCxnSpPr>
        <p:spPr>
          <a:xfrm>
            <a:off x="6992784" y="2627633"/>
            <a:ext cx="2620385" cy="644930"/>
          </a:xfrm>
          <a:prstGeom prst="straightConnector1">
            <a:avLst/>
          </a:prstGeom>
          <a:ln w="31750"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" idx="1"/>
            <a:endCxn id="23" idx="3"/>
          </p:cNvCxnSpPr>
          <p:nvPr/>
        </p:nvCxnSpPr>
        <p:spPr>
          <a:xfrm flipV="1">
            <a:off x="6096000" y="3697988"/>
            <a:ext cx="0" cy="884876"/>
          </a:xfrm>
          <a:prstGeom prst="straightConnector1">
            <a:avLst/>
          </a:prstGeom>
          <a:ln w="31750"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2"/>
            <a:endCxn id="5" idx="4"/>
          </p:cNvCxnSpPr>
          <p:nvPr/>
        </p:nvCxnSpPr>
        <p:spPr>
          <a:xfrm flipH="1">
            <a:off x="2712818" y="2627633"/>
            <a:ext cx="2486397" cy="642712"/>
          </a:xfrm>
          <a:prstGeom prst="straightConnector1">
            <a:avLst/>
          </a:prstGeom>
          <a:ln w="31750"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C2F3006-5DA3-2B7B-F1E8-E180ED457F80}"/>
              </a:ext>
            </a:extLst>
          </p:cNvPr>
          <p:cNvSpPr txBox="1"/>
          <p:nvPr/>
        </p:nvSpPr>
        <p:spPr>
          <a:xfrm>
            <a:off x="3372481" y="2396801"/>
            <a:ext cx="7457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lock</a:t>
            </a:r>
            <a:endParaRPr lang="ru-BY" sz="2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341EFB3-5068-E22C-8C0C-20129B36FF71}"/>
              </a:ext>
            </a:extLst>
          </p:cNvPr>
          <p:cNvSpPr txBox="1"/>
          <p:nvPr/>
        </p:nvSpPr>
        <p:spPr>
          <a:xfrm>
            <a:off x="8005652" y="2402725"/>
            <a:ext cx="7457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lock</a:t>
            </a:r>
            <a:endParaRPr lang="ru-BY" sz="2400" dirty="0"/>
          </a:p>
        </p:txBody>
      </p:sp>
      <p:sp>
        <p:nvSpPr>
          <p:cNvPr id="282" name="TextBox 281">
            <a:extLst>
              <a:ext uri="{FF2B5EF4-FFF2-40B4-BE49-F238E27FC236}">
                <a16:creationId xmlns:a16="http://schemas.microsoft.com/office/drawing/2014/main" id="{9ABCCABD-91F2-0259-0E53-B23407F47EAA}"/>
              </a:ext>
            </a:extLst>
          </p:cNvPr>
          <p:cNvSpPr txBox="1"/>
          <p:nvPr/>
        </p:nvSpPr>
        <p:spPr>
          <a:xfrm>
            <a:off x="919249" y="1557277"/>
            <a:ext cx="10955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replica</a:t>
            </a:r>
            <a:endParaRPr lang="ru-BY" sz="2400" dirty="0"/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A57A1599-C7ED-E8FA-003D-FA01025BA3A5}"/>
              </a:ext>
            </a:extLst>
          </p:cNvPr>
          <p:cNvSpPr txBox="1"/>
          <p:nvPr/>
        </p:nvSpPr>
        <p:spPr>
          <a:xfrm>
            <a:off x="10311182" y="1557278"/>
            <a:ext cx="10955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replica</a:t>
            </a:r>
            <a:endParaRPr lang="ru-BY" sz="2400" dirty="0"/>
          </a:p>
        </p:txBody>
      </p:sp>
    </p:spTree>
    <p:extLst>
      <p:ext uri="{BB962C8B-B14F-4D97-AF65-F5344CB8AC3E}">
        <p14:creationId xmlns:p14="http://schemas.microsoft.com/office/powerpoint/2010/main" val="8413949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29001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Слой чтения</a:t>
            </a:r>
            <a:endParaRPr lang="en-US" sz="3600" dirty="0"/>
          </a:p>
        </p:txBody>
      </p:sp>
      <p:sp>
        <p:nvSpPr>
          <p:cNvPr id="7" name="Цилиндр 6">
            <a:extLst>
              <a:ext uri="{FF2B5EF4-FFF2-40B4-BE49-F238E27FC236}">
                <a16:creationId xmlns:a16="http://schemas.microsoft.com/office/drawing/2014/main" id="{3888F60E-57AA-D95A-8444-1C8E2F8CB893}"/>
              </a:ext>
            </a:extLst>
          </p:cNvPr>
          <p:cNvSpPr/>
          <p:nvPr/>
        </p:nvSpPr>
        <p:spPr>
          <a:xfrm>
            <a:off x="5162696" y="4403380"/>
            <a:ext cx="1866603" cy="2227881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worker-1-1</a:t>
            </a:r>
            <a:endParaRPr lang="ru-BY" sz="28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8C81D9-D206-D3C7-A8A5-B0843BCD3886}"/>
              </a:ext>
            </a:extLst>
          </p:cNvPr>
          <p:cNvSpPr txBox="1"/>
          <p:nvPr/>
        </p:nvSpPr>
        <p:spPr>
          <a:xfrm>
            <a:off x="6095998" y="3198167"/>
            <a:ext cx="13313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sharding</a:t>
            </a:r>
            <a:endParaRPr lang="ru-BY" sz="24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5199214" y="879419"/>
            <a:ext cx="1793569" cy="214071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coord-1</a:t>
            </a:r>
            <a:endParaRPr lang="ru-BY" sz="2800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3"/>
            <a:endCxn id="43" idx="1"/>
          </p:cNvCxnSpPr>
          <p:nvPr/>
        </p:nvCxnSpPr>
        <p:spPr>
          <a:xfrm rot="16200000" flipH="1">
            <a:off x="7646274" y="1469854"/>
            <a:ext cx="1405413" cy="4505962"/>
          </a:xfrm>
          <a:prstGeom prst="bentConnector3">
            <a:avLst>
              <a:gd name="adj1" fmla="val 50000"/>
            </a:avLst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" idx="1"/>
            <a:endCxn id="23" idx="3"/>
          </p:cNvCxnSpPr>
          <p:nvPr/>
        </p:nvCxnSpPr>
        <p:spPr>
          <a:xfrm rot="5400000" flipH="1" flipV="1">
            <a:off x="5404373" y="3711755"/>
            <a:ext cx="1383251" cy="1"/>
          </a:xfrm>
          <a:prstGeom prst="bentConnector3">
            <a:avLst>
              <a:gd name="adj1" fmla="val 50000"/>
            </a:avLst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44" idx="1"/>
          </p:cNvCxnSpPr>
          <p:nvPr/>
        </p:nvCxnSpPr>
        <p:spPr>
          <a:xfrm rot="5400000">
            <a:off x="3151391" y="1458773"/>
            <a:ext cx="1383252" cy="4505965"/>
          </a:xfrm>
          <a:prstGeom prst="bentConnector3">
            <a:avLst>
              <a:gd name="adj1" fmla="val 50000"/>
            </a:avLst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Цилиндр 42">
            <a:extLst>
              <a:ext uri="{FF2B5EF4-FFF2-40B4-BE49-F238E27FC236}">
                <a16:creationId xmlns:a16="http://schemas.microsoft.com/office/drawing/2014/main" id="{5404405F-2CFE-CCC8-4944-BF5CE1CC588E}"/>
              </a:ext>
            </a:extLst>
          </p:cNvPr>
          <p:cNvSpPr/>
          <p:nvPr/>
        </p:nvSpPr>
        <p:spPr>
          <a:xfrm>
            <a:off x="9668659" y="4425542"/>
            <a:ext cx="1866603" cy="2227881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worker-1-2</a:t>
            </a:r>
            <a:endParaRPr lang="ru-BY" sz="2800" dirty="0"/>
          </a:p>
        </p:txBody>
      </p:sp>
      <p:sp>
        <p:nvSpPr>
          <p:cNvPr id="44" name="Цилиндр 43">
            <a:extLst>
              <a:ext uri="{FF2B5EF4-FFF2-40B4-BE49-F238E27FC236}">
                <a16:creationId xmlns:a16="http://schemas.microsoft.com/office/drawing/2014/main" id="{C985D333-0301-2C9A-AED8-5E670B193B4A}"/>
              </a:ext>
            </a:extLst>
          </p:cNvPr>
          <p:cNvSpPr/>
          <p:nvPr/>
        </p:nvSpPr>
        <p:spPr>
          <a:xfrm>
            <a:off x="656732" y="4403381"/>
            <a:ext cx="1866603" cy="2227881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worker-1-0</a:t>
            </a:r>
            <a:endParaRPr lang="ru-BY" sz="2800" dirty="0"/>
          </a:p>
        </p:txBody>
      </p:sp>
    </p:spTree>
    <p:extLst>
      <p:ext uri="{BB962C8B-B14F-4D97-AF65-F5344CB8AC3E}">
        <p14:creationId xmlns:p14="http://schemas.microsoft.com/office/powerpoint/2010/main" val="298547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79944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Связь между слоями записи и чтения</a:t>
            </a:r>
            <a:endParaRPr lang="en-US" sz="3600" dirty="0"/>
          </a:p>
        </p:txBody>
      </p:sp>
      <p:sp>
        <p:nvSpPr>
          <p:cNvPr id="7" name="Цилиндр 6">
            <a:extLst>
              <a:ext uri="{FF2B5EF4-FFF2-40B4-BE49-F238E27FC236}">
                <a16:creationId xmlns:a16="http://schemas.microsoft.com/office/drawing/2014/main" id="{3888F60E-57AA-D95A-8444-1C8E2F8CB893}"/>
              </a:ext>
            </a:extLst>
          </p:cNvPr>
          <p:cNvSpPr/>
          <p:nvPr/>
        </p:nvSpPr>
        <p:spPr>
          <a:xfrm>
            <a:off x="3117328" y="4425542"/>
            <a:ext cx="1866603" cy="2227881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worker-1-1</a:t>
            </a:r>
            <a:endParaRPr lang="ru-BY" sz="28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8C81D9-D206-D3C7-A8A5-B0843BCD3886}"/>
              </a:ext>
            </a:extLst>
          </p:cNvPr>
          <p:cNvSpPr txBox="1"/>
          <p:nvPr/>
        </p:nvSpPr>
        <p:spPr>
          <a:xfrm>
            <a:off x="4680431" y="3434155"/>
            <a:ext cx="13313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sharding</a:t>
            </a:r>
            <a:endParaRPr lang="ru-BY" sz="24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3153844" y="1288289"/>
            <a:ext cx="1793569" cy="214071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coord-1</a:t>
            </a:r>
            <a:endParaRPr lang="ru-BY" sz="2800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3"/>
            <a:endCxn id="43" idx="1"/>
          </p:cNvCxnSpPr>
          <p:nvPr/>
        </p:nvCxnSpPr>
        <p:spPr>
          <a:xfrm rot="16200000" flipH="1">
            <a:off x="4785168" y="2694460"/>
            <a:ext cx="974381" cy="2443458"/>
          </a:xfrm>
          <a:prstGeom prst="bentConnector3">
            <a:avLst>
              <a:gd name="adj1" fmla="val 50000"/>
            </a:avLst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" idx="1"/>
            <a:endCxn id="23" idx="3"/>
          </p:cNvCxnSpPr>
          <p:nvPr/>
        </p:nvCxnSpPr>
        <p:spPr>
          <a:xfrm rot="16200000" flipV="1">
            <a:off x="3552359" y="3927270"/>
            <a:ext cx="996543" cy="1"/>
          </a:xfrm>
          <a:prstGeom prst="bentConnector3">
            <a:avLst>
              <a:gd name="adj1" fmla="val 50000"/>
            </a:avLst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44" idx="1"/>
          </p:cNvCxnSpPr>
          <p:nvPr/>
        </p:nvCxnSpPr>
        <p:spPr>
          <a:xfrm rot="5400000">
            <a:off x="2333141" y="2685893"/>
            <a:ext cx="974382" cy="2460595"/>
          </a:xfrm>
          <a:prstGeom prst="bentConnector3">
            <a:avLst>
              <a:gd name="adj1" fmla="val 50000"/>
            </a:avLst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Цилиндр 42">
            <a:extLst>
              <a:ext uri="{FF2B5EF4-FFF2-40B4-BE49-F238E27FC236}">
                <a16:creationId xmlns:a16="http://schemas.microsoft.com/office/drawing/2014/main" id="{5404405F-2CFE-CCC8-4944-BF5CE1CC588E}"/>
              </a:ext>
            </a:extLst>
          </p:cNvPr>
          <p:cNvSpPr/>
          <p:nvPr/>
        </p:nvSpPr>
        <p:spPr>
          <a:xfrm>
            <a:off x="5560785" y="4403380"/>
            <a:ext cx="1866603" cy="2227881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worker-1-2</a:t>
            </a:r>
            <a:endParaRPr lang="ru-BY" sz="2800" dirty="0"/>
          </a:p>
        </p:txBody>
      </p:sp>
      <p:sp>
        <p:nvSpPr>
          <p:cNvPr id="44" name="Цилиндр 43">
            <a:extLst>
              <a:ext uri="{FF2B5EF4-FFF2-40B4-BE49-F238E27FC236}">
                <a16:creationId xmlns:a16="http://schemas.microsoft.com/office/drawing/2014/main" id="{C985D333-0301-2C9A-AED8-5E670B193B4A}"/>
              </a:ext>
            </a:extLst>
          </p:cNvPr>
          <p:cNvSpPr/>
          <p:nvPr/>
        </p:nvSpPr>
        <p:spPr>
          <a:xfrm>
            <a:off x="656732" y="4403381"/>
            <a:ext cx="1866603" cy="2227881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worker-1-0</a:t>
            </a:r>
            <a:endParaRPr lang="ru-BY" sz="2800" dirty="0"/>
          </a:p>
        </p:txBody>
      </p:sp>
      <p:sp>
        <p:nvSpPr>
          <p:cNvPr id="9" name="Цилиндр 8">
            <a:extLst>
              <a:ext uri="{FF2B5EF4-FFF2-40B4-BE49-F238E27FC236}">
                <a16:creationId xmlns:a16="http://schemas.microsoft.com/office/drawing/2014/main" id="{A6CB4848-BD9F-00DA-AFBB-169D872B698A}"/>
              </a:ext>
            </a:extLst>
          </p:cNvPr>
          <p:cNvSpPr/>
          <p:nvPr/>
        </p:nvSpPr>
        <p:spPr>
          <a:xfrm>
            <a:off x="8805428" y="1288289"/>
            <a:ext cx="1793569" cy="2140711"/>
          </a:xfrm>
          <a:prstGeom prst="can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master-1</a:t>
            </a:r>
            <a:endParaRPr lang="ru-BY" dirty="0"/>
          </a:p>
        </p:txBody>
      </p:sp>
      <p:cxnSp>
        <p:nvCxnSpPr>
          <p:cNvPr id="10" name="Прямая со стрелкой 18">
            <a:extLst>
              <a:ext uri="{FF2B5EF4-FFF2-40B4-BE49-F238E27FC236}">
                <a16:creationId xmlns:a16="http://schemas.microsoft.com/office/drawing/2014/main" id="{6BDA3585-87B9-649E-1E95-BF31212098C0}"/>
              </a:ext>
            </a:extLst>
          </p:cNvPr>
          <p:cNvCxnSpPr>
            <a:cxnSpLocks/>
            <a:stCxn id="23" idx="4"/>
            <a:endCxn id="9" idx="2"/>
          </p:cNvCxnSpPr>
          <p:nvPr/>
        </p:nvCxnSpPr>
        <p:spPr>
          <a:xfrm>
            <a:off x="4947413" y="2358644"/>
            <a:ext cx="3858015" cy="1"/>
          </a:xfrm>
          <a:prstGeom prst="bentConnector3">
            <a:avLst>
              <a:gd name="adj1" fmla="val 50000"/>
            </a:avLst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73A2584-B55C-170F-E6C7-B55FA12521EE}"/>
              </a:ext>
            </a:extLst>
          </p:cNvPr>
          <p:cNvSpPr txBox="1"/>
          <p:nvPr/>
        </p:nvSpPr>
        <p:spPr>
          <a:xfrm>
            <a:off x="6210725" y="1896977"/>
            <a:ext cx="10955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replica</a:t>
            </a:r>
            <a:endParaRPr lang="ru-BY" sz="2400" dirty="0"/>
          </a:p>
        </p:txBody>
      </p:sp>
    </p:spTree>
    <p:extLst>
      <p:ext uri="{BB962C8B-B14F-4D97-AF65-F5344CB8AC3E}">
        <p14:creationId xmlns:p14="http://schemas.microsoft.com/office/powerpoint/2010/main" val="21475796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6354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Общая архитектура кластера</a:t>
            </a:r>
            <a:endParaRPr lang="en-US" sz="36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215162" y="3220803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coord-1</a:t>
            </a:r>
            <a:endParaRPr lang="ru-BY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4"/>
            <a:endCxn id="77" idx="2"/>
          </p:cNvCxnSpPr>
          <p:nvPr/>
        </p:nvCxnSpPr>
        <p:spPr>
          <a:xfrm flipV="1">
            <a:off x="1303095" y="3852081"/>
            <a:ext cx="823068" cy="17972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8" idx="1"/>
            <a:endCxn id="23" idx="3"/>
          </p:cNvCxnSpPr>
          <p:nvPr/>
        </p:nvCxnSpPr>
        <p:spPr>
          <a:xfrm flipH="1" flipV="1">
            <a:off x="759129" y="4519303"/>
            <a:ext cx="1408013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79" idx="1"/>
          </p:cNvCxnSpPr>
          <p:nvPr/>
        </p:nvCxnSpPr>
        <p:spPr>
          <a:xfrm flipH="1">
            <a:off x="750020" y="4519303"/>
            <a:ext cx="9109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Цилиндр 8">
            <a:extLst>
              <a:ext uri="{FF2B5EF4-FFF2-40B4-BE49-F238E27FC236}">
                <a16:creationId xmlns:a16="http://schemas.microsoft.com/office/drawing/2014/main" id="{A6CB4848-BD9F-00DA-AFBB-169D872B698A}"/>
              </a:ext>
            </a:extLst>
          </p:cNvPr>
          <p:cNvSpPr/>
          <p:nvPr/>
        </p:nvSpPr>
        <p:spPr>
          <a:xfrm>
            <a:off x="1669290" y="1348234"/>
            <a:ext cx="1087933" cy="1298500"/>
          </a:xfrm>
          <a:prstGeom prst="can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master-1</a:t>
            </a:r>
            <a:endParaRPr lang="ru-BY" sz="1200" dirty="0"/>
          </a:p>
        </p:txBody>
      </p:sp>
      <p:cxnSp>
        <p:nvCxnSpPr>
          <p:cNvPr id="10" name="Прямая со стрелкой 18">
            <a:extLst>
              <a:ext uri="{FF2B5EF4-FFF2-40B4-BE49-F238E27FC236}">
                <a16:creationId xmlns:a16="http://schemas.microsoft.com/office/drawing/2014/main" id="{6BDA3585-87B9-649E-1E95-BF31212098C0}"/>
              </a:ext>
            </a:extLst>
          </p:cNvPr>
          <p:cNvCxnSpPr>
            <a:cxnSpLocks/>
            <a:stCxn id="23" idx="1"/>
            <a:endCxn id="9" idx="2"/>
          </p:cNvCxnSpPr>
          <p:nvPr/>
        </p:nvCxnSpPr>
        <p:spPr>
          <a:xfrm flipV="1">
            <a:off x="759129" y="1997484"/>
            <a:ext cx="910161" cy="1223319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73A2584-B55C-170F-E6C7-B55FA12521EE}"/>
              </a:ext>
            </a:extLst>
          </p:cNvPr>
          <p:cNvSpPr txBox="1"/>
          <p:nvPr/>
        </p:nvSpPr>
        <p:spPr>
          <a:xfrm>
            <a:off x="400574" y="2252160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791FD8-19AD-0449-82A9-93DFE76667E6}"/>
              </a:ext>
            </a:extLst>
          </p:cNvPr>
          <p:cNvSpPr txBox="1"/>
          <p:nvPr/>
        </p:nvSpPr>
        <p:spPr>
          <a:xfrm>
            <a:off x="9354132" y="4629978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63" name="Цилиндр 62">
            <a:extLst>
              <a:ext uri="{FF2B5EF4-FFF2-40B4-BE49-F238E27FC236}">
                <a16:creationId xmlns:a16="http://schemas.microsoft.com/office/drawing/2014/main" id="{4B01D485-58C5-F64B-892A-4DB24B7AC6F5}"/>
              </a:ext>
            </a:extLst>
          </p:cNvPr>
          <p:cNvSpPr/>
          <p:nvPr/>
        </p:nvSpPr>
        <p:spPr>
          <a:xfrm>
            <a:off x="10888904" y="3220803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coord-3</a:t>
            </a:r>
            <a:endParaRPr lang="ru-BY" dirty="0"/>
          </a:p>
        </p:txBody>
      </p:sp>
      <p:cxnSp>
        <p:nvCxnSpPr>
          <p:cNvPr id="64" name="Прямая со стрелкой 18">
            <a:extLst>
              <a:ext uri="{FF2B5EF4-FFF2-40B4-BE49-F238E27FC236}">
                <a16:creationId xmlns:a16="http://schemas.microsoft.com/office/drawing/2014/main" id="{E0164565-70E0-C7C7-2C99-E337B9E0B7F3}"/>
              </a:ext>
            </a:extLst>
          </p:cNvPr>
          <p:cNvCxnSpPr>
            <a:cxnSpLocks/>
            <a:stCxn id="63" idx="3"/>
            <a:endCxn id="80" idx="1"/>
          </p:cNvCxnSpPr>
          <p:nvPr/>
        </p:nvCxnSpPr>
        <p:spPr>
          <a:xfrm>
            <a:off x="11432871" y="4519303"/>
            <a:ext cx="9110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18">
            <a:extLst>
              <a:ext uri="{FF2B5EF4-FFF2-40B4-BE49-F238E27FC236}">
                <a16:creationId xmlns:a16="http://schemas.microsoft.com/office/drawing/2014/main" id="{3B012901-C858-91F9-0976-418FE294860D}"/>
              </a:ext>
            </a:extLst>
          </p:cNvPr>
          <p:cNvCxnSpPr>
            <a:cxnSpLocks/>
            <a:stCxn id="75" idx="1"/>
            <a:endCxn id="63" idx="3"/>
          </p:cNvCxnSpPr>
          <p:nvPr/>
        </p:nvCxnSpPr>
        <p:spPr>
          <a:xfrm flipV="1">
            <a:off x="10024859" y="4519303"/>
            <a:ext cx="1408012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18">
            <a:extLst>
              <a:ext uri="{FF2B5EF4-FFF2-40B4-BE49-F238E27FC236}">
                <a16:creationId xmlns:a16="http://schemas.microsoft.com/office/drawing/2014/main" id="{C3FFC7E5-B5AC-380A-3E46-45A18ABA9FA2}"/>
              </a:ext>
            </a:extLst>
          </p:cNvPr>
          <p:cNvCxnSpPr>
            <a:cxnSpLocks/>
            <a:stCxn id="63" idx="2"/>
            <a:endCxn id="67" idx="4"/>
          </p:cNvCxnSpPr>
          <p:nvPr/>
        </p:nvCxnSpPr>
        <p:spPr>
          <a:xfrm flipH="1">
            <a:off x="10054688" y="3870053"/>
            <a:ext cx="834216" cy="4836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Цилиндр 66">
            <a:extLst>
              <a:ext uri="{FF2B5EF4-FFF2-40B4-BE49-F238E27FC236}">
                <a16:creationId xmlns:a16="http://schemas.microsoft.com/office/drawing/2014/main" id="{128093ED-E928-3A89-4AAA-8DA88C49702D}"/>
              </a:ext>
            </a:extLst>
          </p:cNvPr>
          <p:cNvSpPr/>
          <p:nvPr/>
        </p:nvSpPr>
        <p:spPr>
          <a:xfrm>
            <a:off x="8751185" y="3096992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worker-3-0</a:t>
            </a:r>
            <a:endParaRPr lang="ru-BY" dirty="0"/>
          </a:p>
        </p:txBody>
      </p:sp>
      <p:sp>
        <p:nvSpPr>
          <p:cNvPr id="68" name="Цилиндр 67">
            <a:extLst>
              <a:ext uri="{FF2B5EF4-FFF2-40B4-BE49-F238E27FC236}">
                <a16:creationId xmlns:a16="http://schemas.microsoft.com/office/drawing/2014/main" id="{656280ED-80FF-2A22-8B12-8033CCBAAD4E}"/>
              </a:ext>
            </a:extLst>
          </p:cNvPr>
          <p:cNvSpPr/>
          <p:nvPr/>
        </p:nvSpPr>
        <p:spPr>
          <a:xfrm>
            <a:off x="9702221" y="1348234"/>
            <a:ext cx="1087933" cy="1298500"/>
          </a:xfrm>
          <a:prstGeom prst="can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master-3</a:t>
            </a:r>
            <a:endParaRPr lang="ru-BY" sz="1200" dirty="0"/>
          </a:p>
        </p:txBody>
      </p:sp>
      <p:cxnSp>
        <p:nvCxnSpPr>
          <p:cNvPr id="69" name="Прямая со стрелкой 18">
            <a:extLst>
              <a:ext uri="{FF2B5EF4-FFF2-40B4-BE49-F238E27FC236}">
                <a16:creationId xmlns:a16="http://schemas.microsoft.com/office/drawing/2014/main" id="{3C276CDB-B51F-B4E7-01DB-6FE9E932957D}"/>
              </a:ext>
            </a:extLst>
          </p:cNvPr>
          <p:cNvCxnSpPr>
            <a:cxnSpLocks/>
            <a:stCxn id="63" idx="1"/>
            <a:endCxn id="68" idx="4"/>
          </p:cNvCxnSpPr>
          <p:nvPr/>
        </p:nvCxnSpPr>
        <p:spPr>
          <a:xfrm flipH="1" flipV="1">
            <a:off x="10790154" y="1997484"/>
            <a:ext cx="642717" cy="1223319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F4DE35B-CC66-B590-425F-C3360A92F914}"/>
              </a:ext>
            </a:extLst>
          </p:cNvPr>
          <p:cNvSpPr txBox="1"/>
          <p:nvPr/>
        </p:nvSpPr>
        <p:spPr>
          <a:xfrm>
            <a:off x="10998937" y="2271675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75" name="Цилиндр 74">
            <a:extLst>
              <a:ext uri="{FF2B5EF4-FFF2-40B4-BE49-F238E27FC236}">
                <a16:creationId xmlns:a16="http://schemas.microsoft.com/office/drawing/2014/main" id="{1081BE96-8EE3-23DD-00BD-4DE2FB885273}"/>
              </a:ext>
            </a:extLst>
          </p:cNvPr>
          <p:cNvSpPr/>
          <p:nvPr/>
        </p:nvSpPr>
        <p:spPr>
          <a:xfrm>
            <a:off x="9373107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7" name="Цилиндр 76">
            <a:extLst>
              <a:ext uri="{FF2B5EF4-FFF2-40B4-BE49-F238E27FC236}">
                <a16:creationId xmlns:a16="http://schemas.microsoft.com/office/drawing/2014/main" id="{74E180FE-7261-B185-0C8D-C9C0042627B9}"/>
              </a:ext>
            </a:extLst>
          </p:cNvPr>
          <p:cNvSpPr/>
          <p:nvPr/>
        </p:nvSpPr>
        <p:spPr>
          <a:xfrm>
            <a:off x="2126163" y="3074184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78" name="Цилиндр 77">
            <a:extLst>
              <a:ext uri="{FF2B5EF4-FFF2-40B4-BE49-F238E27FC236}">
                <a16:creationId xmlns:a16="http://schemas.microsoft.com/office/drawing/2014/main" id="{669EF9BA-FD3C-AD21-BB9F-57CF7987C597}"/>
              </a:ext>
            </a:extLst>
          </p:cNvPr>
          <p:cNvSpPr/>
          <p:nvPr/>
        </p:nvSpPr>
        <p:spPr>
          <a:xfrm>
            <a:off x="1515390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9" name="Цилиндр 78">
            <a:extLst>
              <a:ext uri="{FF2B5EF4-FFF2-40B4-BE49-F238E27FC236}">
                <a16:creationId xmlns:a16="http://schemas.microsoft.com/office/drawing/2014/main" id="{90EF0D7E-9F2C-1E4A-15C1-C868A4B7BA30}"/>
              </a:ext>
            </a:extLst>
          </p:cNvPr>
          <p:cNvSpPr/>
          <p:nvPr/>
        </p:nvSpPr>
        <p:spPr>
          <a:xfrm>
            <a:off x="98268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-0</a:t>
            </a:r>
            <a:endParaRPr lang="ru-BY" dirty="0"/>
          </a:p>
        </p:txBody>
      </p:sp>
      <p:sp>
        <p:nvSpPr>
          <p:cNvPr id="80" name="Цилиндр 79">
            <a:extLst>
              <a:ext uri="{FF2B5EF4-FFF2-40B4-BE49-F238E27FC236}">
                <a16:creationId xmlns:a16="http://schemas.microsoft.com/office/drawing/2014/main" id="{CAE1BEEA-12C6-891C-CD6E-5AD101581989}"/>
              </a:ext>
            </a:extLst>
          </p:cNvPr>
          <p:cNvSpPr/>
          <p:nvPr/>
        </p:nvSpPr>
        <p:spPr>
          <a:xfrm>
            <a:off x="1079022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E24B429-77BF-4902-7BC8-2E29AEE76BA6}"/>
              </a:ext>
            </a:extLst>
          </p:cNvPr>
          <p:cNvSpPr txBox="1"/>
          <p:nvPr/>
        </p:nvSpPr>
        <p:spPr>
          <a:xfrm>
            <a:off x="1667169" y="4648857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33" name="Цилиндр 132">
            <a:extLst>
              <a:ext uri="{FF2B5EF4-FFF2-40B4-BE49-F238E27FC236}">
                <a16:creationId xmlns:a16="http://schemas.microsoft.com/office/drawing/2014/main" id="{10422A75-5CBF-D970-425D-012B72501D29}"/>
              </a:ext>
            </a:extLst>
          </p:cNvPr>
          <p:cNvSpPr/>
          <p:nvPr/>
        </p:nvSpPr>
        <p:spPr>
          <a:xfrm>
            <a:off x="3933963" y="3516144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coord-2</a:t>
            </a:r>
            <a:endParaRPr lang="ru-BY" dirty="0"/>
          </a:p>
        </p:txBody>
      </p:sp>
      <p:cxnSp>
        <p:nvCxnSpPr>
          <p:cNvPr id="134" name="Прямая со стрелкой 18">
            <a:extLst>
              <a:ext uri="{FF2B5EF4-FFF2-40B4-BE49-F238E27FC236}">
                <a16:creationId xmlns:a16="http://schemas.microsoft.com/office/drawing/2014/main" id="{DE6C28DF-FDB8-8101-9E67-6B6088DA23CF}"/>
              </a:ext>
            </a:extLst>
          </p:cNvPr>
          <p:cNvCxnSpPr>
            <a:cxnSpLocks/>
            <a:stCxn id="133" idx="3"/>
            <a:endCxn id="142" idx="1"/>
          </p:cNvCxnSpPr>
          <p:nvPr/>
        </p:nvCxnSpPr>
        <p:spPr>
          <a:xfrm>
            <a:off x="4477930" y="4814644"/>
            <a:ext cx="303519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Прямая со стрелкой 18">
            <a:extLst>
              <a:ext uri="{FF2B5EF4-FFF2-40B4-BE49-F238E27FC236}">
                <a16:creationId xmlns:a16="http://schemas.microsoft.com/office/drawing/2014/main" id="{03579E49-243C-2684-AA5D-46796F02523B}"/>
              </a:ext>
            </a:extLst>
          </p:cNvPr>
          <p:cNvCxnSpPr>
            <a:cxnSpLocks/>
            <a:stCxn id="141" idx="1"/>
            <a:endCxn id="133" idx="3"/>
          </p:cNvCxnSpPr>
          <p:nvPr/>
        </p:nvCxnSpPr>
        <p:spPr>
          <a:xfrm flipH="1" flipV="1">
            <a:off x="4477930" y="4814644"/>
            <a:ext cx="161807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Прямая со стрелкой 18">
            <a:extLst>
              <a:ext uri="{FF2B5EF4-FFF2-40B4-BE49-F238E27FC236}">
                <a16:creationId xmlns:a16="http://schemas.microsoft.com/office/drawing/2014/main" id="{C44AAD08-2943-690B-31A8-0A09B9E072FD}"/>
              </a:ext>
            </a:extLst>
          </p:cNvPr>
          <p:cNvCxnSpPr>
            <a:cxnSpLocks/>
            <a:stCxn id="133" idx="3"/>
            <a:endCxn id="137" idx="1"/>
          </p:cNvCxnSpPr>
          <p:nvPr/>
        </p:nvCxnSpPr>
        <p:spPr>
          <a:xfrm>
            <a:off x="4477930" y="4814644"/>
            <a:ext cx="20089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Цилиндр 136">
            <a:extLst>
              <a:ext uri="{FF2B5EF4-FFF2-40B4-BE49-F238E27FC236}">
                <a16:creationId xmlns:a16="http://schemas.microsoft.com/office/drawing/2014/main" id="{CC73C14A-0919-2FE7-F8E9-5C086C1BA19A}"/>
              </a:ext>
            </a:extLst>
          </p:cNvPr>
          <p:cNvSpPr/>
          <p:nvPr/>
        </p:nvSpPr>
        <p:spPr>
          <a:xfrm>
            <a:off x="402706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worker-2-0</a:t>
            </a:r>
            <a:endParaRPr lang="ru-BY" dirty="0"/>
          </a:p>
        </p:txBody>
      </p:sp>
      <p:sp>
        <p:nvSpPr>
          <p:cNvPr id="138" name="Цилиндр 137">
            <a:extLst>
              <a:ext uri="{FF2B5EF4-FFF2-40B4-BE49-F238E27FC236}">
                <a16:creationId xmlns:a16="http://schemas.microsoft.com/office/drawing/2014/main" id="{7764FAA7-A17D-C3BE-BCE9-AF49FE66AF99}"/>
              </a:ext>
            </a:extLst>
          </p:cNvPr>
          <p:cNvSpPr/>
          <p:nvPr/>
        </p:nvSpPr>
        <p:spPr>
          <a:xfrm>
            <a:off x="5230679" y="2515673"/>
            <a:ext cx="1087933" cy="1298500"/>
          </a:xfrm>
          <a:prstGeom prst="can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master-2</a:t>
            </a:r>
            <a:endParaRPr lang="ru-BY" sz="1200" dirty="0"/>
          </a:p>
        </p:txBody>
      </p:sp>
      <p:cxnSp>
        <p:nvCxnSpPr>
          <p:cNvPr id="139" name="Прямая со стрелкой 18">
            <a:extLst>
              <a:ext uri="{FF2B5EF4-FFF2-40B4-BE49-F238E27FC236}">
                <a16:creationId xmlns:a16="http://schemas.microsoft.com/office/drawing/2014/main" id="{437692CA-6BAB-8682-E077-7E4A2777BBE4}"/>
              </a:ext>
            </a:extLst>
          </p:cNvPr>
          <p:cNvCxnSpPr>
            <a:cxnSpLocks/>
            <a:stCxn id="133" idx="4"/>
            <a:endCxn id="138" idx="3"/>
          </p:cNvCxnSpPr>
          <p:nvPr/>
        </p:nvCxnSpPr>
        <p:spPr>
          <a:xfrm flipV="1">
            <a:off x="5021896" y="3814173"/>
            <a:ext cx="752750" cy="351221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Цилиндр 140">
            <a:extLst>
              <a:ext uri="{FF2B5EF4-FFF2-40B4-BE49-F238E27FC236}">
                <a16:creationId xmlns:a16="http://schemas.microsoft.com/office/drawing/2014/main" id="{3039488A-90E7-C053-C3A5-6D2078D0D8AA}"/>
              </a:ext>
            </a:extLst>
          </p:cNvPr>
          <p:cNvSpPr/>
          <p:nvPr/>
        </p:nvSpPr>
        <p:spPr>
          <a:xfrm>
            <a:off x="544424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142" name="Цилиндр 141">
            <a:extLst>
              <a:ext uri="{FF2B5EF4-FFF2-40B4-BE49-F238E27FC236}">
                <a16:creationId xmlns:a16="http://schemas.microsoft.com/office/drawing/2014/main" id="{C08D3B91-888D-4E44-94BF-FDCCFE5A5B8B}"/>
              </a:ext>
            </a:extLst>
          </p:cNvPr>
          <p:cNvSpPr/>
          <p:nvPr/>
        </p:nvSpPr>
        <p:spPr>
          <a:xfrm>
            <a:off x="686136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3A12764-859C-06BB-191F-3E87ABBE4FF9}"/>
              </a:ext>
            </a:extLst>
          </p:cNvPr>
          <p:cNvSpPr txBox="1"/>
          <p:nvPr/>
        </p:nvSpPr>
        <p:spPr>
          <a:xfrm>
            <a:off x="6867978" y="4656844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79EA9046-390B-7DC2-0A45-D3698290DFF2}"/>
              </a:ext>
            </a:extLst>
          </p:cNvPr>
          <p:cNvSpPr txBox="1"/>
          <p:nvPr/>
        </p:nvSpPr>
        <p:spPr>
          <a:xfrm>
            <a:off x="5165803" y="4045431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198" name="Прямая со стрелкой 18">
            <a:extLst>
              <a:ext uri="{FF2B5EF4-FFF2-40B4-BE49-F238E27FC236}">
                <a16:creationId xmlns:a16="http://schemas.microsoft.com/office/drawing/2014/main" id="{E24C86D1-B1B2-0973-0C35-766D2673E24F}"/>
              </a:ext>
            </a:extLst>
          </p:cNvPr>
          <p:cNvCxnSpPr>
            <a:cxnSpLocks/>
            <a:stCxn id="68" idx="3"/>
            <a:endCxn id="138" idx="4"/>
          </p:cNvCxnSpPr>
          <p:nvPr/>
        </p:nvCxnSpPr>
        <p:spPr>
          <a:xfrm rot="5400000">
            <a:off x="8023306" y="942040"/>
            <a:ext cx="518189" cy="3927576"/>
          </a:xfrm>
          <a:prstGeom prst="curvedConnector2">
            <a:avLst/>
          </a:prstGeom>
          <a:ln w="31750">
            <a:solidFill>
              <a:schemeClr val="tx2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Прямая со стрелкой 18">
            <a:extLst>
              <a:ext uri="{FF2B5EF4-FFF2-40B4-BE49-F238E27FC236}">
                <a16:creationId xmlns:a16="http://schemas.microsoft.com/office/drawing/2014/main" id="{E6610087-EEA6-8CB3-DB1C-596299E7C6E4}"/>
              </a:ext>
            </a:extLst>
          </p:cNvPr>
          <p:cNvCxnSpPr>
            <a:cxnSpLocks/>
            <a:stCxn id="138" idx="2"/>
            <a:endCxn id="9" idx="3"/>
          </p:cNvCxnSpPr>
          <p:nvPr/>
        </p:nvCxnSpPr>
        <p:spPr>
          <a:xfrm rot="10800000">
            <a:off x="2213257" y="2646735"/>
            <a:ext cx="3017422" cy="518189"/>
          </a:xfrm>
          <a:prstGeom prst="curvedConnector2">
            <a:avLst/>
          </a:prstGeom>
          <a:ln w="31750">
            <a:solidFill>
              <a:schemeClr val="accent1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Прямая со стрелкой 18">
            <a:extLst>
              <a:ext uri="{FF2B5EF4-FFF2-40B4-BE49-F238E27FC236}">
                <a16:creationId xmlns:a16="http://schemas.microsoft.com/office/drawing/2014/main" id="{367169FA-98EA-11DB-5DDF-4A37DA71E9A0}"/>
              </a:ext>
            </a:extLst>
          </p:cNvPr>
          <p:cNvCxnSpPr>
            <a:cxnSpLocks/>
            <a:stCxn id="68" idx="1"/>
            <a:endCxn id="9" idx="1"/>
          </p:cNvCxnSpPr>
          <p:nvPr/>
        </p:nvCxnSpPr>
        <p:spPr>
          <a:xfrm rot="16200000" flipV="1">
            <a:off x="6229723" y="-2668232"/>
            <a:ext cx="12700" cy="8032931"/>
          </a:xfrm>
          <a:prstGeom prst="curvedConnector3">
            <a:avLst>
              <a:gd name="adj1" fmla="val 3124142"/>
            </a:avLst>
          </a:prstGeom>
          <a:ln w="31750">
            <a:solidFill>
              <a:schemeClr val="tx2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Цилиндр 218">
            <a:extLst>
              <a:ext uri="{FF2B5EF4-FFF2-40B4-BE49-F238E27FC236}">
                <a16:creationId xmlns:a16="http://schemas.microsoft.com/office/drawing/2014/main" id="{F97146B8-7B39-B451-1FBC-DE4AC56132F9}"/>
              </a:ext>
            </a:extLst>
          </p:cNvPr>
          <p:cNvSpPr/>
          <p:nvPr/>
        </p:nvSpPr>
        <p:spPr>
          <a:xfrm>
            <a:off x="6585031" y="1165451"/>
            <a:ext cx="1187095" cy="1416855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pg</a:t>
            </a:r>
            <a:r>
              <a:rPr lang="en-US" dirty="0"/>
              <a:t>-locker</a:t>
            </a:r>
            <a:endParaRPr lang="ru-BY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58279774-7160-836C-6405-54333B773624}"/>
              </a:ext>
            </a:extLst>
          </p:cNvPr>
          <p:cNvSpPr txBox="1"/>
          <p:nvPr/>
        </p:nvSpPr>
        <p:spPr>
          <a:xfrm>
            <a:off x="7477985" y="2681788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D53FC2A-CEAB-0AD0-B55F-D0A914B98D3C}"/>
              </a:ext>
            </a:extLst>
          </p:cNvPr>
          <p:cNvSpPr txBox="1"/>
          <p:nvPr/>
        </p:nvSpPr>
        <p:spPr>
          <a:xfrm>
            <a:off x="3023642" y="2536496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54BDDF33-7B5B-73FC-63C5-23E52053FDAB}"/>
              </a:ext>
            </a:extLst>
          </p:cNvPr>
          <p:cNvSpPr txBox="1"/>
          <p:nvPr/>
        </p:nvSpPr>
        <p:spPr>
          <a:xfrm>
            <a:off x="8730673" y="1107687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F59F23C3-6E7B-BAAF-769B-9EDF4ADABFE5}"/>
              </a:ext>
            </a:extLst>
          </p:cNvPr>
          <p:cNvSpPr txBox="1"/>
          <p:nvPr/>
        </p:nvSpPr>
        <p:spPr>
          <a:xfrm>
            <a:off x="2973785" y="1181682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260" name="Прямая со стрелкой 18">
            <a:extLst>
              <a:ext uri="{FF2B5EF4-FFF2-40B4-BE49-F238E27FC236}">
                <a16:creationId xmlns:a16="http://schemas.microsoft.com/office/drawing/2014/main" id="{1638CF53-861A-7EA7-7816-D17722443F84}"/>
              </a:ext>
            </a:extLst>
          </p:cNvPr>
          <p:cNvCxnSpPr>
            <a:cxnSpLocks/>
            <a:stCxn id="219" idx="2"/>
            <a:endCxn id="138" idx="1"/>
          </p:cNvCxnSpPr>
          <p:nvPr/>
        </p:nvCxnSpPr>
        <p:spPr>
          <a:xfrm rot="10800000" flipV="1">
            <a:off x="5774647" y="1873879"/>
            <a:ext cx="810385" cy="641794"/>
          </a:xfrm>
          <a:prstGeom prst="curvedConnector2">
            <a:avLst/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Прямая со стрелкой 18">
            <a:extLst>
              <a:ext uri="{FF2B5EF4-FFF2-40B4-BE49-F238E27FC236}">
                <a16:creationId xmlns:a16="http://schemas.microsoft.com/office/drawing/2014/main" id="{53F97DCD-6CB1-67FC-5E16-26E146F51A93}"/>
              </a:ext>
            </a:extLst>
          </p:cNvPr>
          <p:cNvCxnSpPr>
            <a:cxnSpLocks/>
            <a:stCxn id="219" idx="2"/>
            <a:endCxn id="9" idx="4"/>
          </p:cNvCxnSpPr>
          <p:nvPr/>
        </p:nvCxnSpPr>
        <p:spPr>
          <a:xfrm rot="10800000" flipV="1">
            <a:off x="2757223" y="1873878"/>
            <a:ext cx="3827808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Прямая со стрелкой 18">
            <a:extLst>
              <a:ext uri="{FF2B5EF4-FFF2-40B4-BE49-F238E27FC236}">
                <a16:creationId xmlns:a16="http://schemas.microsoft.com/office/drawing/2014/main" id="{CFAEA455-C352-AAFE-3A31-354F9E3B482B}"/>
              </a:ext>
            </a:extLst>
          </p:cNvPr>
          <p:cNvCxnSpPr>
            <a:cxnSpLocks/>
            <a:stCxn id="219" idx="4"/>
            <a:endCxn id="68" idx="2"/>
          </p:cNvCxnSpPr>
          <p:nvPr/>
        </p:nvCxnSpPr>
        <p:spPr>
          <a:xfrm>
            <a:off x="7772126" y="1873879"/>
            <a:ext cx="1930095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49A2AAB3-1A49-2A61-5531-BDF57480A889}"/>
              </a:ext>
            </a:extLst>
          </p:cNvPr>
          <p:cNvSpPr txBox="1"/>
          <p:nvPr/>
        </p:nvSpPr>
        <p:spPr>
          <a:xfrm>
            <a:off x="8434847" y="1584764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69A33C7D-9720-EB54-0886-65F6F5998EB5}"/>
              </a:ext>
            </a:extLst>
          </p:cNvPr>
          <p:cNvSpPr txBox="1"/>
          <p:nvPr/>
        </p:nvSpPr>
        <p:spPr>
          <a:xfrm>
            <a:off x="3933963" y="1610311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23985170-98D4-49F9-2456-59DFBED5B3A1}"/>
              </a:ext>
            </a:extLst>
          </p:cNvPr>
          <p:cNvSpPr txBox="1"/>
          <p:nvPr/>
        </p:nvSpPr>
        <p:spPr>
          <a:xfrm>
            <a:off x="5327376" y="1935680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185239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29001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Слой чтения</a:t>
            </a:r>
            <a:endParaRPr lang="en-US" sz="36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215162" y="3220803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coord-1</a:t>
            </a:r>
            <a:endParaRPr lang="ru-BY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4"/>
            <a:endCxn id="77" idx="2"/>
          </p:cNvCxnSpPr>
          <p:nvPr/>
        </p:nvCxnSpPr>
        <p:spPr>
          <a:xfrm flipV="1">
            <a:off x="1303095" y="3852081"/>
            <a:ext cx="823068" cy="17972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8" idx="1"/>
            <a:endCxn id="23" idx="3"/>
          </p:cNvCxnSpPr>
          <p:nvPr/>
        </p:nvCxnSpPr>
        <p:spPr>
          <a:xfrm flipH="1" flipV="1">
            <a:off x="759129" y="4519303"/>
            <a:ext cx="1408013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79" idx="1"/>
          </p:cNvCxnSpPr>
          <p:nvPr/>
        </p:nvCxnSpPr>
        <p:spPr>
          <a:xfrm flipH="1">
            <a:off x="750020" y="4519303"/>
            <a:ext cx="9109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Цилиндр 8">
            <a:extLst>
              <a:ext uri="{FF2B5EF4-FFF2-40B4-BE49-F238E27FC236}">
                <a16:creationId xmlns:a16="http://schemas.microsoft.com/office/drawing/2014/main" id="{A6CB4848-BD9F-00DA-AFBB-169D872B698A}"/>
              </a:ext>
            </a:extLst>
          </p:cNvPr>
          <p:cNvSpPr/>
          <p:nvPr/>
        </p:nvSpPr>
        <p:spPr>
          <a:xfrm>
            <a:off x="1669290" y="1348234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master-1</a:t>
            </a:r>
            <a:endParaRPr lang="ru-BY" sz="1200" dirty="0"/>
          </a:p>
        </p:txBody>
      </p:sp>
      <p:cxnSp>
        <p:nvCxnSpPr>
          <p:cNvPr id="10" name="Прямая со стрелкой 18">
            <a:extLst>
              <a:ext uri="{FF2B5EF4-FFF2-40B4-BE49-F238E27FC236}">
                <a16:creationId xmlns:a16="http://schemas.microsoft.com/office/drawing/2014/main" id="{6BDA3585-87B9-649E-1E95-BF31212098C0}"/>
              </a:ext>
            </a:extLst>
          </p:cNvPr>
          <p:cNvCxnSpPr>
            <a:cxnSpLocks/>
            <a:stCxn id="23" idx="1"/>
            <a:endCxn id="9" idx="2"/>
          </p:cNvCxnSpPr>
          <p:nvPr/>
        </p:nvCxnSpPr>
        <p:spPr>
          <a:xfrm flipV="1">
            <a:off x="759129" y="1997484"/>
            <a:ext cx="910161" cy="1223319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73A2584-B55C-170F-E6C7-B55FA12521EE}"/>
              </a:ext>
            </a:extLst>
          </p:cNvPr>
          <p:cNvSpPr txBox="1"/>
          <p:nvPr/>
        </p:nvSpPr>
        <p:spPr>
          <a:xfrm>
            <a:off x="400574" y="2252160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791FD8-19AD-0449-82A9-93DFE76667E6}"/>
              </a:ext>
            </a:extLst>
          </p:cNvPr>
          <p:cNvSpPr txBox="1"/>
          <p:nvPr/>
        </p:nvSpPr>
        <p:spPr>
          <a:xfrm>
            <a:off x="9354132" y="4629978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63" name="Цилиндр 62">
            <a:extLst>
              <a:ext uri="{FF2B5EF4-FFF2-40B4-BE49-F238E27FC236}">
                <a16:creationId xmlns:a16="http://schemas.microsoft.com/office/drawing/2014/main" id="{4B01D485-58C5-F64B-892A-4DB24B7AC6F5}"/>
              </a:ext>
            </a:extLst>
          </p:cNvPr>
          <p:cNvSpPr/>
          <p:nvPr/>
        </p:nvSpPr>
        <p:spPr>
          <a:xfrm>
            <a:off x="10888904" y="322080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coord-3</a:t>
            </a:r>
            <a:endParaRPr lang="ru-BY" dirty="0"/>
          </a:p>
        </p:txBody>
      </p:sp>
      <p:cxnSp>
        <p:nvCxnSpPr>
          <p:cNvPr id="64" name="Прямая со стрелкой 18">
            <a:extLst>
              <a:ext uri="{FF2B5EF4-FFF2-40B4-BE49-F238E27FC236}">
                <a16:creationId xmlns:a16="http://schemas.microsoft.com/office/drawing/2014/main" id="{E0164565-70E0-C7C7-2C99-E337B9E0B7F3}"/>
              </a:ext>
            </a:extLst>
          </p:cNvPr>
          <p:cNvCxnSpPr>
            <a:cxnSpLocks/>
            <a:stCxn id="63" idx="3"/>
            <a:endCxn id="80" idx="1"/>
          </p:cNvCxnSpPr>
          <p:nvPr/>
        </p:nvCxnSpPr>
        <p:spPr>
          <a:xfrm>
            <a:off x="11432871" y="4519303"/>
            <a:ext cx="9110" cy="644414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18">
            <a:extLst>
              <a:ext uri="{FF2B5EF4-FFF2-40B4-BE49-F238E27FC236}">
                <a16:creationId xmlns:a16="http://schemas.microsoft.com/office/drawing/2014/main" id="{3B012901-C858-91F9-0976-418FE294860D}"/>
              </a:ext>
            </a:extLst>
          </p:cNvPr>
          <p:cNvCxnSpPr>
            <a:cxnSpLocks/>
            <a:stCxn id="75" idx="1"/>
            <a:endCxn id="63" idx="3"/>
          </p:cNvCxnSpPr>
          <p:nvPr/>
        </p:nvCxnSpPr>
        <p:spPr>
          <a:xfrm flipV="1">
            <a:off x="10024859" y="4519303"/>
            <a:ext cx="1408012" cy="644414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18">
            <a:extLst>
              <a:ext uri="{FF2B5EF4-FFF2-40B4-BE49-F238E27FC236}">
                <a16:creationId xmlns:a16="http://schemas.microsoft.com/office/drawing/2014/main" id="{C3FFC7E5-B5AC-380A-3E46-45A18ABA9FA2}"/>
              </a:ext>
            </a:extLst>
          </p:cNvPr>
          <p:cNvCxnSpPr>
            <a:cxnSpLocks/>
            <a:stCxn id="63" idx="2"/>
            <a:endCxn id="67" idx="4"/>
          </p:cNvCxnSpPr>
          <p:nvPr/>
        </p:nvCxnSpPr>
        <p:spPr>
          <a:xfrm flipH="1">
            <a:off x="10054688" y="3870053"/>
            <a:ext cx="834216" cy="4836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Цилиндр 66">
            <a:extLst>
              <a:ext uri="{FF2B5EF4-FFF2-40B4-BE49-F238E27FC236}">
                <a16:creationId xmlns:a16="http://schemas.microsoft.com/office/drawing/2014/main" id="{128093ED-E928-3A89-4AAA-8DA88C49702D}"/>
              </a:ext>
            </a:extLst>
          </p:cNvPr>
          <p:cNvSpPr/>
          <p:nvPr/>
        </p:nvSpPr>
        <p:spPr>
          <a:xfrm>
            <a:off x="8751185" y="3096992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worker-3-0</a:t>
            </a:r>
            <a:endParaRPr lang="ru-BY" dirty="0"/>
          </a:p>
        </p:txBody>
      </p:sp>
      <p:sp>
        <p:nvSpPr>
          <p:cNvPr id="68" name="Цилиндр 67">
            <a:extLst>
              <a:ext uri="{FF2B5EF4-FFF2-40B4-BE49-F238E27FC236}">
                <a16:creationId xmlns:a16="http://schemas.microsoft.com/office/drawing/2014/main" id="{656280ED-80FF-2A22-8B12-8033CCBAAD4E}"/>
              </a:ext>
            </a:extLst>
          </p:cNvPr>
          <p:cNvSpPr/>
          <p:nvPr/>
        </p:nvSpPr>
        <p:spPr>
          <a:xfrm>
            <a:off x="9702221" y="1348234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master-3</a:t>
            </a:r>
            <a:endParaRPr lang="ru-BY" sz="1200" dirty="0"/>
          </a:p>
        </p:txBody>
      </p:sp>
      <p:cxnSp>
        <p:nvCxnSpPr>
          <p:cNvPr id="69" name="Прямая со стрелкой 18">
            <a:extLst>
              <a:ext uri="{FF2B5EF4-FFF2-40B4-BE49-F238E27FC236}">
                <a16:creationId xmlns:a16="http://schemas.microsoft.com/office/drawing/2014/main" id="{3C276CDB-B51F-B4E7-01DB-6FE9E932957D}"/>
              </a:ext>
            </a:extLst>
          </p:cNvPr>
          <p:cNvCxnSpPr>
            <a:cxnSpLocks/>
            <a:stCxn id="63" idx="1"/>
            <a:endCxn id="68" idx="4"/>
          </p:cNvCxnSpPr>
          <p:nvPr/>
        </p:nvCxnSpPr>
        <p:spPr>
          <a:xfrm flipH="1" flipV="1">
            <a:off x="10790154" y="1997484"/>
            <a:ext cx="642717" cy="1223319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F4DE35B-CC66-B590-425F-C3360A92F914}"/>
              </a:ext>
            </a:extLst>
          </p:cNvPr>
          <p:cNvSpPr txBox="1"/>
          <p:nvPr/>
        </p:nvSpPr>
        <p:spPr>
          <a:xfrm>
            <a:off x="10998937" y="2271675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75" name="Цилиндр 74">
            <a:extLst>
              <a:ext uri="{FF2B5EF4-FFF2-40B4-BE49-F238E27FC236}">
                <a16:creationId xmlns:a16="http://schemas.microsoft.com/office/drawing/2014/main" id="{1081BE96-8EE3-23DD-00BD-4DE2FB885273}"/>
              </a:ext>
            </a:extLst>
          </p:cNvPr>
          <p:cNvSpPr/>
          <p:nvPr/>
        </p:nvSpPr>
        <p:spPr>
          <a:xfrm>
            <a:off x="9373107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7" name="Цилиндр 76">
            <a:extLst>
              <a:ext uri="{FF2B5EF4-FFF2-40B4-BE49-F238E27FC236}">
                <a16:creationId xmlns:a16="http://schemas.microsoft.com/office/drawing/2014/main" id="{74E180FE-7261-B185-0C8D-C9C0042627B9}"/>
              </a:ext>
            </a:extLst>
          </p:cNvPr>
          <p:cNvSpPr/>
          <p:nvPr/>
        </p:nvSpPr>
        <p:spPr>
          <a:xfrm>
            <a:off x="2126163" y="3074184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78" name="Цилиндр 77">
            <a:extLst>
              <a:ext uri="{FF2B5EF4-FFF2-40B4-BE49-F238E27FC236}">
                <a16:creationId xmlns:a16="http://schemas.microsoft.com/office/drawing/2014/main" id="{669EF9BA-FD3C-AD21-BB9F-57CF7987C597}"/>
              </a:ext>
            </a:extLst>
          </p:cNvPr>
          <p:cNvSpPr/>
          <p:nvPr/>
        </p:nvSpPr>
        <p:spPr>
          <a:xfrm>
            <a:off x="1515390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9" name="Цилиндр 78">
            <a:extLst>
              <a:ext uri="{FF2B5EF4-FFF2-40B4-BE49-F238E27FC236}">
                <a16:creationId xmlns:a16="http://schemas.microsoft.com/office/drawing/2014/main" id="{90EF0D7E-9F2C-1E4A-15C1-C868A4B7BA30}"/>
              </a:ext>
            </a:extLst>
          </p:cNvPr>
          <p:cNvSpPr/>
          <p:nvPr/>
        </p:nvSpPr>
        <p:spPr>
          <a:xfrm>
            <a:off x="98268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-0</a:t>
            </a:r>
            <a:endParaRPr lang="ru-BY" dirty="0"/>
          </a:p>
        </p:txBody>
      </p:sp>
      <p:sp>
        <p:nvSpPr>
          <p:cNvPr id="80" name="Цилиндр 79">
            <a:extLst>
              <a:ext uri="{FF2B5EF4-FFF2-40B4-BE49-F238E27FC236}">
                <a16:creationId xmlns:a16="http://schemas.microsoft.com/office/drawing/2014/main" id="{CAE1BEEA-12C6-891C-CD6E-5AD101581989}"/>
              </a:ext>
            </a:extLst>
          </p:cNvPr>
          <p:cNvSpPr/>
          <p:nvPr/>
        </p:nvSpPr>
        <p:spPr>
          <a:xfrm>
            <a:off x="1079022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E24B429-77BF-4902-7BC8-2E29AEE76BA6}"/>
              </a:ext>
            </a:extLst>
          </p:cNvPr>
          <p:cNvSpPr txBox="1"/>
          <p:nvPr/>
        </p:nvSpPr>
        <p:spPr>
          <a:xfrm>
            <a:off x="1667169" y="4648857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33" name="Цилиндр 132">
            <a:extLst>
              <a:ext uri="{FF2B5EF4-FFF2-40B4-BE49-F238E27FC236}">
                <a16:creationId xmlns:a16="http://schemas.microsoft.com/office/drawing/2014/main" id="{10422A75-5CBF-D970-425D-012B72501D29}"/>
              </a:ext>
            </a:extLst>
          </p:cNvPr>
          <p:cNvSpPr/>
          <p:nvPr/>
        </p:nvSpPr>
        <p:spPr>
          <a:xfrm>
            <a:off x="3933963" y="3516144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coord-2</a:t>
            </a:r>
            <a:endParaRPr lang="ru-BY" dirty="0"/>
          </a:p>
        </p:txBody>
      </p:sp>
      <p:cxnSp>
        <p:nvCxnSpPr>
          <p:cNvPr id="134" name="Прямая со стрелкой 18">
            <a:extLst>
              <a:ext uri="{FF2B5EF4-FFF2-40B4-BE49-F238E27FC236}">
                <a16:creationId xmlns:a16="http://schemas.microsoft.com/office/drawing/2014/main" id="{DE6C28DF-FDB8-8101-9E67-6B6088DA23CF}"/>
              </a:ext>
            </a:extLst>
          </p:cNvPr>
          <p:cNvCxnSpPr>
            <a:cxnSpLocks/>
            <a:stCxn id="133" idx="3"/>
            <a:endCxn id="142" idx="1"/>
          </p:cNvCxnSpPr>
          <p:nvPr/>
        </p:nvCxnSpPr>
        <p:spPr>
          <a:xfrm>
            <a:off x="4477930" y="4814644"/>
            <a:ext cx="3035191" cy="349073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Прямая со стрелкой 18">
            <a:extLst>
              <a:ext uri="{FF2B5EF4-FFF2-40B4-BE49-F238E27FC236}">
                <a16:creationId xmlns:a16="http://schemas.microsoft.com/office/drawing/2014/main" id="{03579E49-243C-2684-AA5D-46796F02523B}"/>
              </a:ext>
            </a:extLst>
          </p:cNvPr>
          <p:cNvCxnSpPr>
            <a:cxnSpLocks/>
            <a:stCxn id="141" idx="1"/>
            <a:endCxn id="133" idx="3"/>
          </p:cNvCxnSpPr>
          <p:nvPr/>
        </p:nvCxnSpPr>
        <p:spPr>
          <a:xfrm flipH="1" flipV="1">
            <a:off x="4477930" y="4814644"/>
            <a:ext cx="1618071" cy="349073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Прямая со стрелкой 18">
            <a:extLst>
              <a:ext uri="{FF2B5EF4-FFF2-40B4-BE49-F238E27FC236}">
                <a16:creationId xmlns:a16="http://schemas.microsoft.com/office/drawing/2014/main" id="{C44AAD08-2943-690B-31A8-0A09B9E072FD}"/>
              </a:ext>
            </a:extLst>
          </p:cNvPr>
          <p:cNvCxnSpPr>
            <a:cxnSpLocks/>
            <a:stCxn id="133" idx="3"/>
            <a:endCxn id="137" idx="1"/>
          </p:cNvCxnSpPr>
          <p:nvPr/>
        </p:nvCxnSpPr>
        <p:spPr>
          <a:xfrm>
            <a:off x="4477930" y="4814644"/>
            <a:ext cx="200891" cy="349073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Цилиндр 136">
            <a:extLst>
              <a:ext uri="{FF2B5EF4-FFF2-40B4-BE49-F238E27FC236}">
                <a16:creationId xmlns:a16="http://schemas.microsoft.com/office/drawing/2014/main" id="{CC73C14A-0919-2FE7-F8E9-5C086C1BA19A}"/>
              </a:ext>
            </a:extLst>
          </p:cNvPr>
          <p:cNvSpPr/>
          <p:nvPr/>
        </p:nvSpPr>
        <p:spPr>
          <a:xfrm>
            <a:off x="40270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worker-2-0</a:t>
            </a:r>
            <a:endParaRPr lang="ru-BY" dirty="0"/>
          </a:p>
        </p:txBody>
      </p:sp>
      <p:sp>
        <p:nvSpPr>
          <p:cNvPr id="138" name="Цилиндр 137">
            <a:extLst>
              <a:ext uri="{FF2B5EF4-FFF2-40B4-BE49-F238E27FC236}">
                <a16:creationId xmlns:a16="http://schemas.microsoft.com/office/drawing/2014/main" id="{7764FAA7-A17D-C3BE-BCE9-AF49FE66AF99}"/>
              </a:ext>
            </a:extLst>
          </p:cNvPr>
          <p:cNvSpPr/>
          <p:nvPr/>
        </p:nvSpPr>
        <p:spPr>
          <a:xfrm>
            <a:off x="5230679" y="251567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master-2</a:t>
            </a:r>
            <a:endParaRPr lang="ru-BY" sz="1200" dirty="0"/>
          </a:p>
        </p:txBody>
      </p:sp>
      <p:cxnSp>
        <p:nvCxnSpPr>
          <p:cNvPr id="139" name="Прямая со стрелкой 18">
            <a:extLst>
              <a:ext uri="{FF2B5EF4-FFF2-40B4-BE49-F238E27FC236}">
                <a16:creationId xmlns:a16="http://schemas.microsoft.com/office/drawing/2014/main" id="{437692CA-6BAB-8682-E077-7E4A2777BBE4}"/>
              </a:ext>
            </a:extLst>
          </p:cNvPr>
          <p:cNvCxnSpPr>
            <a:cxnSpLocks/>
            <a:stCxn id="133" idx="4"/>
            <a:endCxn id="138" idx="3"/>
          </p:cNvCxnSpPr>
          <p:nvPr/>
        </p:nvCxnSpPr>
        <p:spPr>
          <a:xfrm flipV="1">
            <a:off x="5021896" y="3814173"/>
            <a:ext cx="752750" cy="351221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Цилиндр 140">
            <a:extLst>
              <a:ext uri="{FF2B5EF4-FFF2-40B4-BE49-F238E27FC236}">
                <a16:creationId xmlns:a16="http://schemas.microsoft.com/office/drawing/2014/main" id="{3039488A-90E7-C053-C3A5-6D2078D0D8AA}"/>
              </a:ext>
            </a:extLst>
          </p:cNvPr>
          <p:cNvSpPr/>
          <p:nvPr/>
        </p:nvSpPr>
        <p:spPr>
          <a:xfrm>
            <a:off x="544424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142" name="Цилиндр 141">
            <a:extLst>
              <a:ext uri="{FF2B5EF4-FFF2-40B4-BE49-F238E27FC236}">
                <a16:creationId xmlns:a16="http://schemas.microsoft.com/office/drawing/2014/main" id="{C08D3B91-888D-4E44-94BF-FDCCFE5A5B8B}"/>
              </a:ext>
            </a:extLst>
          </p:cNvPr>
          <p:cNvSpPr/>
          <p:nvPr/>
        </p:nvSpPr>
        <p:spPr>
          <a:xfrm>
            <a:off x="68613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3A12764-859C-06BB-191F-3E87ABBE4FF9}"/>
              </a:ext>
            </a:extLst>
          </p:cNvPr>
          <p:cNvSpPr txBox="1"/>
          <p:nvPr/>
        </p:nvSpPr>
        <p:spPr>
          <a:xfrm>
            <a:off x="6867978" y="4656844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79EA9046-390B-7DC2-0A45-D3698290DFF2}"/>
              </a:ext>
            </a:extLst>
          </p:cNvPr>
          <p:cNvSpPr txBox="1"/>
          <p:nvPr/>
        </p:nvSpPr>
        <p:spPr>
          <a:xfrm>
            <a:off x="5165803" y="4045431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198" name="Прямая со стрелкой 18">
            <a:extLst>
              <a:ext uri="{FF2B5EF4-FFF2-40B4-BE49-F238E27FC236}">
                <a16:creationId xmlns:a16="http://schemas.microsoft.com/office/drawing/2014/main" id="{E24C86D1-B1B2-0973-0C35-766D2673E24F}"/>
              </a:ext>
            </a:extLst>
          </p:cNvPr>
          <p:cNvCxnSpPr>
            <a:cxnSpLocks/>
            <a:stCxn id="68" idx="3"/>
            <a:endCxn id="138" idx="4"/>
          </p:cNvCxnSpPr>
          <p:nvPr/>
        </p:nvCxnSpPr>
        <p:spPr>
          <a:xfrm rot="5400000">
            <a:off x="8023306" y="942040"/>
            <a:ext cx="518189" cy="3927576"/>
          </a:xfrm>
          <a:prstGeom prst="curvedConnector2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Прямая со стрелкой 18">
            <a:extLst>
              <a:ext uri="{FF2B5EF4-FFF2-40B4-BE49-F238E27FC236}">
                <a16:creationId xmlns:a16="http://schemas.microsoft.com/office/drawing/2014/main" id="{E6610087-EEA6-8CB3-DB1C-596299E7C6E4}"/>
              </a:ext>
            </a:extLst>
          </p:cNvPr>
          <p:cNvCxnSpPr>
            <a:cxnSpLocks/>
            <a:stCxn id="138" idx="2"/>
            <a:endCxn id="9" idx="3"/>
          </p:cNvCxnSpPr>
          <p:nvPr/>
        </p:nvCxnSpPr>
        <p:spPr>
          <a:xfrm rot="10800000">
            <a:off x="2213257" y="2646735"/>
            <a:ext cx="3017422" cy="518189"/>
          </a:xfrm>
          <a:prstGeom prst="curvedConnector2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Прямая со стрелкой 18">
            <a:extLst>
              <a:ext uri="{FF2B5EF4-FFF2-40B4-BE49-F238E27FC236}">
                <a16:creationId xmlns:a16="http://schemas.microsoft.com/office/drawing/2014/main" id="{367169FA-98EA-11DB-5DDF-4A37DA71E9A0}"/>
              </a:ext>
            </a:extLst>
          </p:cNvPr>
          <p:cNvCxnSpPr>
            <a:cxnSpLocks/>
            <a:stCxn id="68" idx="1"/>
            <a:endCxn id="9" idx="1"/>
          </p:cNvCxnSpPr>
          <p:nvPr/>
        </p:nvCxnSpPr>
        <p:spPr>
          <a:xfrm rot="16200000" flipV="1">
            <a:off x="6229723" y="-2668232"/>
            <a:ext cx="12700" cy="8032931"/>
          </a:xfrm>
          <a:prstGeom prst="curvedConnector3">
            <a:avLst>
              <a:gd name="adj1" fmla="val 3124142"/>
            </a:avLst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Цилиндр 218">
            <a:extLst>
              <a:ext uri="{FF2B5EF4-FFF2-40B4-BE49-F238E27FC236}">
                <a16:creationId xmlns:a16="http://schemas.microsoft.com/office/drawing/2014/main" id="{F97146B8-7B39-B451-1FBC-DE4AC56132F9}"/>
              </a:ext>
            </a:extLst>
          </p:cNvPr>
          <p:cNvSpPr/>
          <p:nvPr/>
        </p:nvSpPr>
        <p:spPr>
          <a:xfrm>
            <a:off x="6585031" y="1165451"/>
            <a:ext cx="1187095" cy="1416855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pg</a:t>
            </a:r>
            <a:r>
              <a:rPr lang="en-US" dirty="0"/>
              <a:t>-locker</a:t>
            </a:r>
            <a:endParaRPr lang="ru-BY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58279774-7160-836C-6405-54333B773624}"/>
              </a:ext>
            </a:extLst>
          </p:cNvPr>
          <p:cNvSpPr txBox="1"/>
          <p:nvPr/>
        </p:nvSpPr>
        <p:spPr>
          <a:xfrm>
            <a:off x="7477985" y="2681788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D53FC2A-CEAB-0AD0-B55F-D0A914B98D3C}"/>
              </a:ext>
            </a:extLst>
          </p:cNvPr>
          <p:cNvSpPr txBox="1"/>
          <p:nvPr/>
        </p:nvSpPr>
        <p:spPr>
          <a:xfrm>
            <a:off x="3023642" y="2536496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54BDDF33-7B5B-73FC-63C5-23E52053FDAB}"/>
              </a:ext>
            </a:extLst>
          </p:cNvPr>
          <p:cNvSpPr txBox="1"/>
          <p:nvPr/>
        </p:nvSpPr>
        <p:spPr>
          <a:xfrm>
            <a:off x="8730673" y="1107687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F59F23C3-6E7B-BAAF-769B-9EDF4ADABFE5}"/>
              </a:ext>
            </a:extLst>
          </p:cNvPr>
          <p:cNvSpPr txBox="1"/>
          <p:nvPr/>
        </p:nvSpPr>
        <p:spPr>
          <a:xfrm>
            <a:off x="2973785" y="1181682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260" name="Прямая со стрелкой 18">
            <a:extLst>
              <a:ext uri="{FF2B5EF4-FFF2-40B4-BE49-F238E27FC236}">
                <a16:creationId xmlns:a16="http://schemas.microsoft.com/office/drawing/2014/main" id="{1638CF53-861A-7EA7-7816-D17722443F84}"/>
              </a:ext>
            </a:extLst>
          </p:cNvPr>
          <p:cNvCxnSpPr>
            <a:cxnSpLocks/>
            <a:stCxn id="219" idx="2"/>
            <a:endCxn id="138" idx="1"/>
          </p:cNvCxnSpPr>
          <p:nvPr/>
        </p:nvCxnSpPr>
        <p:spPr>
          <a:xfrm rot="10800000" flipV="1">
            <a:off x="5774647" y="1873879"/>
            <a:ext cx="810385" cy="641794"/>
          </a:xfrm>
          <a:prstGeom prst="curvedConnector2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Прямая со стрелкой 18">
            <a:extLst>
              <a:ext uri="{FF2B5EF4-FFF2-40B4-BE49-F238E27FC236}">
                <a16:creationId xmlns:a16="http://schemas.microsoft.com/office/drawing/2014/main" id="{53F97DCD-6CB1-67FC-5E16-26E146F51A93}"/>
              </a:ext>
            </a:extLst>
          </p:cNvPr>
          <p:cNvCxnSpPr>
            <a:cxnSpLocks/>
            <a:stCxn id="219" idx="2"/>
            <a:endCxn id="9" idx="4"/>
          </p:cNvCxnSpPr>
          <p:nvPr/>
        </p:nvCxnSpPr>
        <p:spPr>
          <a:xfrm rot="10800000" flipV="1">
            <a:off x="2757223" y="1873878"/>
            <a:ext cx="3827808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Прямая со стрелкой 18">
            <a:extLst>
              <a:ext uri="{FF2B5EF4-FFF2-40B4-BE49-F238E27FC236}">
                <a16:creationId xmlns:a16="http://schemas.microsoft.com/office/drawing/2014/main" id="{CFAEA455-C352-AAFE-3A31-354F9E3B482B}"/>
              </a:ext>
            </a:extLst>
          </p:cNvPr>
          <p:cNvCxnSpPr>
            <a:cxnSpLocks/>
            <a:stCxn id="219" idx="4"/>
            <a:endCxn id="68" idx="2"/>
          </p:cNvCxnSpPr>
          <p:nvPr/>
        </p:nvCxnSpPr>
        <p:spPr>
          <a:xfrm>
            <a:off x="7772126" y="1873879"/>
            <a:ext cx="1930095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49A2AAB3-1A49-2A61-5531-BDF57480A889}"/>
              </a:ext>
            </a:extLst>
          </p:cNvPr>
          <p:cNvSpPr txBox="1"/>
          <p:nvPr/>
        </p:nvSpPr>
        <p:spPr>
          <a:xfrm>
            <a:off x="8434847" y="1584764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69A33C7D-9720-EB54-0886-65F6F5998EB5}"/>
              </a:ext>
            </a:extLst>
          </p:cNvPr>
          <p:cNvSpPr txBox="1"/>
          <p:nvPr/>
        </p:nvSpPr>
        <p:spPr>
          <a:xfrm>
            <a:off x="3933963" y="1610311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23985170-98D4-49F9-2456-59DFBED5B3A1}"/>
              </a:ext>
            </a:extLst>
          </p:cNvPr>
          <p:cNvSpPr txBox="1"/>
          <p:nvPr/>
        </p:nvSpPr>
        <p:spPr>
          <a:xfrm>
            <a:off x="5327376" y="1935680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16778815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29001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Слой чтения</a:t>
            </a:r>
            <a:endParaRPr lang="en-US" sz="36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215162" y="322080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coord-1</a:t>
            </a:r>
            <a:endParaRPr lang="ru-BY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4"/>
            <a:endCxn id="77" idx="2"/>
          </p:cNvCxnSpPr>
          <p:nvPr/>
        </p:nvCxnSpPr>
        <p:spPr>
          <a:xfrm flipV="1">
            <a:off x="1303095" y="3852081"/>
            <a:ext cx="823068" cy="17972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8" idx="1"/>
            <a:endCxn id="23" idx="3"/>
          </p:cNvCxnSpPr>
          <p:nvPr/>
        </p:nvCxnSpPr>
        <p:spPr>
          <a:xfrm flipH="1" flipV="1">
            <a:off x="759129" y="4519303"/>
            <a:ext cx="1408013" cy="644414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79" idx="1"/>
          </p:cNvCxnSpPr>
          <p:nvPr/>
        </p:nvCxnSpPr>
        <p:spPr>
          <a:xfrm flipH="1">
            <a:off x="750020" y="4519303"/>
            <a:ext cx="9109" cy="644414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Цилиндр 8">
            <a:extLst>
              <a:ext uri="{FF2B5EF4-FFF2-40B4-BE49-F238E27FC236}">
                <a16:creationId xmlns:a16="http://schemas.microsoft.com/office/drawing/2014/main" id="{A6CB4848-BD9F-00DA-AFBB-169D872B698A}"/>
              </a:ext>
            </a:extLst>
          </p:cNvPr>
          <p:cNvSpPr/>
          <p:nvPr/>
        </p:nvSpPr>
        <p:spPr>
          <a:xfrm>
            <a:off x="1669290" y="1348234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master-1</a:t>
            </a:r>
            <a:endParaRPr lang="ru-BY" sz="1200" dirty="0"/>
          </a:p>
        </p:txBody>
      </p:sp>
      <p:cxnSp>
        <p:nvCxnSpPr>
          <p:cNvPr id="10" name="Прямая со стрелкой 18">
            <a:extLst>
              <a:ext uri="{FF2B5EF4-FFF2-40B4-BE49-F238E27FC236}">
                <a16:creationId xmlns:a16="http://schemas.microsoft.com/office/drawing/2014/main" id="{6BDA3585-87B9-649E-1E95-BF31212098C0}"/>
              </a:ext>
            </a:extLst>
          </p:cNvPr>
          <p:cNvCxnSpPr>
            <a:cxnSpLocks/>
            <a:stCxn id="23" idx="1"/>
            <a:endCxn id="9" idx="2"/>
          </p:cNvCxnSpPr>
          <p:nvPr/>
        </p:nvCxnSpPr>
        <p:spPr>
          <a:xfrm flipV="1">
            <a:off x="759129" y="1997484"/>
            <a:ext cx="910161" cy="1223319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73A2584-B55C-170F-E6C7-B55FA12521EE}"/>
              </a:ext>
            </a:extLst>
          </p:cNvPr>
          <p:cNvSpPr txBox="1"/>
          <p:nvPr/>
        </p:nvSpPr>
        <p:spPr>
          <a:xfrm>
            <a:off x="400574" y="2252160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791FD8-19AD-0449-82A9-93DFE76667E6}"/>
              </a:ext>
            </a:extLst>
          </p:cNvPr>
          <p:cNvSpPr txBox="1"/>
          <p:nvPr/>
        </p:nvSpPr>
        <p:spPr>
          <a:xfrm>
            <a:off x="9354132" y="4629978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63" name="Цилиндр 62">
            <a:extLst>
              <a:ext uri="{FF2B5EF4-FFF2-40B4-BE49-F238E27FC236}">
                <a16:creationId xmlns:a16="http://schemas.microsoft.com/office/drawing/2014/main" id="{4B01D485-58C5-F64B-892A-4DB24B7AC6F5}"/>
              </a:ext>
            </a:extLst>
          </p:cNvPr>
          <p:cNvSpPr/>
          <p:nvPr/>
        </p:nvSpPr>
        <p:spPr>
          <a:xfrm>
            <a:off x="10888904" y="322080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coord-3</a:t>
            </a:r>
            <a:endParaRPr lang="ru-BY" dirty="0"/>
          </a:p>
        </p:txBody>
      </p:sp>
      <p:cxnSp>
        <p:nvCxnSpPr>
          <p:cNvPr id="64" name="Прямая со стрелкой 18">
            <a:extLst>
              <a:ext uri="{FF2B5EF4-FFF2-40B4-BE49-F238E27FC236}">
                <a16:creationId xmlns:a16="http://schemas.microsoft.com/office/drawing/2014/main" id="{E0164565-70E0-C7C7-2C99-E337B9E0B7F3}"/>
              </a:ext>
            </a:extLst>
          </p:cNvPr>
          <p:cNvCxnSpPr>
            <a:cxnSpLocks/>
            <a:stCxn id="63" idx="3"/>
            <a:endCxn id="80" idx="1"/>
          </p:cNvCxnSpPr>
          <p:nvPr/>
        </p:nvCxnSpPr>
        <p:spPr>
          <a:xfrm>
            <a:off x="11432871" y="4519303"/>
            <a:ext cx="9110" cy="644414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18">
            <a:extLst>
              <a:ext uri="{FF2B5EF4-FFF2-40B4-BE49-F238E27FC236}">
                <a16:creationId xmlns:a16="http://schemas.microsoft.com/office/drawing/2014/main" id="{3B012901-C858-91F9-0976-418FE294860D}"/>
              </a:ext>
            </a:extLst>
          </p:cNvPr>
          <p:cNvCxnSpPr>
            <a:cxnSpLocks/>
            <a:stCxn id="75" idx="1"/>
            <a:endCxn id="63" idx="3"/>
          </p:cNvCxnSpPr>
          <p:nvPr/>
        </p:nvCxnSpPr>
        <p:spPr>
          <a:xfrm flipV="1">
            <a:off x="10024859" y="4519303"/>
            <a:ext cx="1408012" cy="644414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18">
            <a:extLst>
              <a:ext uri="{FF2B5EF4-FFF2-40B4-BE49-F238E27FC236}">
                <a16:creationId xmlns:a16="http://schemas.microsoft.com/office/drawing/2014/main" id="{C3FFC7E5-B5AC-380A-3E46-45A18ABA9FA2}"/>
              </a:ext>
            </a:extLst>
          </p:cNvPr>
          <p:cNvCxnSpPr>
            <a:cxnSpLocks/>
            <a:stCxn id="63" idx="2"/>
            <a:endCxn id="67" idx="4"/>
          </p:cNvCxnSpPr>
          <p:nvPr/>
        </p:nvCxnSpPr>
        <p:spPr>
          <a:xfrm flipH="1">
            <a:off x="10054688" y="3870053"/>
            <a:ext cx="834216" cy="4836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Цилиндр 66">
            <a:extLst>
              <a:ext uri="{FF2B5EF4-FFF2-40B4-BE49-F238E27FC236}">
                <a16:creationId xmlns:a16="http://schemas.microsoft.com/office/drawing/2014/main" id="{128093ED-E928-3A89-4AAA-8DA88C49702D}"/>
              </a:ext>
            </a:extLst>
          </p:cNvPr>
          <p:cNvSpPr/>
          <p:nvPr/>
        </p:nvSpPr>
        <p:spPr>
          <a:xfrm>
            <a:off x="8751185" y="3096992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worker-3-0</a:t>
            </a:r>
            <a:endParaRPr lang="ru-BY" dirty="0"/>
          </a:p>
        </p:txBody>
      </p:sp>
      <p:sp>
        <p:nvSpPr>
          <p:cNvPr id="68" name="Цилиндр 67">
            <a:extLst>
              <a:ext uri="{FF2B5EF4-FFF2-40B4-BE49-F238E27FC236}">
                <a16:creationId xmlns:a16="http://schemas.microsoft.com/office/drawing/2014/main" id="{656280ED-80FF-2A22-8B12-8033CCBAAD4E}"/>
              </a:ext>
            </a:extLst>
          </p:cNvPr>
          <p:cNvSpPr/>
          <p:nvPr/>
        </p:nvSpPr>
        <p:spPr>
          <a:xfrm>
            <a:off x="9702221" y="1348234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master-3</a:t>
            </a:r>
            <a:endParaRPr lang="ru-BY" sz="1200" dirty="0"/>
          </a:p>
        </p:txBody>
      </p:sp>
      <p:cxnSp>
        <p:nvCxnSpPr>
          <p:cNvPr id="69" name="Прямая со стрелкой 18">
            <a:extLst>
              <a:ext uri="{FF2B5EF4-FFF2-40B4-BE49-F238E27FC236}">
                <a16:creationId xmlns:a16="http://schemas.microsoft.com/office/drawing/2014/main" id="{3C276CDB-B51F-B4E7-01DB-6FE9E932957D}"/>
              </a:ext>
            </a:extLst>
          </p:cNvPr>
          <p:cNvCxnSpPr>
            <a:cxnSpLocks/>
            <a:stCxn id="63" idx="1"/>
            <a:endCxn id="68" idx="4"/>
          </p:cNvCxnSpPr>
          <p:nvPr/>
        </p:nvCxnSpPr>
        <p:spPr>
          <a:xfrm flipH="1" flipV="1">
            <a:off x="10790154" y="1997484"/>
            <a:ext cx="642717" cy="1223319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F4DE35B-CC66-B590-425F-C3360A92F914}"/>
              </a:ext>
            </a:extLst>
          </p:cNvPr>
          <p:cNvSpPr txBox="1"/>
          <p:nvPr/>
        </p:nvSpPr>
        <p:spPr>
          <a:xfrm>
            <a:off x="10998937" y="2271675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75" name="Цилиндр 74">
            <a:extLst>
              <a:ext uri="{FF2B5EF4-FFF2-40B4-BE49-F238E27FC236}">
                <a16:creationId xmlns:a16="http://schemas.microsoft.com/office/drawing/2014/main" id="{1081BE96-8EE3-23DD-00BD-4DE2FB885273}"/>
              </a:ext>
            </a:extLst>
          </p:cNvPr>
          <p:cNvSpPr/>
          <p:nvPr/>
        </p:nvSpPr>
        <p:spPr>
          <a:xfrm>
            <a:off x="9373107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7" name="Цилиндр 76">
            <a:extLst>
              <a:ext uri="{FF2B5EF4-FFF2-40B4-BE49-F238E27FC236}">
                <a16:creationId xmlns:a16="http://schemas.microsoft.com/office/drawing/2014/main" id="{74E180FE-7261-B185-0C8D-C9C0042627B9}"/>
              </a:ext>
            </a:extLst>
          </p:cNvPr>
          <p:cNvSpPr/>
          <p:nvPr/>
        </p:nvSpPr>
        <p:spPr>
          <a:xfrm>
            <a:off x="2126163" y="3074184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78" name="Цилиндр 77">
            <a:extLst>
              <a:ext uri="{FF2B5EF4-FFF2-40B4-BE49-F238E27FC236}">
                <a16:creationId xmlns:a16="http://schemas.microsoft.com/office/drawing/2014/main" id="{669EF9BA-FD3C-AD21-BB9F-57CF7987C597}"/>
              </a:ext>
            </a:extLst>
          </p:cNvPr>
          <p:cNvSpPr/>
          <p:nvPr/>
        </p:nvSpPr>
        <p:spPr>
          <a:xfrm>
            <a:off x="1515390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9" name="Цилиндр 78">
            <a:extLst>
              <a:ext uri="{FF2B5EF4-FFF2-40B4-BE49-F238E27FC236}">
                <a16:creationId xmlns:a16="http://schemas.microsoft.com/office/drawing/2014/main" id="{90EF0D7E-9F2C-1E4A-15C1-C868A4B7BA30}"/>
              </a:ext>
            </a:extLst>
          </p:cNvPr>
          <p:cNvSpPr/>
          <p:nvPr/>
        </p:nvSpPr>
        <p:spPr>
          <a:xfrm>
            <a:off x="98268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-0</a:t>
            </a:r>
            <a:endParaRPr lang="ru-BY" dirty="0"/>
          </a:p>
        </p:txBody>
      </p:sp>
      <p:sp>
        <p:nvSpPr>
          <p:cNvPr id="80" name="Цилиндр 79">
            <a:extLst>
              <a:ext uri="{FF2B5EF4-FFF2-40B4-BE49-F238E27FC236}">
                <a16:creationId xmlns:a16="http://schemas.microsoft.com/office/drawing/2014/main" id="{CAE1BEEA-12C6-891C-CD6E-5AD101581989}"/>
              </a:ext>
            </a:extLst>
          </p:cNvPr>
          <p:cNvSpPr/>
          <p:nvPr/>
        </p:nvSpPr>
        <p:spPr>
          <a:xfrm>
            <a:off x="1079022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E24B429-77BF-4902-7BC8-2E29AEE76BA6}"/>
              </a:ext>
            </a:extLst>
          </p:cNvPr>
          <p:cNvSpPr txBox="1"/>
          <p:nvPr/>
        </p:nvSpPr>
        <p:spPr>
          <a:xfrm>
            <a:off x="1667169" y="4648857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33" name="Цилиндр 132">
            <a:extLst>
              <a:ext uri="{FF2B5EF4-FFF2-40B4-BE49-F238E27FC236}">
                <a16:creationId xmlns:a16="http://schemas.microsoft.com/office/drawing/2014/main" id="{10422A75-5CBF-D970-425D-012B72501D29}"/>
              </a:ext>
            </a:extLst>
          </p:cNvPr>
          <p:cNvSpPr/>
          <p:nvPr/>
        </p:nvSpPr>
        <p:spPr>
          <a:xfrm>
            <a:off x="3933963" y="3516144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coord-2</a:t>
            </a:r>
            <a:endParaRPr lang="ru-BY" dirty="0"/>
          </a:p>
        </p:txBody>
      </p:sp>
      <p:cxnSp>
        <p:nvCxnSpPr>
          <p:cNvPr id="134" name="Прямая со стрелкой 18">
            <a:extLst>
              <a:ext uri="{FF2B5EF4-FFF2-40B4-BE49-F238E27FC236}">
                <a16:creationId xmlns:a16="http://schemas.microsoft.com/office/drawing/2014/main" id="{DE6C28DF-FDB8-8101-9E67-6B6088DA23CF}"/>
              </a:ext>
            </a:extLst>
          </p:cNvPr>
          <p:cNvCxnSpPr>
            <a:cxnSpLocks/>
            <a:stCxn id="133" idx="3"/>
            <a:endCxn id="142" idx="1"/>
          </p:cNvCxnSpPr>
          <p:nvPr/>
        </p:nvCxnSpPr>
        <p:spPr>
          <a:xfrm>
            <a:off x="4477930" y="4814644"/>
            <a:ext cx="303519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Прямая со стрелкой 18">
            <a:extLst>
              <a:ext uri="{FF2B5EF4-FFF2-40B4-BE49-F238E27FC236}">
                <a16:creationId xmlns:a16="http://schemas.microsoft.com/office/drawing/2014/main" id="{03579E49-243C-2684-AA5D-46796F02523B}"/>
              </a:ext>
            </a:extLst>
          </p:cNvPr>
          <p:cNvCxnSpPr>
            <a:cxnSpLocks/>
            <a:stCxn id="141" idx="1"/>
            <a:endCxn id="133" idx="3"/>
          </p:cNvCxnSpPr>
          <p:nvPr/>
        </p:nvCxnSpPr>
        <p:spPr>
          <a:xfrm flipH="1" flipV="1">
            <a:off x="4477930" y="4814644"/>
            <a:ext cx="161807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Прямая со стрелкой 18">
            <a:extLst>
              <a:ext uri="{FF2B5EF4-FFF2-40B4-BE49-F238E27FC236}">
                <a16:creationId xmlns:a16="http://schemas.microsoft.com/office/drawing/2014/main" id="{C44AAD08-2943-690B-31A8-0A09B9E072FD}"/>
              </a:ext>
            </a:extLst>
          </p:cNvPr>
          <p:cNvCxnSpPr>
            <a:cxnSpLocks/>
            <a:stCxn id="133" idx="3"/>
            <a:endCxn id="137" idx="1"/>
          </p:cNvCxnSpPr>
          <p:nvPr/>
        </p:nvCxnSpPr>
        <p:spPr>
          <a:xfrm>
            <a:off x="4477930" y="4814644"/>
            <a:ext cx="20089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Цилиндр 136">
            <a:extLst>
              <a:ext uri="{FF2B5EF4-FFF2-40B4-BE49-F238E27FC236}">
                <a16:creationId xmlns:a16="http://schemas.microsoft.com/office/drawing/2014/main" id="{CC73C14A-0919-2FE7-F8E9-5C086C1BA19A}"/>
              </a:ext>
            </a:extLst>
          </p:cNvPr>
          <p:cNvSpPr/>
          <p:nvPr/>
        </p:nvSpPr>
        <p:spPr>
          <a:xfrm>
            <a:off x="402706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worker-2-0</a:t>
            </a:r>
            <a:endParaRPr lang="ru-BY" dirty="0"/>
          </a:p>
        </p:txBody>
      </p:sp>
      <p:sp>
        <p:nvSpPr>
          <p:cNvPr id="138" name="Цилиндр 137">
            <a:extLst>
              <a:ext uri="{FF2B5EF4-FFF2-40B4-BE49-F238E27FC236}">
                <a16:creationId xmlns:a16="http://schemas.microsoft.com/office/drawing/2014/main" id="{7764FAA7-A17D-C3BE-BCE9-AF49FE66AF99}"/>
              </a:ext>
            </a:extLst>
          </p:cNvPr>
          <p:cNvSpPr/>
          <p:nvPr/>
        </p:nvSpPr>
        <p:spPr>
          <a:xfrm>
            <a:off x="5230679" y="251567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master-2</a:t>
            </a:r>
            <a:endParaRPr lang="ru-BY" sz="1200" dirty="0"/>
          </a:p>
        </p:txBody>
      </p:sp>
      <p:cxnSp>
        <p:nvCxnSpPr>
          <p:cNvPr id="139" name="Прямая со стрелкой 18">
            <a:extLst>
              <a:ext uri="{FF2B5EF4-FFF2-40B4-BE49-F238E27FC236}">
                <a16:creationId xmlns:a16="http://schemas.microsoft.com/office/drawing/2014/main" id="{437692CA-6BAB-8682-E077-7E4A2777BBE4}"/>
              </a:ext>
            </a:extLst>
          </p:cNvPr>
          <p:cNvCxnSpPr>
            <a:cxnSpLocks/>
            <a:stCxn id="133" idx="4"/>
            <a:endCxn id="138" idx="3"/>
          </p:cNvCxnSpPr>
          <p:nvPr/>
        </p:nvCxnSpPr>
        <p:spPr>
          <a:xfrm flipV="1">
            <a:off x="5021896" y="3814173"/>
            <a:ext cx="752750" cy="351221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Цилиндр 140">
            <a:extLst>
              <a:ext uri="{FF2B5EF4-FFF2-40B4-BE49-F238E27FC236}">
                <a16:creationId xmlns:a16="http://schemas.microsoft.com/office/drawing/2014/main" id="{3039488A-90E7-C053-C3A5-6D2078D0D8AA}"/>
              </a:ext>
            </a:extLst>
          </p:cNvPr>
          <p:cNvSpPr/>
          <p:nvPr/>
        </p:nvSpPr>
        <p:spPr>
          <a:xfrm>
            <a:off x="544424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142" name="Цилиндр 141">
            <a:extLst>
              <a:ext uri="{FF2B5EF4-FFF2-40B4-BE49-F238E27FC236}">
                <a16:creationId xmlns:a16="http://schemas.microsoft.com/office/drawing/2014/main" id="{C08D3B91-888D-4E44-94BF-FDCCFE5A5B8B}"/>
              </a:ext>
            </a:extLst>
          </p:cNvPr>
          <p:cNvSpPr/>
          <p:nvPr/>
        </p:nvSpPr>
        <p:spPr>
          <a:xfrm>
            <a:off x="686136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3A12764-859C-06BB-191F-3E87ABBE4FF9}"/>
              </a:ext>
            </a:extLst>
          </p:cNvPr>
          <p:cNvSpPr txBox="1"/>
          <p:nvPr/>
        </p:nvSpPr>
        <p:spPr>
          <a:xfrm>
            <a:off x="6867978" y="4656844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79EA9046-390B-7DC2-0A45-D3698290DFF2}"/>
              </a:ext>
            </a:extLst>
          </p:cNvPr>
          <p:cNvSpPr txBox="1"/>
          <p:nvPr/>
        </p:nvSpPr>
        <p:spPr>
          <a:xfrm>
            <a:off x="5165803" y="4045431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198" name="Прямая со стрелкой 18">
            <a:extLst>
              <a:ext uri="{FF2B5EF4-FFF2-40B4-BE49-F238E27FC236}">
                <a16:creationId xmlns:a16="http://schemas.microsoft.com/office/drawing/2014/main" id="{E24C86D1-B1B2-0973-0C35-766D2673E24F}"/>
              </a:ext>
            </a:extLst>
          </p:cNvPr>
          <p:cNvCxnSpPr>
            <a:cxnSpLocks/>
            <a:stCxn id="68" idx="3"/>
            <a:endCxn id="138" idx="4"/>
          </p:cNvCxnSpPr>
          <p:nvPr/>
        </p:nvCxnSpPr>
        <p:spPr>
          <a:xfrm rot="5400000">
            <a:off x="8023306" y="942040"/>
            <a:ext cx="518189" cy="3927576"/>
          </a:xfrm>
          <a:prstGeom prst="curvedConnector2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Прямая со стрелкой 18">
            <a:extLst>
              <a:ext uri="{FF2B5EF4-FFF2-40B4-BE49-F238E27FC236}">
                <a16:creationId xmlns:a16="http://schemas.microsoft.com/office/drawing/2014/main" id="{E6610087-EEA6-8CB3-DB1C-596299E7C6E4}"/>
              </a:ext>
            </a:extLst>
          </p:cNvPr>
          <p:cNvCxnSpPr>
            <a:cxnSpLocks/>
            <a:stCxn id="138" idx="2"/>
            <a:endCxn id="9" idx="3"/>
          </p:cNvCxnSpPr>
          <p:nvPr/>
        </p:nvCxnSpPr>
        <p:spPr>
          <a:xfrm rot="10800000">
            <a:off x="2213257" y="2646735"/>
            <a:ext cx="3017422" cy="518189"/>
          </a:xfrm>
          <a:prstGeom prst="curvedConnector2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Прямая со стрелкой 18">
            <a:extLst>
              <a:ext uri="{FF2B5EF4-FFF2-40B4-BE49-F238E27FC236}">
                <a16:creationId xmlns:a16="http://schemas.microsoft.com/office/drawing/2014/main" id="{367169FA-98EA-11DB-5DDF-4A37DA71E9A0}"/>
              </a:ext>
            </a:extLst>
          </p:cNvPr>
          <p:cNvCxnSpPr>
            <a:cxnSpLocks/>
            <a:stCxn id="68" idx="1"/>
            <a:endCxn id="9" idx="1"/>
          </p:cNvCxnSpPr>
          <p:nvPr/>
        </p:nvCxnSpPr>
        <p:spPr>
          <a:xfrm rot="16200000" flipV="1">
            <a:off x="6229723" y="-2668232"/>
            <a:ext cx="12700" cy="8032931"/>
          </a:xfrm>
          <a:prstGeom prst="curvedConnector3">
            <a:avLst>
              <a:gd name="adj1" fmla="val 3124142"/>
            </a:avLst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Цилиндр 218">
            <a:extLst>
              <a:ext uri="{FF2B5EF4-FFF2-40B4-BE49-F238E27FC236}">
                <a16:creationId xmlns:a16="http://schemas.microsoft.com/office/drawing/2014/main" id="{F97146B8-7B39-B451-1FBC-DE4AC56132F9}"/>
              </a:ext>
            </a:extLst>
          </p:cNvPr>
          <p:cNvSpPr/>
          <p:nvPr/>
        </p:nvSpPr>
        <p:spPr>
          <a:xfrm>
            <a:off x="6585031" y="1165451"/>
            <a:ext cx="1187095" cy="1416855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pg</a:t>
            </a:r>
            <a:r>
              <a:rPr lang="en-US" dirty="0"/>
              <a:t>-locker</a:t>
            </a:r>
            <a:endParaRPr lang="ru-BY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58279774-7160-836C-6405-54333B773624}"/>
              </a:ext>
            </a:extLst>
          </p:cNvPr>
          <p:cNvSpPr txBox="1"/>
          <p:nvPr/>
        </p:nvSpPr>
        <p:spPr>
          <a:xfrm>
            <a:off x="7477985" y="2681788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D53FC2A-CEAB-0AD0-B55F-D0A914B98D3C}"/>
              </a:ext>
            </a:extLst>
          </p:cNvPr>
          <p:cNvSpPr txBox="1"/>
          <p:nvPr/>
        </p:nvSpPr>
        <p:spPr>
          <a:xfrm>
            <a:off x="3023642" y="2536496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54BDDF33-7B5B-73FC-63C5-23E52053FDAB}"/>
              </a:ext>
            </a:extLst>
          </p:cNvPr>
          <p:cNvSpPr txBox="1"/>
          <p:nvPr/>
        </p:nvSpPr>
        <p:spPr>
          <a:xfrm>
            <a:off x="8730673" y="1107687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F59F23C3-6E7B-BAAF-769B-9EDF4ADABFE5}"/>
              </a:ext>
            </a:extLst>
          </p:cNvPr>
          <p:cNvSpPr txBox="1"/>
          <p:nvPr/>
        </p:nvSpPr>
        <p:spPr>
          <a:xfrm>
            <a:off x="2973785" y="1181682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260" name="Прямая со стрелкой 18">
            <a:extLst>
              <a:ext uri="{FF2B5EF4-FFF2-40B4-BE49-F238E27FC236}">
                <a16:creationId xmlns:a16="http://schemas.microsoft.com/office/drawing/2014/main" id="{1638CF53-861A-7EA7-7816-D17722443F84}"/>
              </a:ext>
            </a:extLst>
          </p:cNvPr>
          <p:cNvCxnSpPr>
            <a:cxnSpLocks/>
            <a:stCxn id="219" idx="2"/>
            <a:endCxn id="138" idx="1"/>
          </p:cNvCxnSpPr>
          <p:nvPr/>
        </p:nvCxnSpPr>
        <p:spPr>
          <a:xfrm rot="10800000" flipV="1">
            <a:off x="5774647" y="1873879"/>
            <a:ext cx="810385" cy="641794"/>
          </a:xfrm>
          <a:prstGeom prst="curvedConnector2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Прямая со стрелкой 18">
            <a:extLst>
              <a:ext uri="{FF2B5EF4-FFF2-40B4-BE49-F238E27FC236}">
                <a16:creationId xmlns:a16="http://schemas.microsoft.com/office/drawing/2014/main" id="{53F97DCD-6CB1-67FC-5E16-26E146F51A93}"/>
              </a:ext>
            </a:extLst>
          </p:cNvPr>
          <p:cNvCxnSpPr>
            <a:cxnSpLocks/>
            <a:stCxn id="219" idx="2"/>
            <a:endCxn id="9" idx="4"/>
          </p:cNvCxnSpPr>
          <p:nvPr/>
        </p:nvCxnSpPr>
        <p:spPr>
          <a:xfrm rot="10800000" flipV="1">
            <a:off x="2757223" y="1873878"/>
            <a:ext cx="3827808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Прямая со стрелкой 18">
            <a:extLst>
              <a:ext uri="{FF2B5EF4-FFF2-40B4-BE49-F238E27FC236}">
                <a16:creationId xmlns:a16="http://schemas.microsoft.com/office/drawing/2014/main" id="{CFAEA455-C352-AAFE-3A31-354F9E3B482B}"/>
              </a:ext>
            </a:extLst>
          </p:cNvPr>
          <p:cNvCxnSpPr>
            <a:cxnSpLocks/>
            <a:stCxn id="219" idx="4"/>
            <a:endCxn id="68" idx="2"/>
          </p:cNvCxnSpPr>
          <p:nvPr/>
        </p:nvCxnSpPr>
        <p:spPr>
          <a:xfrm>
            <a:off x="7772126" y="1873879"/>
            <a:ext cx="1930095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49A2AAB3-1A49-2A61-5531-BDF57480A889}"/>
              </a:ext>
            </a:extLst>
          </p:cNvPr>
          <p:cNvSpPr txBox="1"/>
          <p:nvPr/>
        </p:nvSpPr>
        <p:spPr>
          <a:xfrm>
            <a:off x="8434847" y="1584764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69A33C7D-9720-EB54-0886-65F6F5998EB5}"/>
              </a:ext>
            </a:extLst>
          </p:cNvPr>
          <p:cNvSpPr txBox="1"/>
          <p:nvPr/>
        </p:nvSpPr>
        <p:spPr>
          <a:xfrm>
            <a:off x="3933963" y="1610311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23985170-98D4-49F9-2456-59DFBED5B3A1}"/>
              </a:ext>
            </a:extLst>
          </p:cNvPr>
          <p:cNvSpPr txBox="1"/>
          <p:nvPr/>
        </p:nvSpPr>
        <p:spPr>
          <a:xfrm>
            <a:off x="5327376" y="1935680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2951139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29001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Слой чтения</a:t>
            </a:r>
            <a:endParaRPr lang="en-US" sz="36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215162" y="322080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coord-1</a:t>
            </a:r>
            <a:endParaRPr lang="ru-BY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4"/>
            <a:endCxn id="77" idx="2"/>
          </p:cNvCxnSpPr>
          <p:nvPr/>
        </p:nvCxnSpPr>
        <p:spPr>
          <a:xfrm flipV="1">
            <a:off x="1303095" y="3852081"/>
            <a:ext cx="823068" cy="17972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8" idx="1"/>
            <a:endCxn id="23" idx="3"/>
          </p:cNvCxnSpPr>
          <p:nvPr/>
        </p:nvCxnSpPr>
        <p:spPr>
          <a:xfrm flipH="1" flipV="1">
            <a:off x="759129" y="4519303"/>
            <a:ext cx="1408013" cy="644414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79" idx="1"/>
          </p:cNvCxnSpPr>
          <p:nvPr/>
        </p:nvCxnSpPr>
        <p:spPr>
          <a:xfrm flipH="1">
            <a:off x="750020" y="4519303"/>
            <a:ext cx="9109" cy="644414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Цилиндр 8">
            <a:extLst>
              <a:ext uri="{FF2B5EF4-FFF2-40B4-BE49-F238E27FC236}">
                <a16:creationId xmlns:a16="http://schemas.microsoft.com/office/drawing/2014/main" id="{A6CB4848-BD9F-00DA-AFBB-169D872B698A}"/>
              </a:ext>
            </a:extLst>
          </p:cNvPr>
          <p:cNvSpPr/>
          <p:nvPr/>
        </p:nvSpPr>
        <p:spPr>
          <a:xfrm>
            <a:off x="1669290" y="1348234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master-1</a:t>
            </a:r>
            <a:endParaRPr lang="ru-BY" sz="1200" dirty="0"/>
          </a:p>
        </p:txBody>
      </p:sp>
      <p:cxnSp>
        <p:nvCxnSpPr>
          <p:cNvPr id="10" name="Прямая со стрелкой 18">
            <a:extLst>
              <a:ext uri="{FF2B5EF4-FFF2-40B4-BE49-F238E27FC236}">
                <a16:creationId xmlns:a16="http://schemas.microsoft.com/office/drawing/2014/main" id="{6BDA3585-87B9-649E-1E95-BF31212098C0}"/>
              </a:ext>
            </a:extLst>
          </p:cNvPr>
          <p:cNvCxnSpPr>
            <a:cxnSpLocks/>
            <a:stCxn id="23" idx="1"/>
            <a:endCxn id="9" idx="2"/>
          </p:cNvCxnSpPr>
          <p:nvPr/>
        </p:nvCxnSpPr>
        <p:spPr>
          <a:xfrm flipV="1">
            <a:off x="759129" y="1997484"/>
            <a:ext cx="910161" cy="1223319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73A2584-B55C-170F-E6C7-B55FA12521EE}"/>
              </a:ext>
            </a:extLst>
          </p:cNvPr>
          <p:cNvSpPr txBox="1"/>
          <p:nvPr/>
        </p:nvSpPr>
        <p:spPr>
          <a:xfrm>
            <a:off x="400574" y="2252160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791FD8-19AD-0449-82A9-93DFE76667E6}"/>
              </a:ext>
            </a:extLst>
          </p:cNvPr>
          <p:cNvSpPr txBox="1"/>
          <p:nvPr/>
        </p:nvSpPr>
        <p:spPr>
          <a:xfrm>
            <a:off x="9354132" y="4629978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63" name="Цилиндр 62">
            <a:extLst>
              <a:ext uri="{FF2B5EF4-FFF2-40B4-BE49-F238E27FC236}">
                <a16:creationId xmlns:a16="http://schemas.microsoft.com/office/drawing/2014/main" id="{4B01D485-58C5-F64B-892A-4DB24B7AC6F5}"/>
              </a:ext>
            </a:extLst>
          </p:cNvPr>
          <p:cNvSpPr/>
          <p:nvPr/>
        </p:nvSpPr>
        <p:spPr>
          <a:xfrm>
            <a:off x="10888904" y="3220803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coord-3</a:t>
            </a:r>
            <a:endParaRPr lang="ru-BY" dirty="0"/>
          </a:p>
        </p:txBody>
      </p:sp>
      <p:cxnSp>
        <p:nvCxnSpPr>
          <p:cNvPr id="64" name="Прямая со стрелкой 18">
            <a:extLst>
              <a:ext uri="{FF2B5EF4-FFF2-40B4-BE49-F238E27FC236}">
                <a16:creationId xmlns:a16="http://schemas.microsoft.com/office/drawing/2014/main" id="{E0164565-70E0-C7C7-2C99-E337B9E0B7F3}"/>
              </a:ext>
            </a:extLst>
          </p:cNvPr>
          <p:cNvCxnSpPr>
            <a:cxnSpLocks/>
            <a:stCxn id="63" idx="3"/>
            <a:endCxn id="80" idx="1"/>
          </p:cNvCxnSpPr>
          <p:nvPr/>
        </p:nvCxnSpPr>
        <p:spPr>
          <a:xfrm>
            <a:off x="11432871" y="4519303"/>
            <a:ext cx="9110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18">
            <a:extLst>
              <a:ext uri="{FF2B5EF4-FFF2-40B4-BE49-F238E27FC236}">
                <a16:creationId xmlns:a16="http://schemas.microsoft.com/office/drawing/2014/main" id="{3B012901-C858-91F9-0976-418FE294860D}"/>
              </a:ext>
            </a:extLst>
          </p:cNvPr>
          <p:cNvCxnSpPr>
            <a:cxnSpLocks/>
            <a:stCxn id="75" idx="1"/>
            <a:endCxn id="63" idx="3"/>
          </p:cNvCxnSpPr>
          <p:nvPr/>
        </p:nvCxnSpPr>
        <p:spPr>
          <a:xfrm flipV="1">
            <a:off x="10024859" y="4519303"/>
            <a:ext cx="1408012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18">
            <a:extLst>
              <a:ext uri="{FF2B5EF4-FFF2-40B4-BE49-F238E27FC236}">
                <a16:creationId xmlns:a16="http://schemas.microsoft.com/office/drawing/2014/main" id="{C3FFC7E5-B5AC-380A-3E46-45A18ABA9FA2}"/>
              </a:ext>
            </a:extLst>
          </p:cNvPr>
          <p:cNvCxnSpPr>
            <a:cxnSpLocks/>
            <a:stCxn id="63" idx="2"/>
            <a:endCxn id="67" idx="4"/>
          </p:cNvCxnSpPr>
          <p:nvPr/>
        </p:nvCxnSpPr>
        <p:spPr>
          <a:xfrm flipH="1">
            <a:off x="10054688" y="3870053"/>
            <a:ext cx="834216" cy="4836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Цилиндр 66">
            <a:extLst>
              <a:ext uri="{FF2B5EF4-FFF2-40B4-BE49-F238E27FC236}">
                <a16:creationId xmlns:a16="http://schemas.microsoft.com/office/drawing/2014/main" id="{128093ED-E928-3A89-4AAA-8DA88C49702D}"/>
              </a:ext>
            </a:extLst>
          </p:cNvPr>
          <p:cNvSpPr/>
          <p:nvPr/>
        </p:nvSpPr>
        <p:spPr>
          <a:xfrm>
            <a:off x="8751185" y="3096992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worker-3-0</a:t>
            </a:r>
            <a:endParaRPr lang="ru-BY" dirty="0"/>
          </a:p>
        </p:txBody>
      </p:sp>
      <p:sp>
        <p:nvSpPr>
          <p:cNvPr id="68" name="Цилиндр 67">
            <a:extLst>
              <a:ext uri="{FF2B5EF4-FFF2-40B4-BE49-F238E27FC236}">
                <a16:creationId xmlns:a16="http://schemas.microsoft.com/office/drawing/2014/main" id="{656280ED-80FF-2A22-8B12-8033CCBAAD4E}"/>
              </a:ext>
            </a:extLst>
          </p:cNvPr>
          <p:cNvSpPr/>
          <p:nvPr/>
        </p:nvSpPr>
        <p:spPr>
          <a:xfrm>
            <a:off x="9702221" y="1348234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master-3</a:t>
            </a:r>
            <a:endParaRPr lang="ru-BY" sz="1200" dirty="0"/>
          </a:p>
        </p:txBody>
      </p:sp>
      <p:cxnSp>
        <p:nvCxnSpPr>
          <p:cNvPr id="69" name="Прямая со стрелкой 18">
            <a:extLst>
              <a:ext uri="{FF2B5EF4-FFF2-40B4-BE49-F238E27FC236}">
                <a16:creationId xmlns:a16="http://schemas.microsoft.com/office/drawing/2014/main" id="{3C276CDB-B51F-B4E7-01DB-6FE9E932957D}"/>
              </a:ext>
            </a:extLst>
          </p:cNvPr>
          <p:cNvCxnSpPr>
            <a:cxnSpLocks/>
            <a:stCxn id="63" idx="1"/>
            <a:endCxn id="68" idx="4"/>
          </p:cNvCxnSpPr>
          <p:nvPr/>
        </p:nvCxnSpPr>
        <p:spPr>
          <a:xfrm flipH="1" flipV="1">
            <a:off x="10790154" y="1997484"/>
            <a:ext cx="642717" cy="1223319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F4DE35B-CC66-B590-425F-C3360A92F914}"/>
              </a:ext>
            </a:extLst>
          </p:cNvPr>
          <p:cNvSpPr txBox="1"/>
          <p:nvPr/>
        </p:nvSpPr>
        <p:spPr>
          <a:xfrm>
            <a:off x="10998937" y="2271675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75" name="Цилиндр 74">
            <a:extLst>
              <a:ext uri="{FF2B5EF4-FFF2-40B4-BE49-F238E27FC236}">
                <a16:creationId xmlns:a16="http://schemas.microsoft.com/office/drawing/2014/main" id="{1081BE96-8EE3-23DD-00BD-4DE2FB885273}"/>
              </a:ext>
            </a:extLst>
          </p:cNvPr>
          <p:cNvSpPr/>
          <p:nvPr/>
        </p:nvSpPr>
        <p:spPr>
          <a:xfrm>
            <a:off x="9373107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7" name="Цилиндр 76">
            <a:extLst>
              <a:ext uri="{FF2B5EF4-FFF2-40B4-BE49-F238E27FC236}">
                <a16:creationId xmlns:a16="http://schemas.microsoft.com/office/drawing/2014/main" id="{74E180FE-7261-B185-0C8D-C9C0042627B9}"/>
              </a:ext>
            </a:extLst>
          </p:cNvPr>
          <p:cNvSpPr/>
          <p:nvPr/>
        </p:nvSpPr>
        <p:spPr>
          <a:xfrm>
            <a:off x="2126163" y="3074184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78" name="Цилиндр 77">
            <a:extLst>
              <a:ext uri="{FF2B5EF4-FFF2-40B4-BE49-F238E27FC236}">
                <a16:creationId xmlns:a16="http://schemas.microsoft.com/office/drawing/2014/main" id="{669EF9BA-FD3C-AD21-BB9F-57CF7987C597}"/>
              </a:ext>
            </a:extLst>
          </p:cNvPr>
          <p:cNvSpPr/>
          <p:nvPr/>
        </p:nvSpPr>
        <p:spPr>
          <a:xfrm>
            <a:off x="1515390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9" name="Цилиндр 78">
            <a:extLst>
              <a:ext uri="{FF2B5EF4-FFF2-40B4-BE49-F238E27FC236}">
                <a16:creationId xmlns:a16="http://schemas.microsoft.com/office/drawing/2014/main" id="{90EF0D7E-9F2C-1E4A-15C1-C868A4B7BA30}"/>
              </a:ext>
            </a:extLst>
          </p:cNvPr>
          <p:cNvSpPr/>
          <p:nvPr/>
        </p:nvSpPr>
        <p:spPr>
          <a:xfrm>
            <a:off x="98268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-0</a:t>
            </a:r>
            <a:endParaRPr lang="ru-BY" dirty="0"/>
          </a:p>
        </p:txBody>
      </p:sp>
      <p:sp>
        <p:nvSpPr>
          <p:cNvPr id="80" name="Цилиндр 79">
            <a:extLst>
              <a:ext uri="{FF2B5EF4-FFF2-40B4-BE49-F238E27FC236}">
                <a16:creationId xmlns:a16="http://schemas.microsoft.com/office/drawing/2014/main" id="{CAE1BEEA-12C6-891C-CD6E-5AD101581989}"/>
              </a:ext>
            </a:extLst>
          </p:cNvPr>
          <p:cNvSpPr/>
          <p:nvPr/>
        </p:nvSpPr>
        <p:spPr>
          <a:xfrm>
            <a:off x="1079022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E24B429-77BF-4902-7BC8-2E29AEE76BA6}"/>
              </a:ext>
            </a:extLst>
          </p:cNvPr>
          <p:cNvSpPr txBox="1"/>
          <p:nvPr/>
        </p:nvSpPr>
        <p:spPr>
          <a:xfrm>
            <a:off x="1667169" y="4648857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33" name="Цилиндр 132">
            <a:extLst>
              <a:ext uri="{FF2B5EF4-FFF2-40B4-BE49-F238E27FC236}">
                <a16:creationId xmlns:a16="http://schemas.microsoft.com/office/drawing/2014/main" id="{10422A75-5CBF-D970-425D-012B72501D29}"/>
              </a:ext>
            </a:extLst>
          </p:cNvPr>
          <p:cNvSpPr/>
          <p:nvPr/>
        </p:nvSpPr>
        <p:spPr>
          <a:xfrm>
            <a:off x="3933963" y="3516144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coord-2</a:t>
            </a:r>
            <a:endParaRPr lang="ru-BY" dirty="0"/>
          </a:p>
        </p:txBody>
      </p:sp>
      <p:cxnSp>
        <p:nvCxnSpPr>
          <p:cNvPr id="134" name="Прямая со стрелкой 18">
            <a:extLst>
              <a:ext uri="{FF2B5EF4-FFF2-40B4-BE49-F238E27FC236}">
                <a16:creationId xmlns:a16="http://schemas.microsoft.com/office/drawing/2014/main" id="{DE6C28DF-FDB8-8101-9E67-6B6088DA23CF}"/>
              </a:ext>
            </a:extLst>
          </p:cNvPr>
          <p:cNvCxnSpPr>
            <a:cxnSpLocks/>
            <a:stCxn id="133" idx="3"/>
            <a:endCxn id="142" idx="1"/>
          </p:cNvCxnSpPr>
          <p:nvPr/>
        </p:nvCxnSpPr>
        <p:spPr>
          <a:xfrm>
            <a:off x="4477930" y="4814644"/>
            <a:ext cx="303519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Прямая со стрелкой 18">
            <a:extLst>
              <a:ext uri="{FF2B5EF4-FFF2-40B4-BE49-F238E27FC236}">
                <a16:creationId xmlns:a16="http://schemas.microsoft.com/office/drawing/2014/main" id="{03579E49-243C-2684-AA5D-46796F02523B}"/>
              </a:ext>
            </a:extLst>
          </p:cNvPr>
          <p:cNvCxnSpPr>
            <a:cxnSpLocks/>
            <a:stCxn id="141" idx="1"/>
            <a:endCxn id="133" idx="3"/>
          </p:cNvCxnSpPr>
          <p:nvPr/>
        </p:nvCxnSpPr>
        <p:spPr>
          <a:xfrm flipH="1" flipV="1">
            <a:off x="4477930" y="4814644"/>
            <a:ext cx="161807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Прямая со стрелкой 18">
            <a:extLst>
              <a:ext uri="{FF2B5EF4-FFF2-40B4-BE49-F238E27FC236}">
                <a16:creationId xmlns:a16="http://schemas.microsoft.com/office/drawing/2014/main" id="{C44AAD08-2943-690B-31A8-0A09B9E072FD}"/>
              </a:ext>
            </a:extLst>
          </p:cNvPr>
          <p:cNvCxnSpPr>
            <a:cxnSpLocks/>
            <a:stCxn id="133" idx="3"/>
            <a:endCxn id="137" idx="1"/>
          </p:cNvCxnSpPr>
          <p:nvPr/>
        </p:nvCxnSpPr>
        <p:spPr>
          <a:xfrm>
            <a:off x="4477930" y="4814644"/>
            <a:ext cx="20089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Цилиндр 136">
            <a:extLst>
              <a:ext uri="{FF2B5EF4-FFF2-40B4-BE49-F238E27FC236}">
                <a16:creationId xmlns:a16="http://schemas.microsoft.com/office/drawing/2014/main" id="{CC73C14A-0919-2FE7-F8E9-5C086C1BA19A}"/>
              </a:ext>
            </a:extLst>
          </p:cNvPr>
          <p:cNvSpPr/>
          <p:nvPr/>
        </p:nvSpPr>
        <p:spPr>
          <a:xfrm>
            <a:off x="40270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worker-2-0</a:t>
            </a:r>
            <a:endParaRPr lang="ru-BY" dirty="0"/>
          </a:p>
        </p:txBody>
      </p:sp>
      <p:sp>
        <p:nvSpPr>
          <p:cNvPr id="138" name="Цилиндр 137">
            <a:extLst>
              <a:ext uri="{FF2B5EF4-FFF2-40B4-BE49-F238E27FC236}">
                <a16:creationId xmlns:a16="http://schemas.microsoft.com/office/drawing/2014/main" id="{7764FAA7-A17D-C3BE-BCE9-AF49FE66AF99}"/>
              </a:ext>
            </a:extLst>
          </p:cNvPr>
          <p:cNvSpPr/>
          <p:nvPr/>
        </p:nvSpPr>
        <p:spPr>
          <a:xfrm>
            <a:off x="5230679" y="251567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master-2</a:t>
            </a:r>
            <a:endParaRPr lang="ru-BY" sz="1200" dirty="0"/>
          </a:p>
        </p:txBody>
      </p:sp>
      <p:cxnSp>
        <p:nvCxnSpPr>
          <p:cNvPr id="139" name="Прямая со стрелкой 18">
            <a:extLst>
              <a:ext uri="{FF2B5EF4-FFF2-40B4-BE49-F238E27FC236}">
                <a16:creationId xmlns:a16="http://schemas.microsoft.com/office/drawing/2014/main" id="{437692CA-6BAB-8682-E077-7E4A2777BBE4}"/>
              </a:ext>
            </a:extLst>
          </p:cNvPr>
          <p:cNvCxnSpPr>
            <a:cxnSpLocks/>
            <a:stCxn id="133" idx="4"/>
            <a:endCxn id="138" idx="3"/>
          </p:cNvCxnSpPr>
          <p:nvPr/>
        </p:nvCxnSpPr>
        <p:spPr>
          <a:xfrm flipV="1">
            <a:off x="5021896" y="3814173"/>
            <a:ext cx="752750" cy="351221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Цилиндр 140">
            <a:extLst>
              <a:ext uri="{FF2B5EF4-FFF2-40B4-BE49-F238E27FC236}">
                <a16:creationId xmlns:a16="http://schemas.microsoft.com/office/drawing/2014/main" id="{3039488A-90E7-C053-C3A5-6D2078D0D8AA}"/>
              </a:ext>
            </a:extLst>
          </p:cNvPr>
          <p:cNvSpPr/>
          <p:nvPr/>
        </p:nvSpPr>
        <p:spPr>
          <a:xfrm>
            <a:off x="544424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142" name="Цилиндр 141">
            <a:extLst>
              <a:ext uri="{FF2B5EF4-FFF2-40B4-BE49-F238E27FC236}">
                <a16:creationId xmlns:a16="http://schemas.microsoft.com/office/drawing/2014/main" id="{C08D3B91-888D-4E44-94BF-FDCCFE5A5B8B}"/>
              </a:ext>
            </a:extLst>
          </p:cNvPr>
          <p:cNvSpPr/>
          <p:nvPr/>
        </p:nvSpPr>
        <p:spPr>
          <a:xfrm>
            <a:off x="68613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3A12764-859C-06BB-191F-3E87ABBE4FF9}"/>
              </a:ext>
            </a:extLst>
          </p:cNvPr>
          <p:cNvSpPr txBox="1"/>
          <p:nvPr/>
        </p:nvSpPr>
        <p:spPr>
          <a:xfrm>
            <a:off x="6867978" y="4656844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79EA9046-390B-7DC2-0A45-D3698290DFF2}"/>
              </a:ext>
            </a:extLst>
          </p:cNvPr>
          <p:cNvSpPr txBox="1"/>
          <p:nvPr/>
        </p:nvSpPr>
        <p:spPr>
          <a:xfrm>
            <a:off x="5165803" y="4045431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198" name="Прямая со стрелкой 18">
            <a:extLst>
              <a:ext uri="{FF2B5EF4-FFF2-40B4-BE49-F238E27FC236}">
                <a16:creationId xmlns:a16="http://schemas.microsoft.com/office/drawing/2014/main" id="{E24C86D1-B1B2-0973-0C35-766D2673E24F}"/>
              </a:ext>
            </a:extLst>
          </p:cNvPr>
          <p:cNvCxnSpPr>
            <a:cxnSpLocks/>
            <a:stCxn id="68" idx="3"/>
            <a:endCxn id="138" idx="4"/>
          </p:cNvCxnSpPr>
          <p:nvPr/>
        </p:nvCxnSpPr>
        <p:spPr>
          <a:xfrm rot="5400000">
            <a:off x="8023306" y="942040"/>
            <a:ext cx="518189" cy="3927576"/>
          </a:xfrm>
          <a:prstGeom prst="curvedConnector2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Прямая со стрелкой 18">
            <a:extLst>
              <a:ext uri="{FF2B5EF4-FFF2-40B4-BE49-F238E27FC236}">
                <a16:creationId xmlns:a16="http://schemas.microsoft.com/office/drawing/2014/main" id="{E6610087-EEA6-8CB3-DB1C-596299E7C6E4}"/>
              </a:ext>
            </a:extLst>
          </p:cNvPr>
          <p:cNvCxnSpPr>
            <a:cxnSpLocks/>
            <a:stCxn id="138" idx="2"/>
            <a:endCxn id="9" idx="3"/>
          </p:cNvCxnSpPr>
          <p:nvPr/>
        </p:nvCxnSpPr>
        <p:spPr>
          <a:xfrm rot="10800000">
            <a:off x="2213257" y="2646735"/>
            <a:ext cx="3017422" cy="518189"/>
          </a:xfrm>
          <a:prstGeom prst="curvedConnector2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Прямая со стрелкой 18">
            <a:extLst>
              <a:ext uri="{FF2B5EF4-FFF2-40B4-BE49-F238E27FC236}">
                <a16:creationId xmlns:a16="http://schemas.microsoft.com/office/drawing/2014/main" id="{367169FA-98EA-11DB-5DDF-4A37DA71E9A0}"/>
              </a:ext>
            </a:extLst>
          </p:cNvPr>
          <p:cNvCxnSpPr>
            <a:cxnSpLocks/>
            <a:stCxn id="68" idx="1"/>
            <a:endCxn id="9" idx="1"/>
          </p:cNvCxnSpPr>
          <p:nvPr/>
        </p:nvCxnSpPr>
        <p:spPr>
          <a:xfrm rot="16200000" flipV="1">
            <a:off x="6229723" y="-2668232"/>
            <a:ext cx="12700" cy="8032931"/>
          </a:xfrm>
          <a:prstGeom prst="curvedConnector3">
            <a:avLst>
              <a:gd name="adj1" fmla="val 3124142"/>
            </a:avLst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Цилиндр 218">
            <a:extLst>
              <a:ext uri="{FF2B5EF4-FFF2-40B4-BE49-F238E27FC236}">
                <a16:creationId xmlns:a16="http://schemas.microsoft.com/office/drawing/2014/main" id="{F97146B8-7B39-B451-1FBC-DE4AC56132F9}"/>
              </a:ext>
            </a:extLst>
          </p:cNvPr>
          <p:cNvSpPr/>
          <p:nvPr/>
        </p:nvSpPr>
        <p:spPr>
          <a:xfrm>
            <a:off x="6585031" y="1165451"/>
            <a:ext cx="1187095" cy="1416855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pg</a:t>
            </a:r>
            <a:r>
              <a:rPr lang="en-US" dirty="0"/>
              <a:t>-locker</a:t>
            </a:r>
            <a:endParaRPr lang="ru-BY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58279774-7160-836C-6405-54333B773624}"/>
              </a:ext>
            </a:extLst>
          </p:cNvPr>
          <p:cNvSpPr txBox="1"/>
          <p:nvPr/>
        </p:nvSpPr>
        <p:spPr>
          <a:xfrm>
            <a:off x="7477985" y="2681788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D53FC2A-CEAB-0AD0-B55F-D0A914B98D3C}"/>
              </a:ext>
            </a:extLst>
          </p:cNvPr>
          <p:cNvSpPr txBox="1"/>
          <p:nvPr/>
        </p:nvSpPr>
        <p:spPr>
          <a:xfrm>
            <a:off x="3023642" y="2536496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54BDDF33-7B5B-73FC-63C5-23E52053FDAB}"/>
              </a:ext>
            </a:extLst>
          </p:cNvPr>
          <p:cNvSpPr txBox="1"/>
          <p:nvPr/>
        </p:nvSpPr>
        <p:spPr>
          <a:xfrm>
            <a:off x="8730673" y="1107687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F59F23C3-6E7B-BAAF-769B-9EDF4ADABFE5}"/>
              </a:ext>
            </a:extLst>
          </p:cNvPr>
          <p:cNvSpPr txBox="1"/>
          <p:nvPr/>
        </p:nvSpPr>
        <p:spPr>
          <a:xfrm>
            <a:off x="2973785" y="1181682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260" name="Прямая со стрелкой 18">
            <a:extLst>
              <a:ext uri="{FF2B5EF4-FFF2-40B4-BE49-F238E27FC236}">
                <a16:creationId xmlns:a16="http://schemas.microsoft.com/office/drawing/2014/main" id="{1638CF53-861A-7EA7-7816-D17722443F84}"/>
              </a:ext>
            </a:extLst>
          </p:cNvPr>
          <p:cNvCxnSpPr>
            <a:cxnSpLocks/>
            <a:stCxn id="219" idx="2"/>
            <a:endCxn id="138" idx="1"/>
          </p:cNvCxnSpPr>
          <p:nvPr/>
        </p:nvCxnSpPr>
        <p:spPr>
          <a:xfrm rot="10800000" flipV="1">
            <a:off x="5774647" y="1873879"/>
            <a:ext cx="810385" cy="641794"/>
          </a:xfrm>
          <a:prstGeom prst="curvedConnector2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Прямая со стрелкой 18">
            <a:extLst>
              <a:ext uri="{FF2B5EF4-FFF2-40B4-BE49-F238E27FC236}">
                <a16:creationId xmlns:a16="http://schemas.microsoft.com/office/drawing/2014/main" id="{53F97DCD-6CB1-67FC-5E16-26E146F51A93}"/>
              </a:ext>
            </a:extLst>
          </p:cNvPr>
          <p:cNvCxnSpPr>
            <a:cxnSpLocks/>
            <a:stCxn id="219" idx="2"/>
            <a:endCxn id="9" idx="4"/>
          </p:cNvCxnSpPr>
          <p:nvPr/>
        </p:nvCxnSpPr>
        <p:spPr>
          <a:xfrm rot="10800000" flipV="1">
            <a:off x="2757223" y="1873878"/>
            <a:ext cx="3827808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Прямая со стрелкой 18">
            <a:extLst>
              <a:ext uri="{FF2B5EF4-FFF2-40B4-BE49-F238E27FC236}">
                <a16:creationId xmlns:a16="http://schemas.microsoft.com/office/drawing/2014/main" id="{CFAEA455-C352-AAFE-3A31-354F9E3B482B}"/>
              </a:ext>
            </a:extLst>
          </p:cNvPr>
          <p:cNvCxnSpPr>
            <a:cxnSpLocks/>
            <a:stCxn id="219" idx="4"/>
            <a:endCxn id="68" idx="2"/>
          </p:cNvCxnSpPr>
          <p:nvPr/>
        </p:nvCxnSpPr>
        <p:spPr>
          <a:xfrm>
            <a:off x="7772126" y="1873879"/>
            <a:ext cx="1930095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49A2AAB3-1A49-2A61-5531-BDF57480A889}"/>
              </a:ext>
            </a:extLst>
          </p:cNvPr>
          <p:cNvSpPr txBox="1"/>
          <p:nvPr/>
        </p:nvSpPr>
        <p:spPr>
          <a:xfrm>
            <a:off x="8434847" y="1584764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69A33C7D-9720-EB54-0886-65F6F5998EB5}"/>
              </a:ext>
            </a:extLst>
          </p:cNvPr>
          <p:cNvSpPr txBox="1"/>
          <p:nvPr/>
        </p:nvSpPr>
        <p:spPr>
          <a:xfrm>
            <a:off x="3933963" y="1610311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23985170-98D4-49F9-2456-59DFBED5B3A1}"/>
              </a:ext>
            </a:extLst>
          </p:cNvPr>
          <p:cNvSpPr txBox="1"/>
          <p:nvPr/>
        </p:nvSpPr>
        <p:spPr>
          <a:xfrm>
            <a:off x="5327376" y="1935680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36816382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29001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Слой чтения</a:t>
            </a:r>
            <a:endParaRPr lang="en-US" sz="36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215162" y="3220803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coord-1</a:t>
            </a:r>
            <a:endParaRPr lang="ru-BY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4"/>
            <a:endCxn id="77" idx="2"/>
          </p:cNvCxnSpPr>
          <p:nvPr/>
        </p:nvCxnSpPr>
        <p:spPr>
          <a:xfrm flipV="1">
            <a:off x="1303095" y="3852081"/>
            <a:ext cx="823068" cy="17972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8" idx="1"/>
            <a:endCxn id="23" idx="3"/>
          </p:cNvCxnSpPr>
          <p:nvPr/>
        </p:nvCxnSpPr>
        <p:spPr>
          <a:xfrm flipH="1" flipV="1">
            <a:off x="759129" y="4519303"/>
            <a:ext cx="1408013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79" idx="1"/>
          </p:cNvCxnSpPr>
          <p:nvPr/>
        </p:nvCxnSpPr>
        <p:spPr>
          <a:xfrm flipH="1">
            <a:off x="750020" y="4519303"/>
            <a:ext cx="9109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Цилиндр 8">
            <a:extLst>
              <a:ext uri="{FF2B5EF4-FFF2-40B4-BE49-F238E27FC236}">
                <a16:creationId xmlns:a16="http://schemas.microsoft.com/office/drawing/2014/main" id="{A6CB4848-BD9F-00DA-AFBB-169D872B698A}"/>
              </a:ext>
            </a:extLst>
          </p:cNvPr>
          <p:cNvSpPr/>
          <p:nvPr/>
        </p:nvSpPr>
        <p:spPr>
          <a:xfrm>
            <a:off x="1669290" y="1348234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master-1</a:t>
            </a:r>
            <a:endParaRPr lang="ru-BY" sz="1200" dirty="0"/>
          </a:p>
        </p:txBody>
      </p:sp>
      <p:cxnSp>
        <p:nvCxnSpPr>
          <p:cNvPr id="10" name="Прямая со стрелкой 18">
            <a:extLst>
              <a:ext uri="{FF2B5EF4-FFF2-40B4-BE49-F238E27FC236}">
                <a16:creationId xmlns:a16="http://schemas.microsoft.com/office/drawing/2014/main" id="{6BDA3585-87B9-649E-1E95-BF31212098C0}"/>
              </a:ext>
            </a:extLst>
          </p:cNvPr>
          <p:cNvCxnSpPr>
            <a:cxnSpLocks/>
            <a:stCxn id="23" idx="1"/>
            <a:endCxn id="9" idx="2"/>
          </p:cNvCxnSpPr>
          <p:nvPr/>
        </p:nvCxnSpPr>
        <p:spPr>
          <a:xfrm flipV="1">
            <a:off x="759129" y="1997484"/>
            <a:ext cx="910161" cy="1223319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73A2584-B55C-170F-E6C7-B55FA12521EE}"/>
              </a:ext>
            </a:extLst>
          </p:cNvPr>
          <p:cNvSpPr txBox="1"/>
          <p:nvPr/>
        </p:nvSpPr>
        <p:spPr>
          <a:xfrm>
            <a:off x="400574" y="2252160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791FD8-19AD-0449-82A9-93DFE76667E6}"/>
              </a:ext>
            </a:extLst>
          </p:cNvPr>
          <p:cNvSpPr txBox="1"/>
          <p:nvPr/>
        </p:nvSpPr>
        <p:spPr>
          <a:xfrm>
            <a:off x="9354132" y="4629978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63" name="Цилиндр 62">
            <a:extLst>
              <a:ext uri="{FF2B5EF4-FFF2-40B4-BE49-F238E27FC236}">
                <a16:creationId xmlns:a16="http://schemas.microsoft.com/office/drawing/2014/main" id="{4B01D485-58C5-F64B-892A-4DB24B7AC6F5}"/>
              </a:ext>
            </a:extLst>
          </p:cNvPr>
          <p:cNvSpPr/>
          <p:nvPr/>
        </p:nvSpPr>
        <p:spPr>
          <a:xfrm>
            <a:off x="10888904" y="3220803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coord-3</a:t>
            </a:r>
            <a:endParaRPr lang="ru-BY" dirty="0"/>
          </a:p>
        </p:txBody>
      </p:sp>
      <p:cxnSp>
        <p:nvCxnSpPr>
          <p:cNvPr id="64" name="Прямая со стрелкой 18">
            <a:extLst>
              <a:ext uri="{FF2B5EF4-FFF2-40B4-BE49-F238E27FC236}">
                <a16:creationId xmlns:a16="http://schemas.microsoft.com/office/drawing/2014/main" id="{E0164565-70E0-C7C7-2C99-E337B9E0B7F3}"/>
              </a:ext>
            </a:extLst>
          </p:cNvPr>
          <p:cNvCxnSpPr>
            <a:cxnSpLocks/>
            <a:stCxn id="63" idx="3"/>
            <a:endCxn id="80" idx="1"/>
          </p:cNvCxnSpPr>
          <p:nvPr/>
        </p:nvCxnSpPr>
        <p:spPr>
          <a:xfrm>
            <a:off x="11432871" y="4519303"/>
            <a:ext cx="9110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18">
            <a:extLst>
              <a:ext uri="{FF2B5EF4-FFF2-40B4-BE49-F238E27FC236}">
                <a16:creationId xmlns:a16="http://schemas.microsoft.com/office/drawing/2014/main" id="{3B012901-C858-91F9-0976-418FE294860D}"/>
              </a:ext>
            </a:extLst>
          </p:cNvPr>
          <p:cNvCxnSpPr>
            <a:cxnSpLocks/>
            <a:stCxn id="75" idx="1"/>
            <a:endCxn id="63" idx="3"/>
          </p:cNvCxnSpPr>
          <p:nvPr/>
        </p:nvCxnSpPr>
        <p:spPr>
          <a:xfrm flipV="1">
            <a:off x="10024859" y="4519303"/>
            <a:ext cx="1408012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18">
            <a:extLst>
              <a:ext uri="{FF2B5EF4-FFF2-40B4-BE49-F238E27FC236}">
                <a16:creationId xmlns:a16="http://schemas.microsoft.com/office/drawing/2014/main" id="{C3FFC7E5-B5AC-380A-3E46-45A18ABA9FA2}"/>
              </a:ext>
            </a:extLst>
          </p:cNvPr>
          <p:cNvCxnSpPr>
            <a:cxnSpLocks/>
            <a:stCxn id="63" idx="2"/>
            <a:endCxn id="67" idx="4"/>
          </p:cNvCxnSpPr>
          <p:nvPr/>
        </p:nvCxnSpPr>
        <p:spPr>
          <a:xfrm flipH="1">
            <a:off x="10054688" y="3870053"/>
            <a:ext cx="834216" cy="4836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Цилиндр 66">
            <a:extLst>
              <a:ext uri="{FF2B5EF4-FFF2-40B4-BE49-F238E27FC236}">
                <a16:creationId xmlns:a16="http://schemas.microsoft.com/office/drawing/2014/main" id="{128093ED-E928-3A89-4AAA-8DA88C49702D}"/>
              </a:ext>
            </a:extLst>
          </p:cNvPr>
          <p:cNvSpPr/>
          <p:nvPr/>
        </p:nvSpPr>
        <p:spPr>
          <a:xfrm>
            <a:off x="8751185" y="3096992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worker-3-0</a:t>
            </a:r>
            <a:endParaRPr lang="ru-BY" dirty="0"/>
          </a:p>
        </p:txBody>
      </p:sp>
      <p:sp>
        <p:nvSpPr>
          <p:cNvPr id="68" name="Цилиндр 67">
            <a:extLst>
              <a:ext uri="{FF2B5EF4-FFF2-40B4-BE49-F238E27FC236}">
                <a16:creationId xmlns:a16="http://schemas.microsoft.com/office/drawing/2014/main" id="{656280ED-80FF-2A22-8B12-8033CCBAAD4E}"/>
              </a:ext>
            </a:extLst>
          </p:cNvPr>
          <p:cNvSpPr/>
          <p:nvPr/>
        </p:nvSpPr>
        <p:spPr>
          <a:xfrm>
            <a:off x="9702221" y="1348234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master-3</a:t>
            </a:r>
            <a:endParaRPr lang="ru-BY" sz="1200" dirty="0"/>
          </a:p>
        </p:txBody>
      </p:sp>
      <p:cxnSp>
        <p:nvCxnSpPr>
          <p:cNvPr id="69" name="Прямая со стрелкой 18">
            <a:extLst>
              <a:ext uri="{FF2B5EF4-FFF2-40B4-BE49-F238E27FC236}">
                <a16:creationId xmlns:a16="http://schemas.microsoft.com/office/drawing/2014/main" id="{3C276CDB-B51F-B4E7-01DB-6FE9E932957D}"/>
              </a:ext>
            </a:extLst>
          </p:cNvPr>
          <p:cNvCxnSpPr>
            <a:cxnSpLocks/>
            <a:stCxn id="63" idx="1"/>
            <a:endCxn id="68" idx="4"/>
          </p:cNvCxnSpPr>
          <p:nvPr/>
        </p:nvCxnSpPr>
        <p:spPr>
          <a:xfrm flipH="1" flipV="1">
            <a:off x="10790154" y="1997484"/>
            <a:ext cx="642717" cy="1223319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F4DE35B-CC66-B590-425F-C3360A92F914}"/>
              </a:ext>
            </a:extLst>
          </p:cNvPr>
          <p:cNvSpPr txBox="1"/>
          <p:nvPr/>
        </p:nvSpPr>
        <p:spPr>
          <a:xfrm>
            <a:off x="10998937" y="2271675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75" name="Цилиндр 74">
            <a:extLst>
              <a:ext uri="{FF2B5EF4-FFF2-40B4-BE49-F238E27FC236}">
                <a16:creationId xmlns:a16="http://schemas.microsoft.com/office/drawing/2014/main" id="{1081BE96-8EE3-23DD-00BD-4DE2FB885273}"/>
              </a:ext>
            </a:extLst>
          </p:cNvPr>
          <p:cNvSpPr/>
          <p:nvPr/>
        </p:nvSpPr>
        <p:spPr>
          <a:xfrm>
            <a:off x="9373107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7" name="Цилиндр 76">
            <a:extLst>
              <a:ext uri="{FF2B5EF4-FFF2-40B4-BE49-F238E27FC236}">
                <a16:creationId xmlns:a16="http://schemas.microsoft.com/office/drawing/2014/main" id="{74E180FE-7261-B185-0C8D-C9C0042627B9}"/>
              </a:ext>
            </a:extLst>
          </p:cNvPr>
          <p:cNvSpPr/>
          <p:nvPr/>
        </p:nvSpPr>
        <p:spPr>
          <a:xfrm>
            <a:off x="2126163" y="3074184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78" name="Цилиндр 77">
            <a:extLst>
              <a:ext uri="{FF2B5EF4-FFF2-40B4-BE49-F238E27FC236}">
                <a16:creationId xmlns:a16="http://schemas.microsoft.com/office/drawing/2014/main" id="{669EF9BA-FD3C-AD21-BB9F-57CF7987C597}"/>
              </a:ext>
            </a:extLst>
          </p:cNvPr>
          <p:cNvSpPr/>
          <p:nvPr/>
        </p:nvSpPr>
        <p:spPr>
          <a:xfrm>
            <a:off x="1515390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9" name="Цилиндр 78">
            <a:extLst>
              <a:ext uri="{FF2B5EF4-FFF2-40B4-BE49-F238E27FC236}">
                <a16:creationId xmlns:a16="http://schemas.microsoft.com/office/drawing/2014/main" id="{90EF0D7E-9F2C-1E4A-15C1-C868A4B7BA30}"/>
              </a:ext>
            </a:extLst>
          </p:cNvPr>
          <p:cNvSpPr/>
          <p:nvPr/>
        </p:nvSpPr>
        <p:spPr>
          <a:xfrm>
            <a:off x="98268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-0</a:t>
            </a:r>
            <a:endParaRPr lang="ru-BY" dirty="0"/>
          </a:p>
        </p:txBody>
      </p:sp>
      <p:sp>
        <p:nvSpPr>
          <p:cNvPr id="80" name="Цилиндр 79">
            <a:extLst>
              <a:ext uri="{FF2B5EF4-FFF2-40B4-BE49-F238E27FC236}">
                <a16:creationId xmlns:a16="http://schemas.microsoft.com/office/drawing/2014/main" id="{CAE1BEEA-12C6-891C-CD6E-5AD101581989}"/>
              </a:ext>
            </a:extLst>
          </p:cNvPr>
          <p:cNvSpPr/>
          <p:nvPr/>
        </p:nvSpPr>
        <p:spPr>
          <a:xfrm>
            <a:off x="1079022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E24B429-77BF-4902-7BC8-2E29AEE76BA6}"/>
              </a:ext>
            </a:extLst>
          </p:cNvPr>
          <p:cNvSpPr txBox="1"/>
          <p:nvPr/>
        </p:nvSpPr>
        <p:spPr>
          <a:xfrm>
            <a:off x="1667169" y="4648857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33" name="Цилиндр 132">
            <a:extLst>
              <a:ext uri="{FF2B5EF4-FFF2-40B4-BE49-F238E27FC236}">
                <a16:creationId xmlns:a16="http://schemas.microsoft.com/office/drawing/2014/main" id="{10422A75-5CBF-D970-425D-012B72501D29}"/>
              </a:ext>
            </a:extLst>
          </p:cNvPr>
          <p:cNvSpPr/>
          <p:nvPr/>
        </p:nvSpPr>
        <p:spPr>
          <a:xfrm>
            <a:off x="3933963" y="3516144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coord-2</a:t>
            </a:r>
            <a:endParaRPr lang="ru-BY" dirty="0"/>
          </a:p>
        </p:txBody>
      </p:sp>
      <p:cxnSp>
        <p:nvCxnSpPr>
          <p:cNvPr id="134" name="Прямая со стрелкой 18">
            <a:extLst>
              <a:ext uri="{FF2B5EF4-FFF2-40B4-BE49-F238E27FC236}">
                <a16:creationId xmlns:a16="http://schemas.microsoft.com/office/drawing/2014/main" id="{DE6C28DF-FDB8-8101-9E67-6B6088DA23CF}"/>
              </a:ext>
            </a:extLst>
          </p:cNvPr>
          <p:cNvCxnSpPr>
            <a:cxnSpLocks/>
            <a:stCxn id="133" idx="3"/>
            <a:endCxn id="142" idx="1"/>
          </p:cNvCxnSpPr>
          <p:nvPr/>
        </p:nvCxnSpPr>
        <p:spPr>
          <a:xfrm>
            <a:off x="4477930" y="4814644"/>
            <a:ext cx="303519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Прямая со стрелкой 18">
            <a:extLst>
              <a:ext uri="{FF2B5EF4-FFF2-40B4-BE49-F238E27FC236}">
                <a16:creationId xmlns:a16="http://schemas.microsoft.com/office/drawing/2014/main" id="{03579E49-243C-2684-AA5D-46796F02523B}"/>
              </a:ext>
            </a:extLst>
          </p:cNvPr>
          <p:cNvCxnSpPr>
            <a:cxnSpLocks/>
            <a:stCxn id="141" idx="1"/>
            <a:endCxn id="133" idx="3"/>
          </p:cNvCxnSpPr>
          <p:nvPr/>
        </p:nvCxnSpPr>
        <p:spPr>
          <a:xfrm flipH="1" flipV="1">
            <a:off x="4477930" y="4814644"/>
            <a:ext cx="161807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Прямая со стрелкой 18">
            <a:extLst>
              <a:ext uri="{FF2B5EF4-FFF2-40B4-BE49-F238E27FC236}">
                <a16:creationId xmlns:a16="http://schemas.microsoft.com/office/drawing/2014/main" id="{C44AAD08-2943-690B-31A8-0A09B9E072FD}"/>
              </a:ext>
            </a:extLst>
          </p:cNvPr>
          <p:cNvCxnSpPr>
            <a:cxnSpLocks/>
            <a:stCxn id="133" idx="3"/>
            <a:endCxn id="137" idx="1"/>
          </p:cNvCxnSpPr>
          <p:nvPr/>
        </p:nvCxnSpPr>
        <p:spPr>
          <a:xfrm>
            <a:off x="4477930" y="4814644"/>
            <a:ext cx="20089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Цилиндр 136">
            <a:extLst>
              <a:ext uri="{FF2B5EF4-FFF2-40B4-BE49-F238E27FC236}">
                <a16:creationId xmlns:a16="http://schemas.microsoft.com/office/drawing/2014/main" id="{CC73C14A-0919-2FE7-F8E9-5C086C1BA19A}"/>
              </a:ext>
            </a:extLst>
          </p:cNvPr>
          <p:cNvSpPr/>
          <p:nvPr/>
        </p:nvSpPr>
        <p:spPr>
          <a:xfrm>
            <a:off x="402706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worker-2-0</a:t>
            </a:r>
            <a:endParaRPr lang="ru-BY" dirty="0"/>
          </a:p>
        </p:txBody>
      </p:sp>
      <p:sp>
        <p:nvSpPr>
          <p:cNvPr id="138" name="Цилиндр 137">
            <a:extLst>
              <a:ext uri="{FF2B5EF4-FFF2-40B4-BE49-F238E27FC236}">
                <a16:creationId xmlns:a16="http://schemas.microsoft.com/office/drawing/2014/main" id="{7764FAA7-A17D-C3BE-BCE9-AF49FE66AF99}"/>
              </a:ext>
            </a:extLst>
          </p:cNvPr>
          <p:cNvSpPr/>
          <p:nvPr/>
        </p:nvSpPr>
        <p:spPr>
          <a:xfrm>
            <a:off x="5230679" y="251567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master-2</a:t>
            </a:r>
            <a:endParaRPr lang="ru-BY" sz="1200" dirty="0"/>
          </a:p>
        </p:txBody>
      </p:sp>
      <p:cxnSp>
        <p:nvCxnSpPr>
          <p:cNvPr id="139" name="Прямая со стрелкой 18">
            <a:extLst>
              <a:ext uri="{FF2B5EF4-FFF2-40B4-BE49-F238E27FC236}">
                <a16:creationId xmlns:a16="http://schemas.microsoft.com/office/drawing/2014/main" id="{437692CA-6BAB-8682-E077-7E4A2777BBE4}"/>
              </a:ext>
            </a:extLst>
          </p:cNvPr>
          <p:cNvCxnSpPr>
            <a:cxnSpLocks/>
            <a:stCxn id="133" idx="4"/>
            <a:endCxn id="138" idx="3"/>
          </p:cNvCxnSpPr>
          <p:nvPr/>
        </p:nvCxnSpPr>
        <p:spPr>
          <a:xfrm flipV="1">
            <a:off x="5021896" y="3814173"/>
            <a:ext cx="752750" cy="351221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Цилиндр 140">
            <a:extLst>
              <a:ext uri="{FF2B5EF4-FFF2-40B4-BE49-F238E27FC236}">
                <a16:creationId xmlns:a16="http://schemas.microsoft.com/office/drawing/2014/main" id="{3039488A-90E7-C053-C3A5-6D2078D0D8AA}"/>
              </a:ext>
            </a:extLst>
          </p:cNvPr>
          <p:cNvSpPr/>
          <p:nvPr/>
        </p:nvSpPr>
        <p:spPr>
          <a:xfrm>
            <a:off x="544424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142" name="Цилиндр 141">
            <a:extLst>
              <a:ext uri="{FF2B5EF4-FFF2-40B4-BE49-F238E27FC236}">
                <a16:creationId xmlns:a16="http://schemas.microsoft.com/office/drawing/2014/main" id="{C08D3B91-888D-4E44-94BF-FDCCFE5A5B8B}"/>
              </a:ext>
            </a:extLst>
          </p:cNvPr>
          <p:cNvSpPr/>
          <p:nvPr/>
        </p:nvSpPr>
        <p:spPr>
          <a:xfrm>
            <a:off x="686136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3A12764-859C-06BB-191F-3E87ABBE4FF9}"/>
              </a:ext>
            </a:extLst>
          </p:cNvPr>
          <p:cNvSpPr txBox="1"/>
          <p:nvPr/>
        </p:nvSpPr>
        <p:spPr>
          <a:xfrm>
            <a:off x="6867978" y="4656844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79EA9046-390B-7DC2-0A45-D3698290DFF2}"/>
              </a:ext>
            </a:extLst>
          </p:cNvPr>
          <p:cNvSpPr txBox="1"/>
          <p:nvPr/>
        </p:nvSpPr>
        <p:spPr>
          <a:xfrm>
            <a:off x="5165803" y="4045431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198" name="Прямая со стрелкой 18">
            <a:extLst>
              <a:ext uri="{FF2B5EF4-FFF2-40B4-BE49-F238E27FC236}">
                <a16:creationId xmlns:a16="http://schemas.microsoft.com/office/drawing/2014/main" id="{E24C86D1-B1B2-0973-0C35-766D2673E24F}"/>
              </a:ext>
            </a:extLst>
          </p:cNvPr>
          <p:cNvCxnSpPr>
            <a:cxnSpLocks/>
            <a:stCxn id="68" idx="3"/>
            <a:endCxn id="138" idx="4"/>
          </p:cNvCxnSpPr>
          <p:nvPr/>
        </p:nvCxnSpPr>
        <p:spPr>
          <a:xfrm rot="5400000">
            <a:off x="8023306" y="942040"/>
            <a:ext cx="518189" cy="3927576"/>
          </a:xfrm>
          <a:prstGeom prst="curvedConnector2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Прямая со стрелкой 18">
            <a:extLst>
              <a:ext uri="{FF2B5EF4-FFF2-40B4-BE49-F238E27FC236}">
                <a16:creationId xmlns:a16="http://schemas.microsoft.com/office/drawing/2014/main" id="{E6610087-EEA6-8CB3-DB1C-596299E7C6E4}"/>
              </a:ext>
            </a:extLst>
          </p:cNvPr>
          <p:cNvCxnSpPr>
            <a:cxnSpLocks/>
            <a:stCxn id="138" idx="2"/>
            <a:endCxn id="9" idx="3"/>
          </p:cNvCxnSpPr>
          <p:nvPr/>
        </p:nvCxnSpPr>
        <p:spPr>
          <a:xfrm rot="10800000">
            <a:off x="2213257" y="2646735"/>
            <a:ext cx="3017422" cy="518189"/>
          </a:xfrm>
          <a:prstGeom prst="curvedConnector2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Прямая со стрелкой 18">
            <a:extLst>
              <a:ext uri="{FF2B5EF4-FFF2-40B4-BE49-F238E27FC236}">
                <a16:creationId xmlns:a16="http://schemas.microsoft.com/office/drawing/2014/main" id="{367169FA-98EA-11DB-5DDF-4A37DA71E9A0}"/>
              </a:ext>
            </a:extLst>
          </p:cNvPr>
          <p:cNvCxnSpPr>
            <a:cxnSpLocks/>
            <a:stCxn id="68" idx="1"/>
            <a:endCxn id="9" idx="1"/>
          </p:cNvCxnSpPr>
          <p:nvPr/>
        </p:nvCxnSpPr>
        <p:spPr>
          <a:xfrm rot="16200000" flipV="1">
            <a:off x="6229723" y="-2668232"/>
            <a:ext cx="12700" cy="8032931"/>
          </a:xfrm>
          <a:prstGeom prst="curvedConnector3">
            <a:avLst>
              <a:gd name="adj1" fmla="val 3124142"/>
            </a:avLst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Цилиндр 218">
            <a:extLst>
              <a:ext uri="{FF2B5EF4-FFF2-40B4-BE49-F238E27FC236}">
                <a16:creationId xmlns:a16="http://schemas.microsoft.com/office/drawing/2014/main" id="{F97146B8-7B39-B451-1FBC-DE4AC56132F9}"/>
              </a:ext>
            </a:extLst>
          </p:cNvPr>
          <p:cNvSpPr/>
          <p:nvPr/>
        </p:nvSpPr>
        <p:spPr>
          <a:xfrm>
            <a:off x="6585031" y="1165451"/>
            <a:ext cx="1187095" cy="1416855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pg</a:t>
            </a:r>
            <a:r>
              <a:rPr lang="en-US" dirty="0"/>
              <a:t>-locker</a:t>
            </a:r>
            <a:endParaRPr lang="ru-BY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58279774-7160-836C-6405-54333B773624}"/>
              </a:ext>
            </a:extLst>
          </p:cNvPr>
          <p:cNvSpPr txBox="1"/>
          <p:nvPr/>
        </p:nvSpPr>
        <p:spPr>
          <a:xfrm>
            <a:off x="7477985" y="2681788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D53FC2A-CEAB-0AD0-B55F-D0A914B98D3C}"/>
              </a:ext>
            </a:extLst>
          </p:cNvPr>
          <p:cNvSpPr txBox="1"/>
          <p:nvPr/>
        </p:nvSpPr>
        <p:spPr>
          <a:xfrm>
            <a:off x="3023642" y="2536496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54BDDF33-7B5B-73FC-63C5-23E52053FDAB}"/>
              </a:ext>
            </a:extLst>
          </p:cNvPr>
          <p:cNvSpPr txBox="1"/>
          <p:nvPr/>
        </p:nvSpPr>
        <p:spPr>
          <a:xfrm>
            <a:off x="8730673" y="1107687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F59F23C3-6E7B-BAAF-769B-9EDF4ADABFE5}"/>
              </a:ext>
            </a:extLst>
          </p:cNvPr>
          <p:cNvSpPr txBox="1"/>
          <p:nvPr/>
        </p:nvSpPr>
        <p:spPr>
          <a:xfrm>
            <a:off x="2973785" y="1181682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260" name="Прямая со стрелкой 18">
            <a:extLst>
              <a:ext uri="{FF2B5EF4-FFF2-40B4-BE49-F238E27FC236}">
                <a16:creationId xmlns:a16="http://schemas.microsoft.com/office/drawing/2014/main" id="{1638CF53-861A-7EA7-7816-D17722443F84}"/>
              </a:ext>
            </a:extLst>
          </p:cNvPr>
          <p:cNvCxnSpPr>
            <a:cxnSpLocks/>
            <a:stCxn id="219" idx="2"/>
            <a:endCxn id="138" idx="1"/>
          </p:cNvCxnSpPr>
          <p:nvPr/>
        </p:nvCxnSpPr>
        <p:spPr>
          <a:xfrm rot="10800000" flipV="1">
            <a:off x="5774647" y="1873879"/>
            <a:ext cx="810385" cy="641794"/>
          </a:xfrm>
          <a:prstGeom prst="curvedConnector2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Прямая со стрелкой 18">
            <a:extLst>
              <a:ext uri="{FF2B5EF4-FFF2-40B4-BE49-F238E27FC236}">
                <a16:creationId xmlns:a16="http://schemas.microsoft.com/office/drawing/2014/main" id="{53F97DCD-6CB1-67FC-5E16-26E146F51A93}"/>
              </a:ext>
            </a:extLst>
          </p:cNvPr>
          <p:cNvCxnSpPr>
            <a:cxnSpLocks/>
            <a:stCxn id="219" idx="2"/>
            <a:endCxn id="9" idx="4"/>
          </p:cNvCxnSpPr>
          <p:nvPr/>
        </p:nvCxnSpPr>
        <p:spPr>
          <a:xfrm rot="10800000" flipV="1">
            <a:off x="2757223" y="1873878"/>
            <a:ext cx="3827808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Прямая со стрелкой 18">
            <a:extLst>
              <a:ext uri="{FF2B5EF4-FFF2-40B4-BE49-F238E27FC236}">
                <a16:creationId xmlns:a16="http://schemas.microsoft.com/office/drawing/2014/main" id="{CFAEA455-C352-AAFE-3A31-354F9E3B482B}"/>
              </a:ext>
            </a:extLst>
          </p:cNvPr>
          <p:cNvCxnSpPr>
            <a:cxnSpLocks/>
            <a:stCxn id="219" idx="4"/>
            <a:endCxn id="68" idx="2"/>
          </p:cNvCxnSpPr>
          <p:nvPr/>
        </p:nvCxnSpPr>
        <p:spPr>
          <a:xfrm>
            <a:off x="7772126" y="1873879"/>
            <a:ext cx="1930095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49A2AAB3-1A49-2A61-5531-BDF57480A889}"/>
              </a:ext>
            </a:extLst>
          </p:cNvPr>
          <p:cNvSpPr txBox="1"/>
          <p:nvPr/>
        </p:nvSpPr>
        <p:spPr>
          <a:xfrm>
            <a:off x="8434847" y="1584764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69A33C7D-9720-EB54-0886-65F6F5998EB5}"/>
              </a:ext>
            </a:extLst>
          </p:cNvPr>
          <p:cNvSpPr txBox="1"/>
          <p:nvPr/>
        </p:nvSpPr>
        <p:spPr>
          <a:xfrm>
            <a:off x="3933963" y="1610311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23985170-98D4-49F9-2456-59DFBED5B3A1}"/>
              </a:ext>
            </a:extLst>
          </p:cNvPr>
          <p:cNvSpPr txBox="1"/>
          <p:nvPr/>
        </p:nvSpPr>
        <p:spPr>
          <a:xfrm>
            <a:off x="5327376" y="1935680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9094527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48558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Слои записи и чтения</a:t>
            </a:r>
            <a:endParaRPr lang="en-US" sz="36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215162" y="3220803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coord-1</a:t>
            </a:r>
            <a:endParaRPr lang="ru-BY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4"/>
            <a:endCxn id="77" idx="2"/>
          </p:cNvCxnSpPr>
          <p:nvPr/>
        </p:nvCxnSpPr>
        <p:spPr>
          <a:xfrm flipV="1">
            <a:off x="1303095" y="3852081"/>
            <a:ext cx="823068" cy="17972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8" idx="1"/>
            <a:endCxn id="23" idx="3"/>
          </p:cNvCxnSpPr>
          <p:nvPr/>
        </p:nvCxnSpPr>
        <p:spPr>
          <a:xfrm flipH="1" flipV="1">
            <a:off x="759129" y="4519303"/>
            <a:ext cx="1408013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79" idx="1"/>
          </p:cNvCxnSpPr>
          <p:nvPr/>
        </p:nvCxnSpPr>
        <p:spPr>
          <a:xfrm flipH="1">
            <a:off x="750020" y="4519303"/>
            <a:ext cx="9109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Цилиндр 8">
            <a:extLst>
              <a:ext uri="{FF2B5EF4-FFF2-40B4-BE49-F238E27FC236}">
                <a16:creationId xmlns:a16="http://schemas.microsoft.com/office/drawing/2014/main" id="{A6CB4848-BD9F-00DA-AFBB-169D872B698A}"/>
              </a:ext>
            </a:extLst>
          </p:cNvPr>
          <p:cNvSpPr/>
          <p:nvPr/>
        </p:nvSpPr>
        <p:spPr>
          <a:xfrm>
            <a:off x="1669290" y="1348234"/>
            <a:ext cx="1087933" cy="1298500"/>
          </a:xfrm>
          <a:prstGeom prst="can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master-1</a:t>
            </a:r>
            <a:endParaRPr lang="ru-BY" sz="1200" dirty="0"/>
          </a:p>
        </p:txBody>
      </p:sp>
      <p:cxnSp>
        <p:nvCxnSpPr>
          <p:cNvPr id="10" name="Прямая со стрелкой 18">
            <a:extLst>
              <a:ext uri="{FF2B5EF4-FFF2-40B4-BE49-F238E27FC236}">
                <a16:creationId xmlns:a16="http://schemas.microsoft.com/office/drawing/2014/main" id="{6BDA3585-87B9-649E-1E95-BF31212098C0}"/>
              </a:ext>
            </a:extLst>
          </p:cNvPr>
          <p:cNvCxnSpPr>
            <a:cxnSpLocks/>
            <a:stCxn id="23" idx="1"/>
            <a:endCxn id="9" idx="2"/>
          </p:cNvCxnSpPr>
          <p:nvPr/>
        </p:nvCxnSpPr>
        <p:spPr>
          <a:xfrm flipV="1">
            <a:off x="759129" y="1997484"/>
            <a:ext cx="910161" cy="1223319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73A2584-B55C-170F-E6C7-B55FA12521EE}"/>
              </a:ext>
            </a:extLst>
          </p:cNvPr>
          <p:cNvSpPr txBox="1"/>
          <p:nvPr/>
        </p:nvSpPr>
        <p:spPr>
          <a:xfrm>
            <a:off x="400574" y="2252160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791FD8-19AD-0449-82A9-93DFE76667E6}"/>
              </a:ext>
            </a:extLst>
          </p:cNvPr>
          <p:cNvSpPr txBox="1"/>
          <p:nvPr/>
        </p:nvSpPr>
        <p:spPr>
          <a:xfrm>
            <a:off x="9354132" y="4629978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63" name="Цилиндр 62">
            <a:extLst>
              <a:ext uri="{FF2B5EF4-FFF2-40B4-BE49-F238E27FC236}">
                <a16:creationId xmlns:a16="http://schemas.microsoft.com/office/drawing/2014/main" id="{4B01D485-58C5-F64B-892A-4DB24B7AC6F5}"/>
              </a:ext>
            </a:extLst>
          </p:cNvPr>
          <p:cNvSpPr/>
          <p:nvPr/>
        </p:nvSpPr>
        <p:spPr>
          <a:xfrm>
            <a:off x="10888904" y="3220803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coord-3</a:t>
            </a:r>
            <a:endParaRPr lang="ru-BY" dirty="0"/>
          </a:p>
        </p:txBody>
      </p:sp>
      <p:cxnSp>
        <p:nvCxnSpPr>
          <p:cNvPr id="64" name="Прямая со стрелкой 18">
            <a:extLst>
              <a:ext uri="{FF2B5EF4-FFF2-40B4-BE49-F238E27FC236}">
                <a16:creationId xmlns:a16="http://schemas.microsoft.com/office/drawing/2014/main" id="{E0164565-70E0-C7C7-2C99-E337B9E0B7F3}"/>
              </a:ext>
            </a:extLst>
          </p:cNvPr>
          <p:cNvCxnSpPr>
            <a:cxnSpLocks/>
            <a:stCxn id="63" idx="3"/>
            <a:endCxn id="80" idx="1"/>
          </p:cNvCxnSpPr>
          <p:nvPr/>
        </p:nvCxnSpPr>
        <p:spPr>
          <a:xfrm>
            <a:off x="11432871" y="4519303"/>
            <a:ext cx="9110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18">
            <a:extLst>
              <a:ext uri="{FF2B5EF4-FFF2-40B4-BE49-F238E27FC236}">
                <a16:creationId xmlns:a16="http://schemas.microsoft.com/office/drawing/2014/main" id="{3B012901-C858-91F9-0976-418FE294860D}"/>
              </a:ext>
            </a:extLst>
          </p:cNvPr>
          <p:cNvCxnSpPr>
            <a:cxnSpLocks/>
            <a:stCxn id="75" idx="1"/>
            <a:endCxn id="63" idx="3"/>
          </p:cNvCxnSpPr>
          <p:nvPr/>
        </p:nvCxnSpPr>
        <p:spPr>
          <a:xfrm flipV="1">
            <a:off x="10024859" y="4519303"/>
            <a:ext cx="1408012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18">
            <a:extLst>
              <a:ext uri="{FF2B5EF4-FFF2-40B4-BE49-F238E27FC236}">
                <a16:creationId xmlns:a16="http://schemas.microsoft.com/office/drawing/2014/main" id="{C3FFC7E5-B5AC-380A-3E46-45A18ABA9FA2}"/>
              </a:ext>
            </a:extLst>
          </p:cNvPr>
          <p:cNvCxnSpPr>
            <a:cxnSpLocks/>
            <a:stCxn id="63" idx="2"/>
            <a:endCxn id="67" idx="4"/>
          </p:cNvCxnSpPr>
          <p:nvPr/>
        </p:nvCxnSpPr>
        <p:spPr>
          <a:xfrm flipH="1">
            <a:off x="10054688" y="3870053"/>
            <a:ext cx="834216" cy="4836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Цилиндр 66">
            <a:extLst>
              <a:ext uri="{FF2B5EF4-FFF2-40B4-BE49-F238E27FC236}">
                <a16:creationId xmlns:a16="http://schemas.microsoft.com/office/drawing/2014/main" id="{128093ED-E928-3A89-4AAA-8DA88C49702D}"/>
              </a:ext>
            </a:extLst>
          </p:cNvPr>
          <p:cNvSpPr/>
          <p:nvPr/>
        </p:nvSpPr>
        <p:spPr>
          <a:xfrm>
            <a:off x="8751185" y="3096992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worker-3-0</a:t>
            </a:r>
            <a:endParaRPr lang="ru-BY" dirty="0"/>
          </a:p>
        </p:txBody>
      </p:sp>
      <p:sp>
        <p:nvSpPr>
          <p:cNvPr id="68" name="Цилиндр 67">
            <a:extLst>
              <a:ext uri="{FF2B5EF4-FFF2-40B4-BE49-F238E27FC236}">
                <a16:creationId xmlns:a16="http://schemas.microsoft.com/office/drawing/2014/main" id="{656280ED-80FF-2A22-8B12-8033CCBAAD4E}"/>
              </a:ext>
            </a:extLst>
          </p:cNvPr>
          <p:cNvSpPr/>
          <p:nvPr/>
        </p:nvSpPr>
        <p:spPr>
          <a:xfrm>
            <a:off x="9702221" y="1348234"/>
            <a:ext cx="1087933" cy="1298500"/>
          </a:xfrm>
          <a:prstGeom prst="can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master-3</a:t>
            </a:r>
            <a:endParaRPr lang="ru-BY" sz="1200" dirty="0"/>
          </a:p>
        </p:txBody>
      </p:sp>
      <p:cxnSp>
        <p:nvCxnSpPr>
          <p:cNvPr id="69" name="Прямая со стрелкой 18">
            <a:extLst>
              <a:ext uri="{FF2B5EF4-FFF2-40B4-BE49-F238E27FC236}">
                <a16:creationId xmlns:a16="http://schemas.microsoft.com/office/drawing/2014/main" id="{3C276CDB-B51F-B4E7-01DB-6FE9E932957D}"/>
              </a:ext>
            </a:extLst>
          </p:cNvPr>
          <p:cNvCxnSpPr>
            <a:cxnSpLocks/>
            <a:stCxn id="63" idx="1"/>
            <a:endCxn id="68" idx="4"/>
          </p:cNvCxnSpPr>
          <p:nvPr/>
        </p:nvCxnSpPr>
        <p:spPr>
          <a:xfrm flipH="1" flipV="1">
            <a:off x="10790154" y="1997484"/>
            <a:ext cx="642717" cy="1223319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F4DE35B-CC66-B590-425F-C3360A92F914}"/>
              </a:ext>
            </a:extLst>
          </p:cNvPr>
          <p:cNvSpPr txBox="1"/>
          <p:nvPr/>
        </p:nvSpPr>
        <p:spPr>
          <a:xfrm>
            <a:off x="10998937" y="2271675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75" name="Цилиндр 74">
            <a:extLst>
              <a:ext uri="{FF2B5EF4-FFF2-40B4-BE49-F238E27FC236}">
                <a16:creationId xmlns:a16="http://schemas.microsoft.com/office/drawing/2014/main" id="{1081BE96-8EE3-23DD-00BD-4DE2FB885273}"/>
              </a:ext>
            </a:extLst>
          </p:cNvPr>
          <p:cNvSpPr/>
          <p:nvPr/>
        </p:nvSpPr>
        <p:spPr>
          <a:xfrm>
            <a:off x="9373107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7" name="Цилиндр 76">
            <a:extLst>
              <a:ext uri="{FF2B5EF4-FFF2-40B4-BE49-F238E27FC236}">
                <a16:creationId xmlns:a16="http://schemas.microsoft.com/office/drawing/2014/main" id="{74E180FE-7261-B185-0C8D-C9C0042627B9}"/>
              </a:ext>
            </a:extLst>
          </p:cNvPr>
          <p:cNvSpPr/>
          <p:nvPr/>
        </p:nvSpPr>
        <p:spPr>
          <a:xfrm>
            <a:off x="2126163" y="3074184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78" name="Цилиндр 77">
            <a:extLst>
              <a:ext uri="{FF2B5EF4-FFF2-40B4-BE49-F238E27FC236}">
                <a16:creationId xmlns:a16="http://schemas.microsoft.com/office/drawing/2014/main" id="{669EF9BA-FD3C-AD21-BB9F-57CF7987C597}"/>
              </a:ext>
            </a:extLst>
          </p:cNvPr>
          <p:cNvSpPr/>
          <p:nvPr/>
        </p:nvSpPr>
        <p:spPr>
          <a:xfrm>
            <a:off x="1515390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9" name="Цилиндр 78">
            <a:extLst>
              <a:ext uri="{FF2B5EF4-FFF2-40B4-BE49-F238E27FC236}">
                <a16:creationId xmlns:a16="http://schemas.microsoft.com/office/drawing/2014/main" id="{90EF0D7E-9F2C-1E4A-15C1-C868A4B7BA30}"/>
              </a:ext>
            </a:extLst>
          </p:cNvPr>
          <p:cNvSpPr/>
          <p:nvPr/>
        </p:nvSpPr>
        <p:spPr>
          <a:xfrm>
            <a:off x="98268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-0</a:t>
            </a:r>
            <a:endParaRPr lang="ru-BY" dirty="0"/>
          </a:p>
        </p:txBody>
      </p:sp>
      <p:sp>
        <p:nvSpPr>
          <p:cNvPr id="80" name="Цилиндр 79">
            <a:extLst>
              <a:ext uri="{FF2B5EF4-FFF2-40B4-BE49-F238E27FC236}">
                <a16:creationId xmlns:a16="http://schemas.microsoft.com/office/drawing/2014/main" id="{CAE1BEEA-12C6-891C-CD6E-5AD101581989}"/>
              </a:ext>
            </a:extLst>
          </p:cNvPr>
          <p:cNvSpPr/>
          <p:nvPr/>
        </p:nvSpPr>
        <p:spPr>
          <a:xfrm>
            <a:off x="1079022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E24B429-77BF-4902-7BC8-2E29AEE76BA6}"/>
              </a:ext>
            </a:extLst>
          </p:cNvPr>
          <p:cNvSpPr txBox="1"/>
          <p:nvPr/>
        </p:nvSpPr>
        <p:spPr>
          <a:xfrm>
            <a:off x="1667169" y="4648857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33" name="Цилиндр 132">
            <a:extLst>
              <a:ext uri="{FF2B5EF4-FFF2-40B4-BE49-F238E27FC236}">
                <a16:creationId xmlns:a16="http://schemas.microsoft.com/office/drawing/2014/main" id="{10422A75-5CBF-D970-425D-012B72501D29}"/>
              </a:ext>
            </a:extLst>
          </p:cNvPr>
          <p:cNvSpPr/>
          <p:nvPr/>
        </p:nvSpPr>
        <p:spPr>
          <a:xfrm>
            <a:off x="3933963" y="3516144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coord-2</a:t>
            </a:r>
            <a:endParaRPr lang="ru-BY" dirty="0"/>
          </a:p>
        </p:txBody>
      </p:sp>
      <p:cxnSp>
        <p:nvCxnSpPr>
          <p:cNvPr id="134" name="Прямая со стрелкой 18">
            <a:extLst>
              <a:ext uri="{FF2B5EF4-FFF2-40B4-BE49-F238E27FC236}">
                <a16:creationId xmlns:a16="http://schemas.microsoft.com/office/drawing/2014/main" id="{DE6C28DF-FDB8-8101-9E67-6B6088DA23CF}"/>
              </a:ext>
            </a:extLst>
          </p:cNvPr>
          <p:cNvCxnSpPr>
            <a:cxnSpLocks/>
            <a:stCxn id="133" idx="3"/>
            <a:endCxn id="142" idx="1"/>
          </p:cNvCxnSpPr>
          <p:nvPr/>
        </p:nvCxnSpPr>
        <p:spPr>
          <a:xfrm>
            <a:off x="4477930" y="4814644"/>
            <a:ext cx="303519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Прямая со стрелкой 18">
            <a:extLst>
              <a:ext uri="{FF2B5EF4-FFF2-40B4-BE49-F238E27FC236}">
                <a16:creationId xmlns:a16="http://schemas.microsoft.com/office/drawing/2014/main" id="{03579E49-243C-2684-AA5D-46796F02523B}"/>
              </a:ext>
            </a:extLst>
          </p:cNvPr>
          <p:cNvCxnSpPr>
            <a:cxnSpLocks/>
            <a:stCxn id="141" idx="1"/>
            <a:endCxn id="133" idx="3"/>
          </p:cNvCxnSpPr>
          <p:nvPr/>
        </p:nvCxnSpPr>
        <p:spPr>
          <a:xfrm flipH="1" flipV="1">
            <a:off x="4477930" y="4814644"/>
            <a:ext cx="161807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Прямая со стрелкой 18">
            <a:extLst>
              <a:ext uri="{FF2B5EF4-FFF2-40B4-BE49-F238E27FC236}">
                <a16:creationId xmlns:a16="http://schemas.microsoft.com/office/drawing/2014/main" id="{C44AAD08-2943-690B-31A8-0A09B9E072FD}"/>
              </a:ext>
            </a:extLst>
          </p:cNvPr>
          <p:cNvCxnSpPr>
            <a:cxnSpLocks/>
            <a:stCxn id="133" idx="3"/>
            <a:endCxn id="137" idx="1"/>
          </p:cNvCxnSpPr>
          <p:nvPr/>
        </p:nvCxnSpPr>
        <p:spPr>
          <a:xfrm>
            <a:off x="4477930" y="4814644"/>
            <a:ext cx="20089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Цилиндр 136">
            <a:extLst>
              <a:ext uri="{FF2B5EF4-FFF2-40B4-BE49-F238E27FC236}">
                <a16:creationId xmlns:a16="http://schemas.microsoft.com/office/drawing/2014/main" id="{CC73C14A-0919-2FE7-F8E9-5C086C1BA19A}"/>
              </a:ext>
            </a:extLst>
          </p:cNvPr>
          <p:cNvSpPr/>
          <p:nvPr/>
        </p:nvSpPr>
        <p:spPr>
          <a:xfrm>
            <a:off x="402706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worker-2-0</a:t>
            </a:r>
            <a:endParaRPr lang="ru-BY" dirty="0"/>
          </a:p>
        </p:txBody>
      </p:sp>
      <p:sp>
        <p:nvSpPr>
          <p:cNvPr id="138" name="Цилиндр 137">
            <a:extLst>
              <a:ext uri="{FF2B5EF4-FFF2-40B4-BE49-F238E27FC236}">
                <a16:creationId xmlns:a16="http://schemas.microsoft.com/office/drawing/2014/main" id="{7764FAA7-A17D-C3BE-BCE9-AF49FE66AF99}"/>
              </a:ext>
            </a:extLst>
          </p:cNvPr>
          <p:cNvSpPr/>
          <p:nvPr/>
        </p:nvSpPr>
        <p:spPr>
          <a:xfrm>
            <a:off x="5230679" y="2515673"/>
            <a:ext cx="1087933" cy="1298500"/>
          </a:xfrm>
          <a:prstGeom prst="can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master-2</a:t>
            </a:r>
            <a:endParaRPr lang="ru-BY" sz="1200" dirty="0"/>
          </a:p>
        </p:txBody>
      </p:sp>
      <p:cxnSp>
        <p:nvCxnSpPr>
          <p:cNvPr id="139" name="Прямая со стрелкой 18">
            <a:extLst>
              <a:ext uri="{FF2B5EF4-FFF2-40B4-BE49-F238E27FC236}">
                <a16:creationId xmlns:a16="http://schemas.microsoft.com/office/drawing/2014/main" id="{437692CA-6BAB-8682-E077-7E4A2777BBE4}"/>
              </a:ext>
            </a:extLst>
          </p:cNvPr>
          <p:cNvCxnSpPr>
            <a:cxnSpLocks/>
            <a:stCxn id="133" idx="4"/>
            <a:endCxn id="138" idx="3"/>
          </p:cNvCxnSpPr>
          <p:nvPr/>
        </p:nvCxnSpPr>
        <p:spPr>
          <a:xfrm flipV="1">
            <a:off x="5021896" y="3814173"/>
            <a:ext cx="752750" cy="351221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Цилиндр 140">
            <a:extLst>
              <a:ext uri="{FF2B5EF4-FFF2-40B4-BE49-F238E27FC236}">
                <a16:creationId xmlns:a16="http://schemas.microsoft.com/office/drawing/2014/main" id="{3039488A-90E7-C053-C3A5-6D2078D0D8AA}"/>
              </a:ext>
            </a:extLst>
          </p:cNvPr>
          <p:cNvSpPr/>
          <p:nvPr/>
        </p:nvSpPr>
        <p:spPr>
          <a:xfrm>
            <a:off x="544424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142" name="Цилиндр 141">
            <a:extLst>
              <a:ext uri="{FF2B5EF4-FFF2-40B4-BE49-F238E27FC236}">
                <a16:creationId xmlns:a16="http://schemas.microsoft.com/office/drawing/2014/main" id="{C08D3B91-888D-4E44-94BF-FDCCFE5A5B8B}"/>
              </a:ext>
            </a:extLst>
          </p:cNvPr>
          <p:cNvSpPr/>
          <p:nvPr/>
        </p:nvSpPr>
        <p:spPr>
          <a:xfrm>
            <a:off x="686136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3A12764-859C-06BB-191F-3E87ABBE4FF9}"/>
              </a:ext>
            </a:extLst>
          </p:cNvPr>
          <p:cNvSpPr txBox="1"/>
          <p:nvPr/>
        </p:nvSpPr>
        <p:spPr>
          <a:xfrm>
            <a:off x="6867978" y="4656844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79EA9046-390B-7DC2-0A45-D3698290DFF2}"/>
              </a:ext>
            </a:extLst>
          </p:cNvPr>
          <p:cNvSpPr txBox="1"/>
          <p:nvPr/>
        </p:nvSpPr>
        <p:spPr>
          <a:xfrm>
            <a:off x="5165803" y="4045431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198" name="Прямая со стрелкой 18">
            <a:extLst>
              <a:ext uri="{FF2B5EF4-FFF2-40B4-BE49-F238E27FC236}">
                <a16:creationId xmlns:a16="http://schemas.microsoft.com/office/drawing/2014/main" id="{E24C86D1-B1B2-0973-0C35-766D2673E24F}"/>
              </a:ext>
            </a:extLst>
          </p:cNvPr>
          <p:cNvCxnSpPr>
            <a:cxnSpLocks/>
            <a:stCxn id="68" idx="3"/>
            <a:endCxn id="138" idx="4"/>
          </p:cNvCxnSpPr>
          <p:nvPr/>
        </p:nvCxnSpPr>
        <p:spPr>
          <a:xfrm rot="5400000">
            <a:off x="8023306" y="942040"/>
            <a:ext cx="518189" cy="3927576"/>
          </a:xfrm>
          <a:prstGeom prst="curvedConnector2">
            <a:avLst/>
          </a:prstGeom>
          <a:ln w="31750">
            <a:solidFill>
              <a:schemeClr val="tx2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Прямая со стрелкой 18">
            <a:extLst>
              <a:ext uri="{FF2B5EF4-FFF2-40B4-BE49-F238E27FC236}">
                <a16:creationId xmlns:a16="http://schemas.microsoft.com/office/drawing/2014/main" id="{E6610087-EEA6-8CB3-DB1C-596299E7C6E4}"/>
              </a:ext>
            </a:extLst>
          </p:cNvPr>
          <p:cNvCxnSpPr>
            <a:cxnSpLocks/>
            <a:stCxn id="138" idx="2"/>
            <a:endCxn id="9" idx="3"/>
          </p:cNvCxnSpPr>
          <p:nvPr/>
        </p:nvCxnSpPr>
        <p:spPr>
          <a:xfrm rot="10800000">
            <a:off x="2213257" y="2646735"/>
            <a:ext cx="3017422" cy="518189"/>
          </a:xfrm>
          <a:prstGeom prst="curvedConnector2">
            <a:avLst/>
          </a:prstGeom>
          <a:ln w="31750">
            <a:solidFill>
              <a:schemeClr val="accent1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Прямая со стрелкой 18">
            <a:extLst>
              <a:ext uri="{FF2B5EF4-FFF2-40B4-BE49-F238E27FC236}">
                <a16:creationId xmlns:a16="http://schemas.microsoft.com/office/drawing/2014/main" id="{367169FA-98EA-11DB-5DDF-4A37DA71E9A0}"/>
              </a:ext>
            </a:extLst>
          </p:cNvPr>
          <p:cNvCxnSpPr>
            <a:cxnSpLocks/>
            <a:stCxn id="68" idx="1"/>
            <a:endCxn id="9" idx="1"/>
          </p:cNvCxnSpPr>
          <p:nvPr/>
        </p:nvCxnSpPr>
        <p:spPr>
          <a:xfrm rot="16200000" flipV="1">
            <a:off x="6229723" y="-2668232"/>
            <a:ext cx="12700" cy="8032931"/>
          </a:xfrm>
          <a:prstGeom prst="curvedConnector3">
            <a:avLst>
              <a:gd name="adj1" fmla="val 3124142"/>
            </a:avLst>
          </a:prstGeom>
          <a:ln w="31750">
            <a:solidFill>
              <a:schemeClr val="tx2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Цилиндр 218">
            <a:extLst>
              <a:ext uri="{FF2B5EF4-FFF2-40B4-BE49-F238E27FC236}">
                <a16:creationId xmlns:a16="http://schemas.microsoft.com/office/drawing/2014/main" id="{F97146B8-7B39-B451-1FBC-DE4AC56132F9}"/>
              </a:ext>
            </a:extLst>
          </p:cNvPr>
          <p:cNvSpPr/>
          <p:nvPr/>
        </p:nvSpPr>
        <p:spPr>
          <a:xfrm>
            <a:off x="6585031" y="1165451"/>
            <a:ext cx="1187095" cy="1416855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pg</a:t>
            </a:r>
            <a:r>
              <a:rPr lang="en-US" dirty="0"/>
              <a:t>-locker</a:t>
            </a:r>
            <a:endParaRPr lang="ru-BY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58279774-7160-836C-6405-54333B773624}"/>
              </a:ext>
            </a:extLst>
          </p:cNvPr>
          <p:cNvSpPr txBox="1"/>
          <p:nvPr/>
        </p:nvSpPr>
        <p:spPr>
          <a:xfrm>
            <a:off x="7477985" y="2681788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D53FC2A-CEAB-0AD0-B55F-D0A914B98D3C}"/>
              </a:ext>
            </a:extLst>
          </p:cNvPr>
          <p:cNvSpPr txBox="1"/>
          <p:nvPr/>
        </p:nvSpPr>
        <p:spPr>
          <a:xfrm>
            <a:off x="3023642" y="2536496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54BDDF33-7B5B-73FC-63C5-23E52053FDAB}"/>
              </a:ext>
            </a:extLst>
          </p:cNvPr>
          <p:cNvSpPr txBox="1"/>
          <p:nvPr/>
        </p:nvSpPr>
        <p:spPr>
          <a:xfrm>
            <a:off x="8730673" y="1107687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F59F23C3-6E7B-BAAF-769B-9EDF4ADABFE5}"/>
              </a:ext>
            </a:extLst>
          </p:cNvPr>
          <p:cNvSpPr txBox="1"/>
          <p:nvPr/>
        </p:nvSpPr>
        <p:spPr>
          <a:xfrm>
            <a:off x="2973785" y="1181682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260" name="Прямая со стрелкой 18">
            <a:extLst>
              <a:ext uri="{FF2B5EF4-FFF2-40B4-BE49-F238E27FC236}">
                <a16:creationId xmlns:a16="http://schemas.microsoft.com/office/drawing/2014/main" id="{1638CF53-861A-7EA7-7816-D17722443F84}"/>
              </a:ext>
            </a:extLst>
          </p:cNvPr>
          <p:cNvCxnSpPr>
            <a:cxnSpLocks/>
            <a:stCxn id="219" idx="2"/>
            <a:endCxn id="138" idx="1"/>
          </p:cNvCxnSpPr>
          <p:nvPr/>
        </p:nvCxnSpPr>
        <p:spPr>
          <a:xfrm rot="10800000" flipV="1">
            <a:off x="5774647" y="1873879"/>
            <a:ext cx="810385" cy="641794"/>
          </a:xfrm>
          <a:prstGeom prst="curvedConnector2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Прямая со стрелкой 18">
            <a:extLst>
              <a:ext uri="{FF2B5EF4-FFF2-40B4-BE49-F238E27FC236}">
                <a16:creationId xmlns:a16="http://schemas.microsoft.com/office/drawing/2014/main" id="{53F97DCD-6CB1-67FC-5E16-26E146F51A93}"/>
              </a:ext>
            </a:extLst>
          </p:cNvPr>
          <p:cNvCxnSpPr>
            <a:cxnSpLocks/>
            <a:stCxn id="219" idx="2"/>
            <a:endCxn id="9" idx="4"/>
          </p:cNvCxnSpPr>
          <p:nvPr/>
        </p:nvCxnSpPr>
        <p:spPr>
          <a:xfrm rot="10800000" flipV="1">
            <a:off x="2757223" y="1873878"/>
            <a:ext cx="3827808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Прямая со стрелкой 18">
            <a:extLst>
              <a:ext uri="{FF2B5EF4-FFF2-40B4-BE49-F238E27FC236}">
                <a16:creationId xmlns:a16="http://schemas.microsoft.com/office/drawing/2014/main" id="{CFAEA455-C352-AAFE-3A31-354F9E3B482B}"/>
              </a:ext>
            </a:extLst>
          </p:cNvPr>
          <p:cNvCxnSpPr>
            <a:cxnSpLocks/>
            <a:stCxn id="219" idx="4"/>
            <a:endCxn id="68" idx="2"/>
          </p:cNvCxnSpPr>
          <p:nvPr/>
        </p:nvCxnSpPr>
        <p:spPr>
          <a:xfrm>
            <a:off x="7772126" y="1873879"/>
            <a:ext cx="1930095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49A2AAB3-1A49-2A61-5531-BDF57480A889}"/>
              </a:ext>
            </a:extLst>
          </p:cNvPr>
          <p:cNvSpPr txBox="1"/>
          <p:nvPr/>
        </p:nvSpPr>
        <p:spPr>
          <a:xfrm>
            <a:off x="8434847" y="1584764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69A33C7D-9720-EB54-0886-65F6F5998EB5}"/>
              </a:ext>
            </a:extLst>
          </p:cNvPr>
          <p:cNvSpPr txBox="1"/>
          <p:nvPr/>
        </p:nvSpPr>
        <p:spPr>
          <a:xfrm>
            <a:off x="3933963" y="1610311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23985170-98D4-49F9-2456-59DFBED5B3A1}"/>
              </a:ext>
            </a:extLst>
          </p:cNvPr>
          <p:cNvSpPr txBox="1"/>
          <p:nvPr/>
        </p:nvSpPr>
        <p:spPr>
          <a:xfrm>
            <a:off x="5327376" y="1935680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5025775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6354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Общая архитектура кластера</a:t>
            </a:r>
            <a:endParaRPr lang="en-US" sz="36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215162" y="3220803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coord-1</a:t>
            </a:r>
            <a:endParaRPr lang="ru-BY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4"/>
            <a:endCxn id="77" idx="2"/>
          </p:cNvCxnSpPr>
          <p:nvPr/>
        </p:nvCxnSpPr>
        <p:spPr>
          <a:xfrm flipV="1">
            <a:off x="1303095" y="3852081"/>
            <a:ext cx="823068" cy="17972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8" idx="1"/>
            <a:endCxn id="23" idx="3"/>
          </p:cNvCxnSpPr>
          <p:nvPr/>
        </p:nvCxnSpPr>
        <p:spPr>
          <a:xfrm flipH="1" flipV="1">
            <a:off x="759129" y="4519303"/>
            <a:ext cx="1408013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79" idx="1"/>
          </p:cNvCxnSpPr>
          <p:nvPr/>
        </p:nvCxnSpPr>
        <p:spPr>
          <a:xfrm flipH="1">
            <a:off x="750020" y="4519303"/>
            <a:ext cx="9109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Цилиндр 8">
            <a:extLst>
              <a:ext uri="{FF2B5EF4-FFF2-40B4-BE49-F238E27FC236}">
                <a16:creationId xmlns:a16="http://schemas.microsoft.com/office/drawing/2014/main" id="{A6CB4848-BD9F-00DA-AFBB-169D872B698A}"/>
              </a:ext>
            </a:extLst>
          </p:cNvPr>
          <p:cNvSpPr/>
          <p:nvPr/>
        </p:nvSpPr>
        <p:spPr>
          <a:xfrm>
            <a:off x="1669290" y="1348234"/>
            <a:ext cx="1087933" cy="1298500"/>
          </a:xfrm>
          <a:prstGeom prst="can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master-1</a:t>
            </a:r>
            <a:endParaRPr lang="ru-BY" sz="1200" dirty="0"/>
          </a:p>
        </p:txBody>
      </p:sp>
      <p:cxnSp>
        <p:nvCxnSpPr>
          <p:cNvPr id="10" name="Прямая со стрелкой 18">
            <a:extLst>
              <a:ext uri="{FF2B5EF4-FFF2-40B4-BE49-F238E27FC236}">
                <a16:creationId xmlns:a16="http://schemas.microsoft.com/office/drawing/2014/main" id="{6BDA3585-87B9-649E-1E95-BF31212098C0}"/>
              </a:ext>
            </a:extLst>
          </p:cNvPr>
          <p:cNvCxnSpPr>
            <a:cxnSpLocks/>
            <a:stCxn id="23" idx="1"/>
            <a:endCxn id="9" idx="2"/>
          </p:cNvCxnSpPr>
          <p:nvPr/>
        </p:nvCxnSpPr>
        <p:spPr>
          <a:xfrm flipV="1">
            <a:off x="759129" y="1997484"/>
            <a:ext cx="910161" cy="1223319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73A2584-B55C-170F-E6C7-B55FA12521EE}"/>
              </a:ext>
            </a:extLst>
          </p:cNvPr>
          <p:cNvSpPr txBox="1"/>
          <p:nvPr/>
        </p:nvSpPr>
        <p:spPr>
          <a:xfrm>
            <a:off x="400574" y="2252160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791FD8-19AD-0449-82A9-93DFE76667E6}"/>
              </a:ext>
            </a:extLst>
          </p:cNvPr>
          <p:cNvSpPr txBox="1"/>
          <p:nvPr/>
        </p:nvSpPr>
        <p:spPr>
          <a:xfrm>
            <a:off x="9354132" y="4629978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63" name="Цилиндр 62">
            <a:extLst>
              <a:ext uri="{FF2B5EF4-FFF2-40B4-BE49-F238E27FC236}">
                <a16:creationId xmlns:a16="http://schemas.microsoft.com/office/drawing/2014/main" id="{4B01D485-58C5-F64B-892A-4DB24B7AC6F5}"/>
              </a:ext>
            </a:extLst>
          </p:cNvPr>
          <p:cNvSpPr/>
          <p:nvPr/>
        </p:nvSpPr>
        <p:spPr>
          <a:xfrm>
            <a:off x="10888904" y="3220803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coord-3</a:t>
            </a:r>
            <a:endParaRPr lang="ru-BY" dirty="0"/>
          </a:p>
        </p:txBody>
      </p:sp>
      <p:cxnSp>
        <p:nvCxnSpPr>
          <p:cNvPr id="64" name="Прямая со стрелкой 18">
            <a:extLst>
              <a:ext uri="{FF2B5EF4-FFF2-40B4-BE49-F238E27FC236}">
                <a16:creationId xmlns:a16="http://schemas.microsoft.com/office/drawing/2014/main" id="{E0164565-70E0-C7C7-2C99-E337B9E0B7F3}"/>
              </a:ext>
            </a:extLst>
          </p:cNvPr>
          <p:cNvCxnSpPr>
            <a:cxnSpLocks/>
            <a:stCxn id="63" idx="3"/>
            <a:endCxn id="80" idx="1"/>
          </p:cNvCxnSpPr>
          <p:nvPr/>
        </p:nvCxnSpPr>
        <p:spPr>
          <a:xfrm>
            <a:off x="11432871" y="4519303"/>
            <a:ext cx="9110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18">
            <a:extLst>
              <a:ext uri="{FF2B5EF4-FFF2-40B4-BE49-F238E27FC236}">
                <a16:creationId xmlns:a16="http://schemas.microsoft.com/office/drawing/2014/main" id="{3B012901-C858-91F9-0976-418FE294860D}"/>
              </a:ext>
            </a:extLst>
          </p:cNvPr>
          <p:cNvCxnSpPr>
            <a:cxnSpLocks/>
            <a:stCxn id="75" idx="1"/>
            <a:endCxn id="63" idx="3"/>
          </p:cNvCxnSpPr>
          <p:nvPr/>
        </p:nvCxnSpPr>
        <p:spPr>
          <a:xfrm flipV="1">
            <a:off x="10024859" y="4519303"/>
            <a:ext cx="1408012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18">
            <a:extLst>
              <a:ext uri="{FF2B5EF4-FFF2-40B4-BE49-F238E27FC236}">
                <a16:creationId xmlns:a16="http://schemas.microsoft.com/office/drawing/2014/main" id="{C3FFC7E5-B5AC-380A-3E46-45A18ABA9FA2}"/>
              </a:ext>
            </a:extLst>
          </p:cNvPr>
          <p:cNvCxnSpPr>
            <a:cxnSpLocks/>
            <a:stCxn id="63" idx="2"/>
            <a:endCxn id="67" idx="4"/>
          </p:cNvCxnSpPr>
          <p:nvPr/>
        </p:nvCxnSpPr>
        <p:spPr>
          <a:xfrm flipH="1">
            <a:off x="10054688" y="3870053"/>
            <a:ext cx="834216" cy="4836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Цилиндр 66">
            <a:extLst>
              <a:ext uri="{FF2B5EF4-FFF2-40B4-BE49-F238E27FC236}">
                <a16:creationId xmlns:a16="http://schemas.microsoft.com/office/drawing/2014/main" id="{128093ED-E928-3A89-4AAA-8DA88C49702D}"/>
              </a:ext>
            </a:extLst>
          </p:cNvPr>
          <p:cNvSpPr/>
          <p:nvPr/>
        </p:nvSpPr>
        <p:spPr>
          <a:xfrm>
            <a:off x="8751185" y="3096992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worker-3-0</a:t>
            </a:r>
            <a:endParaRPr lang="ru-BY" dirty="0"/>
          </a:p>
        </p:txBody>
      </p:sp>
      <p:sp>
        <p:nvSpPr>
          <p:cNvPr id="68" name="Цилиндр 67">
            <a:extLst>
              <a:ext uri="{FF2B5EF4-FFF2-40B4-BE49-F238E27FC236}">
                <a16:creationId xmlns:a16="http://schemas.microsoft.com/office/drawing/2014/main" id="{656280ED-80FF-2A22-8B12-8033CCBAAD4E}"/>
              </a:ext>
            </a:extLst>
          </p:cNvPr>
          <p:cNvSpPr/>
          <p:nvPr/>
        </p:nvSpPr>
        <p:spPr>
          <a:xfrm>
            <a:off x="9702221" y="1348234"/>
            <a:ext cx="1087933" cy="1298500"/>
          </a:xfrm>
          <a:prstGeom prst="can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master-3</a:t>
            </a:r>
            <a:endParaRPr lang="ru-BY" sz="1200" dirty="0"/>
          </a:p>
        </p:txBody>
      </p:sp>
      <p:cxnSp>
        <p:nvCxnSpPr>
          <p:cNvPr id="69" name="Прямая со стрелкой 18">
            <a:extLst>
              <a:ext uri="{FF2B5EF4-FFF2-40B4-BE49-F238E27FC236}">
                <a16:creationId xmlns:a16="http://schemas.microsoft.com/office/drawing/2014/main" id="{3C276CDB-B51F-B4E7-01DB-6FE9E932957D}"/>
              </a:ext>
            </a:extLst>
          </p:cNvPr>
          <p:cNvCxnSpPr>
            <a:cxnSpLocks/>
            <a:stCxn id="63" idx="1"/>
            <a:endCxn id="68" idx="4"/>
          </p:cNvCxnSpPr>
          <p:nvPr/>
        </p:nvCxnSpPr>
        <p:spPr>
          <a:xfrm flipH="1" flipV="1">
            <a:off x="10790154" y="1997484"/>
            <a:ext cx="642717" cy="1223319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F4DE35B-CC66-B590-425F-C3360A92F914}"/>
              </a:ext>
            </a:extLst>
          </p:cNvPr>
          <p:cNvSpPr txBox="1"/>
          <p:nvPr/>
        </p:nvSpPr>
        <p:spPr>
          <a:xfrm>
            <a:off x="10998937" y="2271675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75" name="Цилиндр 74">
            <a:extLst>
              <a:ext uri="{FF2B5EF4-FFF2-40B4-BE49-F238E27FC236}">
                <a16:creationId xmlns:a16="http://schemas.microsoft.com/office/drawing/2014/main" id="{1081BE96-8EE3-23DD-00BD-4DE2FB885273}"/>
              </a:ext>
            </a:extLst>
          </p:cNvPr>
          <p:cNvSpPr/>
          <p:nvPr/>
        </p:nvSpPr>
        <p:spPr>
          <a:xfrm>
            <a:off x="9373107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7" name="Цилиндр 76">
            <a:extLst>
              <a:ext uri="{FF2B5EF4-FFF2-40B4-BE49-F238E27FC236}">
                <a16:creationId xmlns:a16="http://schemas.microsoft.com/office/drawing/2014/main" id="{74E180FE-7261-B185-0C8D-C9C0042627B9}"/>
              </a:ext>
            </a:extLst>
          </p:cNvPr>
          <p:cNvSpPr/>
          <p:nvPr/>
        </p:nvSpPr>
        <p:spPr>
          <a:xfrm>
            <a:off x="2126163" y="3074184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78" name="Цилиндр 77">
            <a:extLst>
              <a:ext uri="{FF2B5EF4-FFF2-40B4-BE49-F238E27FC236}">
                <a16:creationId xmlns:a16="http://schemas.microsoft.com/office/drawing/2014/main" id="{669EF9BA-FD3C-AD21-BB9F-57CF7987C597}"/>
              </a:ext>
            </a:extLst>
          </p:cNvPr>
          <p:cNvSpPr/>
          <p:nvPr/>
        </p:nvSpPr>
        <p:spPr>
          <a:xfrm>
            <a:off x="1515390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9" name="Цилиндр 78">
            <a:extLst>
              <a:ext uri="{FF2B5EF4-FFF2-40B4-BE49-F238E27FC236}">
                <a16:creationId xmlns:a16="http://schemas.microsoft.com/office/drawing/2014/main" id="{90EF0D7E-9F2C-1E4A-15C1-C868A4B7BA30}"/>
              </a:ext>
            </a:extLst>
          </p:cNvPr>
          <p:cNvSpPr/>
          <p:nvPr/>
        </p:nvSpPr>
        <p:spPr>
          <a:xfrm>
            <a:off x="98268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-0</a:t>
            </a:r>
            <a:endParaRPr lang="ru-BY" dirty="0"/>
          </a:p>
        </p:txBody>
      </p:sp>
      <p:sp>
        <p:nvSpPr>
          <p:cNvPr id="80" name="Цилиндр 79">
            <a:extLst>
              <a:ext uri="{FF2B5EF4-FFF2-40B4-BE49-F238E27FC236}">
                <a16:creationId xmlns:a16="http://schemas.microsoft.com/office/drawing/2014/main" id="{CAE1BEEA-12C6-891C-CD6E-5AD101581989}"/>
              </a:ext>
            </a:extLst>
          </p:cNvPr>
          <p:cNvSpPr/>
          <p:nvPr/>
        </p:nvSpPr>
        <p:spPr>
          <a:xfrm>
            <a:off x="1079022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E24B429-77BF-4902-7BC8-2E29AEE76BA6}"/>
              </a:ext>
            </a:extLst>
          </p:cNvPr>
          <p:cNvSpPr txBox="1"/>
          <p:nvPr/>
        </p:nvSpPr>
        <p:spPr>
          <a:xfrm>
            <a:off x="1667169" y="4648857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33" name="Цилиндр 132">
            <a:extLst>
              <a:ext uri="{FF2B5EF4-FFF2-40B4-BE49-F238E27FC236}">
                <a16:creationId xmlns:a16="http://schemas.microsoft.com/office/drawing/2014/main" id="{10422A75-5CBF-D970-425D-012B72501D29}"/>
              </a:ext>
            </a:extLst>
          </p:cNvPr>
          <p:cNvSpPr/>
          <p:nvPr/>
        </p:nvSpPr>
        <p:spPr>
          <a:xfrm>
            <a:off x="3933963" y="3516144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coord-2</a:t>
            </a:r>
            <a:endParaRPr lang="ru-BY" dirty="0"/>
          </a:p>
        </p:txBody>
      </p:sp>
      <p:cxnSp>
        <p:nvCxnSpPr>
          <p:cNvPr id="134" name="Прямая со стрелкой 18">
            <a:extLst>
              <a:ext uri="{FF2B5EF4-FFF2-40B4-BE49-F238E27FC236}">
                <a16:creationId xmlns:a16="http://schemas.microsoft.com/office/drawing/2014/main" id="{DE6C28DF-FDB8-8101-9E67-6B6088DA23CF}"/>
              </a:ext>
            </a:extLst>
          </p:cNvPr>
          <p:cNvCxnSpPr>
            <a:cxnSpLocks/>
            <a:stCxn id="133" idx="3"/>
            <a:endCxn id="142" idx="1"/>
          </p:cNvCxnSpPr>
          <p:nvPr/>
        </p:nvCxnSpPr>
        <p:spPr>
          <a:xfrm>
            <a:off x="4477930" y="4814644"/>
            <a:ext cx="303519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Прямая со стрелкой 18">
            <a:extLst>
              <a:ext uri="{FF2B5EF4-FFF2-40B4-BE49-F238E27FC236}">
                <a16:creationId xmlns:a16="http://schemas.microsoft.com/office/drawing/2014/main" id="{03579E49-243C-2684-AA5D-46796F02523B}"/>
              </a:ext>
            </a:extLst>
          </p:cNvPr>
          <p:cNvCxnSpPr>
            <a:cxnSpLocks/>
            <a:stCxn id="141" idx="1"/>
            <a:endCxn id="133" idx="3"/>
          </p:cNvCxnSpPr>
          <p:nvPr/>
        </p:nvCxnSpPr>
        <p:spPr>
          <a:xfrm flipH="1" flipV="1">
            <a:off x="4477930" y="4814644"/>
            <a:ext cx="161807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Прямая со стрелкой 18">
            <a:extLst>
              <a:ext uri="{FF2B5EF4-FFF2-40B4-BE49-F238E27FC236}">
                <a16:creationId xmlns:a16="http://schemas.microsoft.com/office/drawing/2014/main" id="{C44AAD08-2943-690B-31A8-0A09B9E072FD}"/>
              </a:ext>
            </a:extLst>
          </p:cNvPr>
          <p:cNvCxnSpPr>
            <a:cxnSpLocks/>
            <a:stCxn id="133" idx="3"/>
            <a:endCxn id="137" idx="1"/>
          </p:cNvCxnSpPr>
          <p:nvPr/>
        </p:nvCxnSpPr>
        <p:spPr>
          <a:xfrm>
            <a:off x="4477930" y="4814644"/>
            <a:ext cx="20089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Цилиндр 136">
            <a:extLst>
              <a:ext uri="{FF2B5EF4-FFF2-40B4-BE49-F238E27FC236}">
                <a16:creationId xmlns:a16="http://schemas.microsoft.com/office/drawing/2014/main" id="{CC73C14A-0919-2FE7-F8E9-5C086C1BA19A}"/>
              </a:ext>
            </a:extLst>
          </p:cNvPr>
          <p:cNvSpPr/>
          <p:nvPr/>
        </p:nvSpPr>
        <p:spPr>
          <a:xfrm>
            <a:off x="402706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worker-2-0</a:t>
            </a:r>
            <a:endParaRPr lang="ru-BY" dirty="0"/>
          </a:p>
        </p:txBody>
      </p:sp>
      <p:sp>
        <p:nvSpPr>
          <p:cNvPr id="138" name="Цилиндр 137">
            <a:extLst>
              <a:ext uri="{FF2B5EF4-FFF2-40B4-BE49-F238E27FC236}">
                <a16:creationId xmlns:a16="http://schemas.microsoft.com/office/drawing/2014/main" id="{7764FAA7-A17D-C3BE-BCE9-AF49FE66AF99}"/>
              </a:ext>
            </a:extLst>
          </p:cNvPr>
          <p:cNvSpPr/>
          <p:nvPr/>
        </p:nvSpPr>
        <p:spPr>
          <a:xfrm>
            <a:off x="5230679" y="2515673"/>
            <a:ext cx="1087933" cy="1298500"/>
          </a:xfrm>
          <a:prstGeom prst="can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master-2</a:t>
            </a:r>
            <a:endParaRPr lang="ru-BY" sz="1200" dirty="0"/>
          </a:p>
        </p:txBody>
      </p:sp>
      <p:cxnSp>
        <p:nvCxnSpPr>
          <p:cNvPr id="139" name="Прямая со стрелкой 18">
            <a:extLst>
              <a:ext uri="{FF2B5EF4-FFF2-40B4-BE49-F238E27FC236}">
                <a16:creationId xmlns:a16="http://schemas.microsoft.com/office/drawing/2014/main" id="{437692CA-6BAB-8682-E077-7E4A2777BBE4}"/>
              </a:ext>
            </a:extLst>
          </p:cNvPr>
          <p:cNvCxnSpPr>
            <a:cxnSpLocks/>
            <a:stCxn id="133" idx="4"/>
            <a:endCxn id="138" idx="3"/>
          </p:cNvCxnSpPr>
          <p:nvPr/>
        </p:nvCxnSpPr>
        <p:spPr>
          <a:xfrm flipV="1">
            <a:off x="5021896" y="3814173"/>
            <a:ext cx="752750" cy="351221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Цилиндр 140">
            <a:extLst>
              <a:ext uri="{FF2B5EF4-FFF2-40B4-BE49-F238E27FC236}">
                <a16:creationId xmlns:a16="http://schemas.microsoft.com/office/drawing/2014/main" id="{3039488A-90E7-C053-C3A5-6D2078D0D8AA}"/>
              </a:ext>
            </a:extLst>
          </p:cNvPr>
          <p:cNvSpPr/>
          <p:nvPr/>
        </p:nvSpPr>
        <p:spPr>
          <a:xfrm>
            <a:off x="544424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142" name="Цилиндр 141">
            <a:extLst>
              <a:ext uri="{FF2B5EF4-FFF2-40B4-BE49-F238E27FC236}">
                <a16:creationId xmlns:a16="http://schemas.microsoft.com/office/drawing/2014/main" id="{C08D3B91-888D-4E44-94BF-FDCCFE5A5B8B}"/>
              </a:ext>
            </a:extLst>
          </p:cNvPr>
          <p:cNvSpPr/>
          <p:nvPr/>
        </p:nvSpPr>
        <p:spPr>
          <a:xfrm>
            <a:off x="686136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3A12764-859C-06BB-191F-3E87ABBE4FF9}"/>
              </a:ext>
            </a:extLst>
          </p:cNvPr>
          <p:cNvSpPr txBox="1"/>
          <p:nvPr/>
        </p:nvSpPr>
        <p:spPr>
          <a:xfrm>
            <a:off x="6867978" y="4656844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79EA9046-390B-7DC2-0A45-D3698290DFF2}"/>
              </a:ext>
            </a:extLst>
          </p:cNvPr>
          <p:cNvSpPr txBox="1"/>
          <p:nvPr/>
        </p:nvSpPr>
        <p:spPr>
          <a:xfrm>
            <a:off x="5165803" y="4045431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198" name="Прямая со стрелкой 18">
            <a:extLst>
              <a:ext uri="{FF2B5EF4-FFF2-40B4-BE49-F238E27FC236}">
                <a16:creationId xmlns:a16="http://schemas.microsoft.com/office/drawing/2014/main" id="{E24C86D1-B1B2-0973-0C35-766D2673E24F}"/>
              </a:ext>
            </a:extLst>
          </p:cNvPr>
          <p:cNvCxnSpPr>
            <a:cxnSpLocks/>
            <a:stCxn id="68" idx="3"/>
            <a:endCxn id="138" idx="4"/>
          </p:cNvCxnSpPr>
          <p:nvPr/>
        </p:nvCxnSpPr>
        <p:spPr>
          <a:xfrm rot="5400000">
            <a:off x="8023306" y="942040"/>
            <a:ext cx="518189" cy="3927576"/>
          </a:xfrm>
          <a:prstGeom prst="curvedConnector2">
            <a:avLst/>
          </a:prstGeom>
          <a:ln w="31750">
            <a:solidFill>
              <a:schemeClr val="tx2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Прямая со стрелкой 18">
            <a:extLst>
              <a:ext uri="{FF2B5EF4-FFF2-40B4-BE49-F238E27FC236}">
                <a16:creationId xmlns:a16="http://schemas.microsoft.com/office/drawing/2014/main" id="{E6610087-EEA6-8CB3-DB1C-596299E7C6E4}"/>
              </a:ext>
            </a:extLst>
          </p:cNvPr>
          <p:cNvCxnSpPr>
            <a:cxnSpLocks/>
            <a:stCxn id="138" idx="2"/>
            <a:endCxn id="9" idx="3"/>
          </p:cNvCxnSpPr>
          <p:nvPr/>
        </p:nvCxnSpPr>
        <p:spPr>
          <a:xfrm rot="10800000">
            <a:off x="2213257" y="2646735"/>
            <a:ext cx="3017422" cy="518189"/>
          </a:xfrm>
          <a:prstGeom prst="curvedConnector2">
            <a:avLst/>
          </a:prstGeom>
          <a:ln w="31750">
            <a:solidFill>
              <a:schemeClr val="accent1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Прямая со стрелкой 18">
            <a:extLst>
              <a:ext uri="{FF2B5EF4-FFF2-40B4-BE49-F238E27FC236}">
                <a16:creationId xmlns:a16="http://schemas.microsoft.com/office/drawing/2014/main" id="{367169FA-98EA-11DB-5DDF-4A37DA71E9A0}"/>
              </a:ext>
            </a:extLst>
          </p:cNvPr>
          <p:cNvCxnSpPr>
            <a:cxnSpLocks/>
            <a:stCxn id="68" idx="1"/>
            <a:endCxn id="9" idx="1"/>
          </p:cNvCxnSpPr>
          <p:nvPr/>
        </p:nvCxnSpPr>
        <p:spPr>
          <a:xfrm rot="16200000" flipV="1">
            <a:off x="6229723" y="-2668232"/>
            <a:ext cx="12700" cy="8032931"/>
          </a:xfrm>
          <a:prstGeom prst="curvedConnector3">
            <a:avLst>
              <a:gd name="adj1" fmla="val 3124142"/>
            </a:avLst>
          </a:prstGeom>
          <a:ln w="31750">
            <a:solidFill>
              <a:schemeClr val="tx2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Цилиндр 218">
            <a:extLst>
              <a:ext uri="{FF2B5EF4-FFF2-40B4-BE49-F238E27FC236}">
                <a16:creationId xmlns:a16="http://schemas.microsoft.com/office/drawing/2014/main" id="{F97146B8-7B39-B451-1FBC-DE4AC56132F9}"/>
              </a:ext>
            </a:extLst>
          </p:cNvPr>
          <p:cNvSpPr/>
          <p:nvPr/>
        </p:nvSpPr>
        <p:spPr>
          <a:xfrm>
            <a:off x="6585031" y="1165451"/>
            <a:ext cx="1187095" cy="1416855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pg</a:t>
            </a:r>
            <a:r>
              <a:rPr lang="en-US" dirty="0"/>
              <a:t>-locker</a:t>
            </a:r>
            <a:endParaRPr lang="ru-BY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58279774-7160-836C-6405-54333B773624}"/>
              </a:ext>
            </a:extLst>
          </p:cNvPr>
          <p:cNvSpPr txBox="1"/>
          <p:nvPr/>
        </p:nvSpPr>
        <p:spPr>
          <a:xfrm>
            <a:off x="7477985" y="2681788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D53FC2A-CEAB-0AD0-B55F-D0A914B98D3C}"/>
              </a:ext>
            </a:extLst>
          </p:cNvPr>
          <p:cNvSpPr txBox="1"/>
          <p:nvPr/>
        </p:nvSpPr>
        <p:spPr>
          <a:xfrm>
            <a:off x="3023642" y="2536496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54BDDF33-7B5B-73FC-63C5-23E52053FDAB}"/>
              </a:ext>
            </a:extLst>
          </p:cNvPr>
          <p:cNvSpPr txBox="1"/>
          <p:nvPr/>
        </p:nvSpPr>
        <p:spPr>
          <a:xfrm>
            <a:off x="8730673" y="1107687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F59F23C3-6E7B-BAAF-769B-9EDF4ADABFE5}"/>
              </a:ext>
            </a:extLst>
          </p:cNvPr>
          <p:cNvSpPr txBox="1"/>
          <p:nvPr/>
        </p:nvSpPr>
        <p:spPr>
          <a:xfrm>
            <a:off x="2973785" y="1181682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260" name="Прямая со стрелкой 18">
            <a:extLst>
              <a:ext uri="{FF2B5EF4-FFF2-40B4-BE49-F238E27FC236}">
                <a16:creationId xmlns:a16="http://schemas.microsoft.com/office/drawing/2014/main" id="{1638CF53-861A-7EA7-7816-D17722443F84}"/>
              </a:ext>
            </a:extLst>
          </p:cNvPr>
          <p:cNvCxnSpPr>
            <a:cxnSpLocks/>
            <a:stCxn id="219" idx="2"/>
            <a:endCxn id="138" idx="1"/>
          </p:cNvCxnSpPr>
          <p:nvPr/>
        </p:nvCxnSpPr>
        <p:spPr>
          <a:xfrm rot="10800000" flipV="1">
            <a:off x="5774647" y="1873879"/>
            <a:ext cx="810385" cy="641794"/>
          </a:xfrm>
          <a:prstGeom prst="curvedConnector2">
            <a:avLst/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Прямая со стрелкой 18">
            <a:extLst>
              <a:ext uri="{FF2B5EF4-FFF2-40B4-BE49-F238E27FC236}">
                <a16:creationId xmlns:a16="http://schemas.microsoft.com/office/drawing/2014/main" id="{53F97DCD-6CB1-67FC-5E16-26E146F51A93}"/>
              </a:ext>
            </a:extLst>
          </p:cNvPr>
          <p:cNvCxnSpPr>
            <a:cxnSpLocks/>
            <a:stCxn id="219" idx="2"/>
            <a:endCxn id="9" idx="4"/>
          </p:cNvCxnSpPr>
          <p:nvPr/>
        </p:nvCxnSpPr>
        <p:spPr>
          <a:xfrm rot="10800000" flipV="1">
            <a:off x="2757223" y="1873878"/>
            <a:ext cx="3827808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Прямая со стрелкой 18">
            <a:extLst>
              <a:ext uri="{FF2B5EF4-FFF2-40B4-BE49-F238E27FC236}">
                <a16:creationId xmlns:a16="http://schemas.microsoft.com/office/drawing/2014/main" id="{CFAEA455-C352-AAFE-3A31-354F9E3B482B}"/>
              </a:ext>
            </a:extLst>
          </p:cNvPr>
          <p:cNvCxnSpPr>
            <a:cxnSpLocks/>
            <a:stCxn id="219" idx="4"/>
            <a:endCxn id="68" idx="2"/>
          </p:cNvCxnSpPr>
          <p:nvPr/>
        </p:nvCxnSpPr>
        <p:spPr>
          <a:xfrm>
            <a:off x="7772126" y="1873879"/>
            <a:ext cx="1930095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49A2AAB3-1A49-2A61-5531-BDF57480A889}"/>
              </a:ext>
            </a:extLst>
          </p:cNvPr>
          <p:cNvSpPr txBox="1"/>
          <p:nvPr/>
        </p:nvSpPr>
        <p:spPr>
          <a:xfrm>
            <a:off x="8434847" y="1584764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69A33C7D-9720-EB54-0886-65F6F5998EB5}"/>
              </a:ext>
            </a:extLst>
          </p:cNvPr>
          <p:cNvSpPr txBox="1"/>
          <p:nvPr/>
        </p:nvSpPr>
        <p:spPr>
          <a:xfrm>
            <a:off x="3933963" y="1610311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23985170-98D4-49F9-2456-59DFBED5B3A1}"/>
              </a:ext>
            </a:extLst>
          </p:cNvPr>
          <p:cNvSpPr txBox="1"/>
          <p:nvPr/>
        </p:nvSpPr>
        <p:spPr>
          <a:xfrm>
            <a:off x="5327376" y="1935680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33950158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6354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Общая архитектура кластера</a:t>
            </a:r>
            <a:endParaRPr lang="en-US" sz="36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215162" y="322080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coord-1</a:t>
            </a:r>
            <a:endParaRPr lang="ru-BY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4"/>
            <a:endCxn id="77" idx="2"/>
          </p:cNvCxnSpPr>
          <p:nvPr/>
        </p:nvCxnSpPr>
        <p:spPr>
          <a:xfrm flipV="1">
            <a:off x="1303095" y="3852081"/>
            <a:ext cx="823068" cy="17972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8" idx="1"/>
            <a:endCxn id="23" idx="3"/>
          </p:cNvCxnSpPr>
          <p:nvPr/>
        </p:nvCxnSpPr>
        <p:spPr>
          <a:xfrm flipH="1" flipV="1">
            <a:off x="759129" y="4519303"/>
            <a:ext cx="1408013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79" idx="1"/>
          </p:cNvCxnSpPr>
          <p:nvPr/>
        </p:nvCxnSpPr>
        <p:spPr>
          <a:xfrm flipH="1">
            <a:off x="750020" y="4519303"/>
            <a:ext cx="9109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Цилиндр 8">
            <a:extLst>
              <a:ext uri="{FF2B5EF4-FFF2-40B4-BE49-F238E27FC236}">
                <a16:creationId xmlns:a16="http://schemas.microsoft.com/office/drawing/2014/main" id="{A6CB4848-BD9F-00DA-AFBB-169D872B698A}"/>
              </a:ext>
            </a:extLst>
          </p:cNvPr>
          <p:cNvSpPr/>
          <p:nvPr/>
        </p:nvSpPr>
        <p:spPr>
          <a:xfrm>
            <a:off x="1669290" y="1348234"/>
            <a:ext cx="1087933" cy="1298500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master-1</a:t>
            </a:r>
            <a:endParaRPr lang="ru-BY" sz="1200" dirty="0"/>
          </a:p>
        </p:txBody>
      </p:sp>
      <p:cxnSp>
        <p:nvCxnSpPr>
          <p:cNvPr id="10" name="Прямая со стрелкой 18">
            <a:extLst>
              <a:ext uri="{FF2B5EF4-FFF2-40B4-BE49-F238E27FC236}">
                <a16:creationId xmlns:a16="http://schemas.microsoft.com/office/drawing/2014/main" id="{6BDA3585-87B9-649E-1E95-BF31212098C0}"/>
              </a:ext>
            </a:extLst>
          </p:cNvPr>
          <p:cNvCxnSpPr>
            <a:cxnSpLocks/>
            <a:stCxn id="23" idx="1"/>
            <a:endCxn id="9" idx="2"/>
          </p:cNvCxnSpPr>
          <p:nvPr/>
        </p:nvCxnSpPr>
        <p:spPr>
          <a:xfrm flipV="1">
            <a:off x="759129" y="1997484"/>
            <a:ext cx="910161" cy="1223319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73A2584-B55C-170F-E6C7-B55FA12521EE}"/>
              </a:ext>
            </a:extLst>
          </p:cNvPr>
          <p:cNvSpPr txBox="1"/>
          <p:nvPr/>
        </p:nvSpPr>
        <p:spPr>
          <a:xfrm>
            <a:off x="400574" y="2252160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791FD8-19AD-0449-82A9-93DFE76667E6}"/>
              </a:ext>
            </a:extLst>
          </p:cNvPr>
          <p:cNvSpPr txBox="1"/>
          <p:nvPr/>
        </p:nvSpPr>
        <p:spPr>
          <a:xfrm>
            <a:off x="9354132" y="4629978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63" name="Цилиндр 62">
            <a:extLst>
              <a:ext uri="{FF2B5EF4-FFF2-40B4-BE49-F238E27FC236}">
                <a16:creationId xmlns:a16="http://schemas.microsoft.com/office/drawing/2014/main" id="{4B01D485-58C5-F64B-892A-4DB24B7AC6F5}"/>
              </a:ext>
            </a:extLst>
          </p:cNvPr>
          <p:cNvSpPr/>
          <p:nvPr/>
        </p:nvSpPr>
        <p:spPr>
          <a:xfrm>
            <a:off x="10888904" y="322080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coord-3</a:t>
            </a:r>
            <a:endParaRPr lang="ru-BY" dirty="0"/>
          </a:p>
        </p:txBody>
      </p:sp>
      <p:cxnSp>
        <p:nvCxnSpPr>
          <p:cNvPr id="64" name="Прямая со стрелкой 18">
            <a:extLst>
              <a:ext uri="{FF2B5EF4-FFF2-40B4-BE49-F238E27FC236}">
                <a16:creationId xmlns:a16="http://schemas.microsoft.com/office/drawing/2014/main" id="{E0164565-70E0-C7C7-2C99-E337B9E0B7F3}"/>
              </a:ext>
            </a:extLst>
          </p:cNvPr>
          <p:cNvCxnSpPr>
            <a:cxnSpLocks/>
            <a:stCxn id="63" idx="3"/>
            <a:endCxn id="80" idx="1"/>
          </p:cNvCxnSpPr>
          <p:nvPr/>
        </p:nvCxnSpPr>
        <p:spPr>
          <a:xfrm>
            <a:off x="11432871" y="4519303"/>
            <a:ext cx="9110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18">
            <a:extLst>
              <a:ext uri="{FF2B5EF4-FFF2-40B4-BE49-F238E27FC236}">
                <a16:creationId xmlns:a16="http://schemas.microsoft.com/office/drawing/2014/main" id="{3B012901-C858-91F9-0976-418FE294860D}"/>
              </a:ext>
            </a:extLst>
          </p:cNvPr>
          <p:cNvCxnSpPr>
            <a:cxnSpLocks/>
            <a:stCxn id="75" idx="1"/>
            <a:endCxn id="63" idx="3"/>
          </p:cNvCxnSpPr>
          <p:nvPr/>
        </p:nvCxnSpPr>
        <p:spPr>
          <a:xfrm flipV="1">
            <a:off x="10024859" y="4519303"/>
            <a:ext cx="1408012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18">
            <a:extLst>
              <a:ext uri="{FF2B5EF4-FFF2-40B4-BE49-F238E27FC236}">
                <a16:creationId xmlns:a16="http://schemas.microsoft.com/office/drawing/2014/main" id="{C3FFC7E5-B5AC-380A-3E46-45A18ABA9FA2}"/>
              </a:ext>
            </a:extLst>
          </p:cNvPr>
          <p:cNvCxnSpPr>
            <a:cxnSpLocks/>
            <a:stCxn id="63" idx="2"/>
            <a:endCxn id="67" idx="4"/>
          </p:cNvCxnSpPr>
          <p:nvPr/>
        </p:nvCxnSpPr>
        <p:spPr>
          <a:xfrm flipH="1">
            <a:off x="10054688" y="3870053"/>
            <a:ext cx="834216" cy="4836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Цилиндр 66">
            <a:extLst>
              <a:ext uri="{FF2B5EF4-FFF2-40B4-BE49-F238E27FC236}">
                <a16:creationId xmlns:a16="http://schemas.microsoft.com/office/drawing/2014/main" id="{128093ED-E928-3A89-4AAA-8DA88C49702D}"/>
              </a:ext>
            </a:extLst>
          </p:cNvPr>
          <p:cNvSpPr/>
          <p:nvPr/>
        </p:nvSpPr>
        <p:spPr>
          <a:xfrm>
            <a:off x="8751185" y="3096992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worker-3-0</a:t>
            </a:r>
            <a:endParaRPr lang="ru-BY" dirty="0"/>
          </a:p>
        </p:txBody>
      </p:sp>
      <p:sp>
        <p:nvSpPr>
          <p:cNvPr id="68" name="Цилиндр 67">
            <a:extLst>
              <a:ext uri="{FF2B5EF4-FFF2-40B4-BE49-F238E27FC236}">
                <a16:creationId xmlns:a16="http://schemas.microsoft.com/office/drawing/2014/main" id="{656280ED-80FF-2A22-8B12-8033CCBAAD4E}"/>
              </a:ext>
            </a:extLst>
          </p:cNvPr>
          <p:cNvSpPr/>
          <p:nvPr/>
        </p:nvSpPr>
        <p:spPr>
          <a:xfrm>
            <a:off x="9702221" y="1348234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master-3</a:t>
            </a:r>
            <a:endParaRPr lang="ru-BY" sz="1200" dirty="0"/>
          </a:p>
        </p:txBody>
      </p:sp>
      <p:cxnSp>
        <p:nvCxnSpPr>
          <p:cNvPr id="69" name="Прямая со стрелкой 18">
            <a:extLst>
              <a:ext uri="{FF2B5EF4-FFF2-40B4-BE49-F238E27FC236}">
                <a16:creationId xmlns:a16="http://schemas.microsoft.com/office/drawing/2014/main" id="{3C276CDB-B51F-B4E7-01DB-6FE9E932957D}"/>
              </a:ext>
            </a:extLst>
          </p:cNvPr>
          <p:cNvCxnSpPr>
            <a:cxnSpLocks/>
            <a:stCxn id="63" idx="1"/>
            <a:endCxn id="68" idx="4"/>
          </p:cNvCxnSpPr>
          <p:nvPr/>
        </p:nvCxnSpPr>
        <p:spPr>
          <a:xfrm flipH="1" flipV="1">
            <a:off x="10790154" y="1997484"/>
            <a:ext cx="642717" cy="1223319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F4DE35B-CC66-B590-425F-C3360A92F914}"/>
              </a:ext>
            </a:extLst>
          </p:cNvPr>
          <p:cNvSpPr txBox="1"/>
          <p:nvPr/>
        </p:nvSpPr>
        <p:spPr>
          <a:xfrm>
            <a:off x="10998937" y="2271675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75" name="Цилиндр 74">
            <a:extLst>
              <a:ext uri="{FF2B5EF4-FFF2-40B4-BE49-F238E27FC236}">
                <a16:creationId xmlns:a16="http://schemas.microsoft.com/office/drawing/2014/main" id="{1081BE96-8EE3-23DD-00BD-4DE2FB885273}"/>
              </a:ext>
            </a:extLst>
          </p:cNvPr>
          <p:cNvSpPr/>
          <p:nvPr/>
        </p:nvSpPr>
        <p:spPr>
          <a:xfrm>
            <a:off x="9373107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7" name="Цилиндр 76">
            <a:extLst>
              <a:ext uri="{FF2B5EF4-FFF2-40B4-BE49-F238E27FC236}">
                <a16:creationId xmlns:a16="http://schemas.microsoft.com/office/drawing/2014/main" id="{74E180FE-7261-B185-0C8D-C9C0042627B9}"/>
              </a:ext>
            </a:extLst>
          </p:cNvPr>
          <p:cNvSpPr/>
          <p:nvPr/>
        </p:nvSpPr>
        <p:spPr>
          <a:xfrm>
            <a:off x="2126163" y="3074184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78" name="Цилиндр 77">
            <a:extLst>
              <a:ext uri="{FF2B5EF4-FFF2-40B4-BE49-F238E27FC236}">
                <a16:creationId xmlns:a16="http://schemas.microsoft.com/office/drawing/2014/main" id="{669EF9BA-FD3C-AD21-BB9F-57CF7987C597}"/>
              </a:ext>
            </a:extLst>
          </p:cNvPr>
          <p:cNvSpPr/>
          <p:nvPr/>
        </p:nvSpPr>
        <p:spPr>
          <a:xfrm>
            <a:off x="1515390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9" name="Цилиндр 78">
            <a:extLst>
              <a:ext uri="{FF2B5EF4-FFF2-40B4-BE49-F238E27FC236}">
                <a16:creationId xmlns:a16="http://schemas.microsoft.com/office/drawing/2014/main" id="{90EF0D7E-9F2C-1E4A-15C1-C868A4B7BA30}"/>
              </a:ext>
            </a:extLst>
          </p:cNvPr>
          <p:cNvSpPr/>
          <p:nvPr/>
        </p:nvSpPr>
        <p:spPr>
          <a:xfrm>
            <a:off x="98268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-0</a:t>
            </a:r>
            <a:endParaRPr lang="ru-BY" dirty="0"/>
          </a:p>
        </p:txBody>
      </p:sp>
      <p:sp>
        <p:nvSpPr>
          <p:cNvPr id="80" name="Цилиндр 79">
            <a:extLst>
              <a:ext uri="{FF2B5EF4-FFF2-40B4-BE49-F238E27FC236}">
                <a16:creationId xmlns:a16="http://schemas.microsoft.com/office/drawing/2014/main" id="{CAE1BEEA-12C6-891C-CD6E-5AD101581989}"/>
              </a:ext>
            </a:extLst>
          </p:cNvPr>
          <p:cNvSpPr/>
          <p:nvPr/>
        </p:nvSpPr>
        <p:spPr>
          <a:xfrm>
            <a:off x="1079022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E24B429-77BF-4902-7BC8-2E29AEE76BA6}"/>
              </a:ext>
            </a:extLst>
          </p:cNvPr>
          <p:cNvSpPr txBox="1"/>
          <p:nvPr/>
        </p:nvSpPr>
        <p:spPr>
          <a:xfrm>
            <a:off x="1667169" y="4648857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33" name="Цилиндр 132">
            <a:extLst>
              <a:ext uri="{FF2B5EF4-FFF2-40B4-BE49-F238E27FC236}">
                <a16:creationId xmlns:a16="http://schemas.microsoft.com/office/drawing/2014/main" id="{10422A75-5CBF-D970-425D-012B72501D29}"/>
              </a:ext>
            </a:extLst>
          </p:cNvPr>
          <p:cNvSpPr/>
          <p:nvPr/>
        </p:nvSpPr>
        <p:spPr>
          <a:xfrm>
            <a:off x="3933963" y="3516144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coord-2</a:t>
            </a:r>
            <a:endParaRPr lang="ru-BY" dirty="0"/>
          </a:p>
        </p:txBody>
      </p:sp>
      <p:cxnSp>
        <p:nvCxnSpPr>
          <p:cNvPr id="134" name="Прямая со стрелкой 18">
            <a:extLst>
              <a:ext uri="{FF2B5EF4-FFF2-40B4-BE49-F238E27FC236}">
                <a16:creationId xmlns:a16="http://schemas.microsoft.com/office/drawing/2014/main" id="{DE6C28DF-FDB8-8101-9E67-6B6088DA23CF}"/>
              </a:ext>
            </a:extLst>
          </p:cNvPr>
          <p:cNvCxnSpPr>
            <a:cxnSpLocks/>
            <a:stCxn id="133" idx="3"/>
            <a:endCxn id="142" idx="1"/>
          </p:cNvCxnSpPr>
          <p:nvPr/>
        </p:nvCxnSpPr>
        <p:spPr>
          <a:xfrm>
            <a:off x="4477930" y="4814644"/>
            <a:ext cx="303519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Прямая со стрелкой 18">
            <a:extLst>
              <a:ext uri="{FF2B5EF4-FFF2-40B4-BE49-F238E27FC236}">
                <a16:creationId xmlns:a16="http://schemas.microsoft.com/office/drawing/2014/main" id="{03579E49-243C-2684-AA5D-46796F02523B}"/>
              </a:ext>
            </a:extLst>
          </p:cNvPr>
          <p:cNvCxnSpPr>
            <a:cxnSpLocks/>
            <a:stCxn id="141" idx="1"/>
            <a:endCxn id="133" idx="3"/>
          </p:cNvCxnSpPr>
          <p:nvPr/>
        </p:nvCxnSpPr>
        <p:spPr>
          <a:xfrm flipH="1" flipV="1">
            <a:off x="4477930" y="4814644"/>
            <a:ext cx="161807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Прямая со стрелкой 18">
            <a:extLst>
              <a:ext uri="{FF2B5EF4-FFF2-40B4-BE49-F238E27FC236}">
                <a16:creationId xmlns:a16="http://schemas.microsoft.com/office/drawing/2014/main" id="{C44AAD08-2943-690B-31A8-0A09B9E072FD}"/>
              </a:ext>
            </a:extLst>
          </p:cNvPr>
          <p:cNvCxnSpPr>
            <a:cxnSpLocks/>
            <a:stCxn id="133" idx="3"/>
            <a:endCxn id="137" idx="1"/>
          </p:cNvCxnSpPr>
          <p:nvPr/>
        </p:nvCxnSpPr>
        <p:spPr>
          <a:xfrm>
            <a:off x="4477930" y="4814644"/>
            <a:ext cx="20089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Цилиндр 136">
            <a:extLst>
              <a:ext uri="{FF2B5EF4-FFF2-40B4-BE49-F238E27FC236}">
                <a16:creationId xmlns:a16="http://schemas.microsoft.com/office/drawing/2014/main" id="{CC73C14A-0919-2FE7-F8E9-5C086C1BA19A}"/>
              </a:ext>
            </a:extLst>
          </p:cNvPr>
          <p:cNvSpPr/>
          <p:nvPr/>
        </p:nvSpPr>
        <p:spPr>
          <a:xfrm>
            <a:off x="40270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worker-2-0</a:t>
            </a:r>
            <a:endParaRPr lang="ru-BY" dirty="0"/>
          </a:p>
        </p:txBody>
      </p:sp>
      <p:sp>
        <p:nvSpPr>
          <p:cNvPr id="138" name="Цилиндр 137">
            <a:extLst>
              <a:ext uri="{FF2B5EF4-FFF2-40B4-BE49-F238E27FC236}">
                <a16:creationId xmlns:a16="http://schemas.microsoft.com/office/drawing/2014/main" id="{7764FAA7-A17D-C3BE-BCE9-AF49FE66AF99}"/>
              </a:ext>
            </a:extLst>
          </p:cNvPr>
          <p:cNvSpPr/>
          <p:nvPr/>
        </p:nvSpPr>
        <p:spPr>
          <a:xfrm>
            <a:off x="5230679" y="251567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master-2</a:t>
            </a:r>
            <a:endParaRPr lang="ru-BY" sz="1200" dirty="0"/>
          </a:p>
        </p:txBody>
      </p:sp>
      <p:cxnSp>
        <p:nvCxnSpPr>
          <p:cNvPr id="139" name="Прямая со стрелкой 18">
            <a:extLst>
              <a:ext uri="{FF2B5EF4-FFF2-40B4-BE49-F238E27FC236}">
                <a16:creationId xmlns:a16="http://schemas.microsoft.com/office/drawing/2014/main" id="{437692CA-6BAB-8682-E077-7E4A2777BBE4}"/>
              </a:ext>
            </a:extLst>
          </p:cNvPr>
          <p:cNvCxnSpPr>
            <a:cxnSpLocks/>
            <a:stCxn id="133" idx="4"/>
            <a:endCxn id="138" idx="3"/>
          </p:cNvCxnSpPr>
          <p:nvPr/>
        </p:nvCxnSpPr>
        <p:spPr>
          <a:xfrm flipV="1">
            <a:off x="5021896" y="3814173"/>
            <a:ext cx="752750" cy="351221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Цилиндр 140">
            <a:extLst>
              <a:ext uri="{FF2B5EF4-FFF2-40B4-BE49-F238E27FC236}">
                <a16:creationId xmlns:a16="http://schemas.microsoft.com/office/drawing/2014/main" id="{3039488A-90E7-C053-C3A5-6D2078D0D8AA}"/>
              </a:ext>
            </a:extLst>
          </p:cNvPr>
          <p:cNvSpPr/>
          <p:nvPr/>
        </p:nvSpPr>
        <p:spPr>
          <a:xfrm>
            <a:off x="544424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142" name="Цилиндр 141">
            <a:extLst>
              <a:ext uri="{FF2B5EF4-FFF2-40B4-BE49-F238E27FC236}">
                <a16:creationId xmlns:a16="http://schemas.microsoft.com/office/drawing/2014/main" id="{C08D3B91-888D-4E44-94BF-FDCCFE5A5B8B}"/>
              </a:ext>
            </a:extLst>
          </p:cNvPr>
          <p:cNvSpPr/>
          <p:nvPr/>
        </p:nvSpPr>
        <p:spPr>
          <a:xfrm>
            <a:off x="68613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3A12764-859C-06BB-191F-3E87ABBE4FF9}"/>
              </a:ext>
            </a:extLst>
          </p:cNvPr>
          <p:cNvSpPr txBox="1"/>
          <p:nvPr/>
        </p:nvSpPr>
        <p:spPr>
          <a:xfrm>
            <a:off x="6867978" y="4656844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79EA9046-390B-7DC2-0A45-D3698290DFF2}"/>
              </a:ext>
            </a:extLst>
          </p:cNvPr>
          <p:cNvSpPr txBox="1"/>
          <p:nvPr/>
        </p:nvSpPr>
        <p:spPr>
          <a:xfrm>
            <a:off x="5165803" y="4045431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198" name="Прямая со стрелкой 18">
            <a:extLst>
              <a:ext uri="{FF2B5EF4-FFF2-40B4-BE49-F238E27FC236}">
                <a16:creationId xmlns:a16="http://schemas.microsoft.com/office/drawing/2014/main" id="{E24C86D1-B1B2-0973-0C35-766D2673E24F}"/>
              </a:ext>
            </a:extLst>
          </p:cNvPr>
          <p:cNvCxnSpPr>
            <a:cxnSpLocks/>
            <a:stCxn id="68" idx="3"/>
            <a:endCxn id="138" idx="4"/>
          </p:cNvCxnSpPr>
          <p:nvPr/>
        </p:nvCxnSpPr>
        <p:spPr>
          <a:xfrm rot="5400000">
            <a:off x="8023306" y="942040"/>
            <a:ext cx="518189" cy="3927576"/>
          </a:xfrm>
          <a:prstGeom prst="curvedConnector2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Прямая со стрелкой 18">
            <a:extLst>
              <a:ext uri="{FF2B5EF4-FFF2-40B4-BE49-F238E27FC236}">
                <a16:creationId xmlns:a16="http://schemas.microsoft.com/office/drawing/2014/main" id="{E6610087-EEA6-8CB3-DB1C-596299E7C6E4}"/>
              </a:ext>
            </a:extLst>
          </p:cNvPr>
          <p:cNvCxnSpPr>
            <a:cxnSpLocks/>
            <a:stCxn id="138" idx="2"/>
            <a:endCxn id="9" idx="3"/>
          </p:cNvCxnSpPr>
          <p:nvPr/>
        </p:nvCxnSpPr>
        <p:spPr>
          <a:xfrm rot="10800000">
            <a:off x="2213257" y="2646735"/>
            <a:ext cx="3017422" cy="518189"/>
          </a:xfrm>
          <a:prstGeom prst="curvedConnector2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Прямая со стрелкой 18">
            <a:extLst>
              <a:ext uri="{FF2B5EF4-FFF2-40B4-BE49-F238E27FC236}">
                <a16:creationId xmlns:a16="http://schemas.microsoft.com/office/drawing/2014/main" id="{367169FA-98EA-11DB-5DDF-4A37DA71E9A0}"/>
              </a:ext>
            </a:extLst>
          </p:cNvPr>
          <p:cNvCxnSpPr>
            <a:cxnSpLocks/>
            <a:stCxn id="68" idx="1"/>
            <a:endCxn id="9" idx="1"/>
          </p:cNvCxnSpPr>
          <p:nvPr/>
        </p:nvCxnSpPr>
        <p:spPr>
          <a:xfrm rot="16200000" flipV="1">
            <a:off x="6229723" y="-2668232"/>
            <a:ext cx="12700" cy="8032931"/>
          </a:xfrm>
          <a:prstGeom prst="curvedConnector3">
            <a:avLst>
              <a:gd name="adj1" fmla="val 3124142"/>
            </a:avLst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Цилиндр 218">
            <a:extLst>
              <a:ext uri="{FF2B5EF4-FFF2-40B4-BE49-F238E27FC236}">
                <a16:creationId xmlns:a16="http://schemas.microsoft.com/office/drawing/2014/main" id="{F97146B8-7B39-B451-1FBC-DE4AC56132F9}"/>
              </a:ext>
            </a:extLst>
          </p:cNvPr>
          <p:cNvSpPr/>
          <p:nvPr/>
        </p:nvSpPr>
        <p:spPr>
          <a:xfrm>
            <a:off x="6585031" y="1165451"/>
            <a:ext cx="1187095" cy="1416855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pg</a:t>
            </a:r>
            <a:r>
              <a:rPr lang="en-US" dirty="0"/>
              <a:t>-locker</a:t>
            </a:r>
            <a:endParaRPr lang="ru-BY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58279774-7160-836C-6405-54333B773624}"/>
              </a:ext>
            </a:extLst>
          </p:cNvPr>
          <p:cNvSpPr txBox="1"/>
          <p:nvPr/>
        </p:nvSpPr>
        <p:spPr>
          <a:xfrm>
            <a:off x="7477985" y="2681788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D53FC2A-CEAB-0AD0-B55F-D0A914B98D3C}"/>
              </a:ext>
            </a:extLst>
          </p:cNvPr>
          <p:cNvSpPr txBox="1"/>
          <p:nvPr/>
        </p:nvSpPr>
        <p:spPr>
          <a:xfrm>
            <a:off x="3023642" y="2536496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54BDDF33-7B5B-73FC-63C5-23E52053FDAB}"/>
              </a:ext>
            </a:extLst>
          </p:cNvPr>
          <p:cNvSpPr txBox="1"/>
          <p:nvPr/>
        </p:nvSpPr>
        <p:spPr>
          <a:xfrm>
            <a:off x="8730673" y="1107687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F59F23C3-6E7B-BAAF-769B-9EDF4ADABFE5}"/>
              </a:ext>
            </a:extLst>
          </p:cNvPr>
          <p:cNvSpPr txBox="1"/>
          <p:nvPr/>
        </p:nvSpPr>
        <p:spPr>
          <a:xfrm>
            <a:off x="2973785" y="1181682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260" name="Прямая со стрелкой 18">
            <a:extLst>
              <a:ext uri="{FF2B5EF4-FFF2-40B4-BE49-F238E27FC236}">
                <a16:creationId xmlns:a16="http://schemas.microsoft.com/office/drawing/2014/main" id="{1638CF53-861A-7EA7-7816-D17722443F84}"/>
              </a:ext>
            </a:extLst>
          </p:cNvPr>
          <p:cNvCxnSpPr>
            <a:cxnSpLocks/>
            <a:stCxn id="219" idx="2"/>
            <a:endCxn id="138" idx="1"/>
          </p:cNvCxnSpPr>
          <p:nvPr/>
        </p:nvCxnSpPr>
        <p:spPr>
          <a:xfrm rot="10800000" flipV="1">
            <a:off x="5774647" y="1873879"/>
            <a:ext cx="810385" cy="641794"/>
          </a:xfrm>
          <a:prstGeom prst="curvedConnector2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Прямая со стрелкой 18">
            <a:extLst>
              <a:ext uri="{FF2B5EF4-FFF2-40B4-BE49-F238E27FC236}">
                <a16:creationId xmlns:a16="http://schemas.microsoft.com/office/drawing/2014/main" id="{53F97DCD-6CB1-67FC-5E16-26E146F51A93}"/>
              </a:ext>
            </a:extLst>
          </p:cNvPr>
          <p:cNvCxnSpPr>
            <a:cxnSpLocks/>
            <a:stCxn id="219" idx="2"/>
            <a:endCxn id="9" idx="4"/>
          </p:cNvCxnSpPr>
          <p:nvPr/>
        </p:nvCxnSpPr>
        <p:spPr>
          <a:xfrm rot="10800000" flipV="1">
            <a:off x="2757223" y="1873878"/>
            <a:ext cx="3827808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Прямая со стрелкой 18">
            <a:extLst>
              <a:ext uri="{FF2B5EF4-FFF2-40B4-BE49-F238E27FC236}">
                <a16:creationId xmlns:a16="http://schemas.microsoft.com/office/drawing/2014/main" id="{CFAEA455-C352-AAFE-3A31-354F9E3B482B}"/>
              </a:ext>
            </a:extLst>
          </p:cNvPr>
          <p:cNvCxnSpPr>
            <a:cxnSpLocks/>
            <a:stCxn id="219" idx="4"/>
            <a:endCxn id="68" idx="2"/>
          </p:cNvCxnSpPr>
          <p:nvPr/>
        </p:nvCxnSpPr>
        <p:spPr>
          <a:xfrm>
            <a:off x="7772126" y="1873879"/>
            <a:ext cx="1930095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49A2AAB3-1A49-2A61-5531-BDF57480A889}"/>
              </a:ext>
            </a:extLst>
          </p:cNvPr>
          <p:cNvSpPr txBox="1"/>
          <p:nvPr/>
        </p:nvSpPr>
        <p:spPr>
          <a:xfrm>
            <a:off x="8434847" y="1584764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69A33C7D-9720-EB54-0886-65F6F5998EB5}"/>
              </a:ext>
            </a:extLst>
          </p:cNvPr>
          <p:cNvSpPr txBox="1"/>
          <p:nvPr/>
        </p:nvSpPr>
        <p:spPr>
          <a:xfrm>
            <a:off x="3933963" y="1610311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23985170-98D4-49F9-2456-59DFBED5B3A1}"/>
              </a:ext>
            </a:extLst>
          </p:cNvPr>
          <p:cNvSpPr txBox="1"/>
          <p:nvPr/>
        </p:nvSpPr>
        <p:spPr>
          <a:xfrm>
            <a:off x="5327376" y="1935680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41116296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6354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Общая архитектура кластера</a:t>
            </a:r>
            <a:endParaRPr lang="en-US" sz="36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215162" y="322080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coord-1</a:t>
            </a:r>
            <a:endParaRPr lang="ru-BY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4"/>
            <a:endCxn id="77" idx="2"/>
          </p:cNvCxnSpPr>
          <p:nvPr/>
        </p:nvCxnSpPr>
        <p:spPr>
          <a:xfrm flipV="1">
            <a:off x="1303095" y="3852081"/>
            <a:ext cx="823068" cy="17972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8" idx="1"/>
            <a:endCxn id="23" idx="3"/>
          </p:cNvCxnSpPr>
          <p:nvPr/>
        </p:nvCxnSpPr>
        <p:spPr>
          <a:xfrm flipH="1" flipV="1">
            <a:off x="759129" y="4519303"/>
            <a:ext cx="1408013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79" idx="1"/>
          </p:cNvCxnSpPr>
          <p:nvPr/>
        </p:nvCxnSpPr>
        <p:spPr>
          <a:xfrm flipH="1">
            <a:off x="750020" y="4519303"/>
            <a:ext cx="9109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Цилиндр 8">
            <a:extLst>
              <a:ext uri="{FF2B5EF4-FFF2-40B4-BE49-F238E27FC236}">
                <a16:creationId xmlns:a16="http://schemas.microsoft.com/office/drawing/2014/main" id="{A6CB4848-BD9F-00DA-AFBB-169D872B698A}"/>
              </a:ext>
            </a:extLst>
          </p:cNvPr>
          <p:cNvSpPr/>
          <p:nvPr/>
        </p:nvSpPr>
        <p:spPr>
          <a:xfrm>
            <a:off x="1669290" y="1348234"/>
            <a:ext cx="1087933" cy="1298500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master-1</a:t>
            </a:r>
            <a:endParaRPr lang="ru-BY" sz="1200" dirty="0"/>
          </a:p>
        </p:txBody>
      </p:sp>
      <p:cxnSp>
        <p:nvCxnSpPr>
          <p:cNvPr id="10" name="Прямая со стрелкой 18">
            <a:extLst>
              <a:ext uri="{FF2B5EF4-FFF2-40B4-BE49-F238E27FC236}">
                <a16:creationId xmlns:a16="http://schemas.microsoft.com/office/drawing/2014/main" id="{6BDA3585-87B9-649E-1E95-BF31212098C0}"/>
              </a:ext>
            </a:extLst>
          </p:cNvPr>
          <p:cNvCxnSpPr>
            <a:cxnSpLocks/>
            <a:stCxn id="23" idx="1"/>
            <a:endCxn id="9" idx="2"/>
          </p:cNvCxnSpPr>
          <p:nvPr/>
        </p:nvCxnSpPr>
        <p:spPr>
          <a:xfrm flipV="1">
            <a:off x="759129" y="1997484"/>
            <a:ext cx="910161" cy="1223319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73A2584-B55C-170F-E6C7-B55FA12521EE}"/>
              </a:ext>
            </a:extLst>
          </p:cNvPr>
          <p:cNvSpPr txBox="1"/>
          <p:nvPr/>
        </p:nvSpPr>
        <p:spPr>
          <a:xfrm>
            <a:off x="400574" y="2252160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791FD8-19AD-0449-82A9-93DFE76667E6}"/>
              </a:ext>
            </a:extLst>
          </p:cNvPr>
          <p:cNvSpPr txBox="1"/>
          <p:nvPr/>
        </p:nvSpPr>
        <p:spPr>
          <a:xfrm>
            <a:off x="9354132" y="4629978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63" name="Цилиндр 62">
            <a:extLst>
              <a:ext uri="{FF2B5EF4-FFF2-40B4-BE49-F238E27FC236}">
                <a16:creationId xmlns:a16="http://schemas.microsoft.com/office/drawing/2014/main" id="{4B01D485-58C5-F64B-892A-4DB24B7AC6F5}"/>
              </a:ext>
            </a:extLst>
          </p:cNvPr>
          <p:cNvSpPr/>
          <p:nvPr/>
        </p:nvSpPr>
        <p:spPr>
          <a:xfrm>
            <a:off x="10888904" y="322080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coord-3</a:t>
            </a:r>
            <a:endParaRPr lang="ru-BY" dirty="0"/>
          </a:p>
        </p:txBody>
      </p:sp>
      <p:cxnSp>
        <p:nvCxnSpPr>
          <p:cNvPr id="64" name="Прямая со стрелкой 18">
            <a:extLst>
              <a:ext uri="{FF2B5EF4-FFF2-40B4-BE49-F238E27FC236}">
                <a16:creationId xmlns:a16="http://schemas.microsoft.com/office/drawing/2014/main" id="{E0164565-70E0-C7C7-2C99-E337B9E0B7F3}"/>
              </a:ext>
            </a:extLst>
          </p:cNvPr>
          <p:cNvCxnSpPr>
            <a:cxnSpLocks/>
            <a:stCxn id="63" idx="3"/>
            <a:endCxn id="80" idx="1"/>
          </p:cNvCxnSpPr>
          <p:nvPr/>
        </p:nvCxnSpPr>
        <p:spPr>
          <a:xfrm>
            <a:off x="11432871" y="4519303"/>
            <a:ext cx="9110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18">
            <a:extLst>
              <a:ext uri="{FF2B5EF4-FFF2-40B4-BE49-F238E27FC236}">
                <a16:creationId xmlns:a16="http://schemas.microsoft.com/office/drawing/2014/main" id="{3B012901-C858-91F9-0976-418FE294860D}"/>
              </a:ext>
            </a:extLst>
          </p:cNvPr>
          <p:cNvCxnSpPr>
            <a:cxnSpLocks/>
            <a:stCxn id="75" idx="1"/>
            <a:endCxn id="63" idx="3"/>
          </p:cNvCxnSpPr>
          <p:nvPr/>
        </p:nvCxnSpPr>
        <p:spPr>
          <a:xfrm flipV="1">
            <a:off x="10024859" y="4519303"/>
            <a:ext cx="1408012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18">
            <a:extLst>
              <a:ext uri="{FF2B5EF4-FFF2-40B4-BE49-F238E27FC236}">
                <a16:creationId xmlns:a16="http://schemas.microsoft.com/office/drawing/2014/main" id="{C3FFC7E5-B5AC-380A-3E46-45A18ABA9FA2}"/>
              </a:ext>
            </a:extLst>
          </p:cNvPr>
          <p:cNvCxnSpPr>
            <a:cxnSpLocks/>
            <a:stCxn id="63" idx="2"/>
            <a:endCxn id="67" idx="4"/>
          </p:cNvCxnSpPr>
          <p:nvPr/>
        </p:nvCxnSpPr>
        <p:spPr>
          <a:xfrm flipH="1">
            <a:off x="10054688" y="3870053"/>
            <a:ext cx="834216" cy="4836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Цилиндр 66">
            <a:extLst>
              <a:ext uri="{FF2B5EF4-FFF2-40B4-BE49-F238E27FC236}">
                <a16:creationId xmlns:a16="http://schemas.microsoft.com/office/drawing/2014/main" id="{128093ED-E928-3A89-4AAA-8DA88C49702D}"/>
              </a:ext>
            </a:extLst>
          </p:cNvPr>
          <p:cNvSpPr/>
          <p:nvPr/>
        </p:nvSpPr>
        <p:spPr>
          <a:xfrm>
            <a:off x="8751185" y="3096992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worker-3-0</a:t>
            </a:r>
            <a:endParaRPr lang="ru-BY" dirty="0"/>
          </a:p>
        </p:txBody>
      </p:sp>
      <p:sp>
        <p:nvSpPr>
          <p:cNvPr id="68" name="Цилиндр 67">
            <a:extLst>
              <a:ext uri="{FF2B5EF4-FFF2-40B4-BE49-F238E27FC236}">
                <a16:creationId xmlns:a16="http://schemas.microsoft.com/office/drawing/2014/main" id="{656280ED-80FF-2A22-8B12-8033CCBAAD4E}"/>
              </a:ext>
            </a:extLst>
          </p:cNvPr>
          <p:cNvSpPr/>
          <p:nvPr/>
        </p:nvSpPr>
        <p:spPr>
          <a:xfrm>
            <a:off x="9702221" y="1348234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master-3</a:t>
            </a:r>
            <a:endParaRPr lang="ru-BY" sz="1200" dirty="0"/>
          </a:p>
        </p:txBody>
      </p:sp>
      <p:cxnSp>
        <p:nvCxnSpPr>
          <p:cNvPr id="69" name="Прямая со стрелкой 18">
            <a:extLst>
              <a:ext uri="{FF2B5EF4-FFF2-40B4-BE49-F238E27FC236}">
                <a16:creationId xmlns:a16="http://schemas.microsoft.com/office/drawing/2014/main" id="{3C276CDB-B51F-B4E7-01DB-6FE9E932957D}"/>
              </a:ext>
            </a:extLst>
          </p:cNvPr>
          <p:cNvCxnSpPr>
            <a:cxnSpLocks/>
            <a:stCxn id="63" idx="1"/>
            <a:endCxn id="68" idx="4"/>
          </p:cNvCxnSpPr>
          <p:nvPr/>
        </p:nvCxnSpPr>
        <p:spPr>
          <a:xfrm flipH="1" flipV="1">
            <a:off x="10790154" y="1997484"/>
            <a:ext cx="642717" cy="1223319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F4DE35B-CC66-B590-425F-C3360A92F914}"/>
              </a:ext>
            </a:extLst>
          </p:cNvPr>
          <p:cNvSpPr txBox="1"/>
          <p:nvPr/>
        </p:nvSpPr>
        <p:spPr>
          <a:xfrm>
            <a:off x="10998937" y="2271675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75" name="Цилиндр 74">
            <a:extLst>
              <a:ext uri="{FF2B5EF4-FFF2-40B4-BE49-F238E27FC236}">
                <a16:creationId xmlns:a16="http://schemas.microsoft.com/office/drawing/2014/main" id="{1081BE96-8EE3-23DD-00BD-4DE2FB885273}"/>
              </a:ext>
            </a:extLst>
          </p:cNvPr>
          <p:cNvSpPr/>
          <p:nvPr/>
        </p:nvSpPr>
        <p:spPr>
          <a:xfrm>
            <a:off x="9373107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7" name="Цилиндр 76">
            <a:extLst>
              <a:ext uri="{FF2B5EF4-FFF2-40B4-BE49-F238E27FC236}">
                <a16:creationId xmlns:a16="http://schemas.microsoft.com/office/drawing/2014/main" id="{74E180FE-7261-B185-0C8D-C9C0042627B9}"/>
              </a:ext>
            </a:extLst>
          </p:cNvPr>
          <p:cNvSpPr/>
          <p:nvPr/>
        </p:nvSpPr>
        <p:spPr>
          <a:xfrm>
            <a:off x="2126163" y="3074184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78" name="Цилиндр 77">
            <a:extLst>
              <a:ext uri="{FF2B5EF4-FFF2-40B4-BE49-F238E27FC236}">
                <a16:creationId xmlns:a16="http://schemas.microsoft.com/office/drawing/2014/main" id="{669EF9BA-FD3C-AD21-BB9F-57CF7987C597}"/>
              </a:ext>
            </a:extLst>
          </p:cNvPr>
          <p:cNvSpPr/>
          <p:nvPr/>
        </p:nvSpPr>
        <p:spPr>
          <a:xfrm>
            <a:off x="1515390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9" name="Цилиндр 78">
            <a:extLst>
              <a:ext uri="{FF2B5EF4-FFF2-40B4-BE49-F238E27FC236}">
                <a16:creationId xmlns:a16="http://schemas.microsoft.com/office/drawing/2014/main" id="{90EF0D7E-9F2C-1E4A-15C1-C868A4B7BA30}"/>
              </a:ext>
            </a:extLst>
          </p:cNvPr>
          <p:cNvSpPr/>
          <p:nvPr/>
        </p:nvSpPr>
        <p:spPr>
          <a:xfrm>
            <a:off x="98268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-0</a:t>
            </a:r>
            <a:endParaRPr lang="ru-BY" dirty="0"/>
          </a:p>
        </p:txBody>
      </p:sp>
      <p:sp>
        <p:nvSpPr>
          <p:cNvPr id="80" name="Цилиндр 79">
            <a:extLst>
              <a:ext uri="{FF2B5EF4-FFF2-40B4-BE49-F238E27FC236}">
                <a16:creationId xmlns:a16="http://schemas.microsoft.com/office/drawing/2014/main" id="{CAE1BEEA-12C6-891C-CD6E-5AD101581989}"/>
              </a:ext>
            </a:extLst>
          </p:cNvPr>
          <p:cNvSpPr/>
          <p:nvPr/>
        </p:nvSpPr>
        <p:spPr>
          <a:xfrm>
            <a:off x="1079022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E24B429-77BF-4902-7BC8-2E29AEE76BA6}"/>
              </a:ext>
            </a:extLst>
          </p:cNvPr>
          <p:cNvSpPr txBox="1"/>
          <p:nvPr/>
        </p:nvSpPr>
        <p:spPr>
          <a:xfrm>
            <a:off x="1667169" y="4648857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33" name="Цилиндр 132">
            <a:extLst>
              <a:ext uri="{FF2B5EF4-FFF2-40B4-BE49-F238E27FC236}">
                <a16:creationId xmlns:a16="http://schemas.microsoft.com/office/drawing/2014/main" id="{10422A75-5CBF-D970-425D-012B72501D29}"/>
              </a:ext>
            </a:extLst>
          </p:cNvPr>
          <p:cNvSpPr/>
          <p:nvPr/>
        </p:nvSpPr>
        <p:spPr>
          <a:xfrm>
            <a:off x="3933963" y="3516144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coord-2</a:t>
            </a:r>
            <a:endParaRPr lang="ru-BY" dirty="0"/>
          </a:p>
        </p:txBody>
      </p:sp>
      <p:cxnSp>
        <p:nvCxnSpPr>
          <p:cNvPr id="134" name="Прямая со стрелкой 18">
            <a:extLst>
              <a:ext uri="{FF2B5EF4-FFF2-40B4-BE49-F238E27FC236}">
                <a16:creationId xmlns:a16="http://schemas.microsoft.com/office/drawing/2014/main" id="{DE6C28DF-FDB8-8101-9E67-6B6088DA23CF}"/>
              </a:ext>
            </a:extLst>
          </p:cNvPr>
          <p:cNvCxnSpPr>
            <a:cxnSpLocks/>
            <a:stCxn id="133" idx="3"/>
            <a:endCxn id="142" idx="1"/>
          </p:cNvCxnSpPr>
          <p:nvPr/>
        </p:nvCxnSpPr>
        <p:spPr>
          <a:xfrm>
            <a:off x="4477930" y="4814644"/>
            <a:ext cx="303519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Прямая со стрелкой 18">
            <a:extLst>
              <a:ext uri="{FF2B5EF4-FFF2-40B4-BE49-F238E27FC236}">
                <a16:creationId xmlns:a16="http://schemas.microsoft.com/office/drawing/2014/main" id="{03579E49-243C-2684-AA5D-46796F02523B}"/>
              </a:ext>
            </a:extLst>
          </p:cNvPr>
          <p:cNvCxnSpPr>
            <a:cxnSpLocks/>
            <a:stCxn id="141" idx="1"/>
            <a:endCxn id="133" idx="3"/>
          </p:cNvCxnSpPr>
          <p:nvPr/>
        </p:nvCxnSpPr>
        <p:spPr>
          <a:xfrm flipH="1" flipV="1">
            <a:off x="4477930" y="4814644"/>
            <a:ext cx="161807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Прямая со стрелкой 18">
            <a:extLst>
              <a:ext uri="{FF2B5EF4-FFF2-40B4-BE49-F238E27FC236}">
                <a16:creationId xmlns:a16="http://schemas.microsoft.com/office/drawing/2014/main" id="{C44AAD08-2943-690B-31A8-0A09B9E072FD}"/>
              </a:ext>
            </a:extLst>
          </p:cNvPr>
          <p:cNvCxnSpPr>
            <a:cxnSpLocks/>
            <a:stCxn id="133" idx="3"/>
            <a:endCxn id="137" idx="1"/>
          </p:cNvCxnSpPr>
          <p:nvPr/>
        </p:nvCxnSpPr>
        <p:spPr>
          <a:xfrm>
            <a:off x="4477930" y="4814644"/>
            <a:ext cx="20089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Цилиндр 136">
            <a:extLst>
              <a:ext uri="{FF2B5EF4-FFF2-40B4-BE49-F238E27FC236}">
                <a16:creationId xmlns:a16="http://schemas.microsoft.com/office/drawing/2014/main" id="{CC73C14A-0919-2FE7-F8E9-5C086C1BA19A}"/>
              </a:ext>
            </a:extLst>
          </p:cNvPr>
          <p:cNvSpPr/>
          <p:nvPr/>
        </p:nvSpPr>
        <p:spPr>
          <a:xfrm>
            <a:off x="40270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worker-2-0</a:t>
            </a:r>
            <a:endParaRPr lang="ru-BY" dirty="0"/>
          </a:p>
        </p:txBody>
      </p:sp>
      <p:sp>
        <p:nvSpPr>
          <p:cNvPr id="138" name="Цилиндр 137">
            <a:extLst>
              <a:ext uri="{FF2B5EF4-FFF2-40B4-BE49-F238E27FC236}">
                <a16:creationId xmlns:a16="http://schemas.microsoft.com/office/drawing/2014/main" id="{7764FAA7-A17D-C3BE-BCE9-AF49FE66AF99}"/>
              </a:ext>
            </a:extLst>
          </p:cNvPr>
          <p:cNvSpPr/>
          <p:nvPr/>
        </p:nvSpPr>
        <p:spPr>
          <a:xfrm>
            <a:off x="5230679" y="251567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master-2</a:t>
            </a:r>
            <a:endParaRPr lang="ru-BY" sz="1200" dirty="0"/>
          </a:p>
        </p:txBody>
      </p:sp>
      <p:cxnSp>
        <p:nvCxnSpPr>
          <p:cNvPr id="139" name="Прямая со стрелкой 18">
            <a:extLst>
              <a:ext uri="{FF2B5EF4-FFF2-40B4-BE49-F238E27FC236}">
                <a16:creationId xmlns:a16="http://schemas.microsoft.com/office/drawing/2014/main" id="{437692CA-6BAB-8682-E077-7E4A2777BBE4}"/>
              </a:ext>
            </a:extLst>
          </p:cNvPr>
          <p:cNvCxnSpPr>
            <a:cxnSpLocks/>
            <a:stCxn id="133" idx="4"/>
            <a:endCxn id="138" idx="3"/>
          </p:cNvCxnSpPr>
          <p:nvPr/>
        </p:nvCxnSpPr>
        <p:spPr>
          <a:xfrm flipV="1">
            <a:off x="5021896" y="3814173"/>
            <a:ext cx="752750" cy="351221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Цилиндр 140">
            <a:extLst>
              <a:ext uri="{FF2B5EF4-FFF2-40B4-BE49-F238E27FC236}">
                <a16:creationId xmlns:a16="http://schemas.microsoft.com/office/drawing/2014/main" id="{3039488A-90E7-C053-C3A5-6D2078D0D8AA}"/>
              </a:ext>
            </a:extLst>
          </p:cNvPr>
          <p:cNvSpPr/>
          <p:nvPr/>
        </p:nvSpPr>
        <p:spPr>
          <a:xfrm>
            <a:off x="544424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142" name="Цилиндр 141">
            <a:extLst>
              <a:ext uri="{FF2B5EF4-FFF2-40B4-BE49-F238E27FC236}">
                <a16:creationId xmlns:a16="http://schemas.microsoft.com/office/drawing/2014/main" id="{C08D3B91-888D-4E44-94BF-FDCCFE5A5B8B}"/>
              </a:ext>
            </a:extLst>
          </p:cNvPr>
          <p:cNvSpPr/>
          <p:nvPr/>
        </p:nvSpPr>
        <p:spPr>
          <a:xfrm>
            <a:off x="68613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3A12764-859C-06BB-191F-3E87ABBE4FF9}"/>
              </a:ext>
            </a:extLst>
          </p:cNvPr>
          <p:cNvSpPr txBox="1"/>
          <p:nvPr/>
        </p:nvSpPr>
        <p:spPr>
          <a:xfrm>
            <a:off x="6867978" y="4656844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79EA9046-390B-7DC2-0A45-D3698290DFF2}"/>
              </a:ext>
            </a:extLst>
          </p:cNvPr>
          <p:cNvSpPr txBox="1"/>
          <p:nvPr/>
        </p:nvSpPr>
        <p:spPr>
          <a:xfrm>
            <a:off x="5165803" y="4045431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198" name="Прямая со стрелкой 18">
            <a:extLst>
              <a:ext uri="{FF2B5EF4-FFF2-40B4-BE49-F238E27FC236}">
                <a16:creationId xmlns:a16="http://schemas.microsoft.com/office/drawing/2014/main" id="{E24C86D1-B1B2-0973-0C35-766D2673E24F}"/>
              </a:ext>
            </a:extLst>
          </p:cNvPr>
          <p:cNvCxnSpPr>
            <a:cxnSpLocks/>
            <a:stCxn id="68" idx="3"/>
            <a:endCxn id="138" idx="4"/>
          </p:cNvCxnSpPr>
          <p:nvPr/>
        </p:nvCxnSpPr>
        <p:spPr>
          <a:xfrm rot="5400000">
            <a:off x="8023306" y="942040"/>
            <a:ext cx="518189" cy="3927576"/>
          </a:xfrm>
          <a:prstGeom prst="curvedConnector2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Прямая со стрелкой 18">
            <a:extLst>
              <a:ext uri="{FF2B5EF4-FFF2-40B4-BE49-F238E27FC236}">
                <a16:creationId xmlns:a16="http://schemas.microsoft.com/office/drawing/2014/main" id="{E6610087-EEA6-8CB3-DB1C-596299E7C6E4}"/>
              </a:ext>
            </a:extLst>
          </p:cNvPr>
          <p:cNvCxnSpPr>
            <a:cxnSpLocks/>
            <a:stCxn id="138" idx="2"/>
            <a:endCxn id="9" idx="3"/>
          </p:cNvCxnSpPr>
          <p:nvPr/>
        </p:nvCxnSpPr>
        <p:spPr>
          <a:xfrm rot="10800000">
            <a:off x="2213257" y="2646735"/>
            <a:ext cx="3017422" cy="518189"/>
          </a:xfrm>
          <a:prstGeom prst="curvedConnector2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Прямая со стрелкой 18">
            <a:extLst>
              <a:ext uri="{FF2B5EF4-FFF2-40B4-BE49-F238E27FC236}">
                <a16:creationId xmlns:a16="http://schemas.microsoft.com/office/drawing/2014/main" id="{367169FA-98EA-11DB-5DDF-4A37DA71E9A0}"/>
              </a:ext>
            </a:extLst>
          </p:cNvPr>
          <p:cNvCxnSpPr>
            <a:cxnSpLocks/>
            <a:stCxn id="68" idx="1"/>
            <a:endCxn id="9" idx="1"/>
          </p:cNvCxnSpPr>
          <p:nvPr/>
        </p:nvCxnSpPr>
        <p:spPr>
          <a:xfrm rot="16200000" flipV="1">
            <a:off x="6229723" y="-2668232"/>
            <a:ext cx="12700" cy="8032931"/>
          </a:xfrm>
          <a:prstGeom prst="curvedConnector3">
            <a:avLst>
              <a:gd name="adj1" fmla="val 3124142"/>
            </a:avLst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Цилиндр 218">
            <a:extLst>
              <a:ext uri="{FF2B5EF4-FFF2-40B4-BE49-F238E27FC236}">
                <a16:creationId xmlns:a16="http://schemas.microsoft.com/office/drawing/2014/main" id="{F97146B8-7B39-B451-1FBC-DE4AC56132F9}"/>
              </a:ext>
            </a:extLst>
          </p:cNvPr>
          <p:cNvSpPr/>
          <p:nvPr/>
        </p:nvSpPr>
        <p:spPr>
          <a:xfrm>
            <a:off x="6585031" y="1165451"/>
            <a:ext cx="1187095" cy="1416855"/>
          </a:xfrm>
          <a:prstGeom prst="can">
            <a:avLst/>
          </a:prstGeom>
          <a:solidFill>
            <a:srgbClr val="C00000"/>
          </a:solidFill>
          <a:ln>
            <a:solidFill>
              <a:srgbClr val="5C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pg</a:t>
            </a:r>
            <a:r>
              <a:rPr lang="en-US" dirty="0"/>
              <a:t>-locker</a:t>
            </a:r>
            <a:endParaRPr lang="ru-BY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58279774-7160-836C-6405-54333B773624}"/>
              </a:ext>
            </a:extLst>
          </p:cNvPr>
          <p:cNvSpPr txBox="1"/>
          <p:nvPr/>
        </p:nvSpPr>
        <p:spPr>
          <a:xfrm>
            <a:off x="7477985" y="2681788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D53FC2A-CEAB-0AD0-B55F-D0A914B98D3C}"/>
              </a:ext>
            </a:extLst>
          </p:cNvPr>
          <p:cNvSpPr txBox="1"/>
          <p:nvPr/>
        </p:nvSpPr>
        <p:spPr>
          <a:xfrm>
            <a:off x="3023642" y="2536496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54BDDF33-7B5B-73FC-63C5-23E52053FDAB}"/>
              </a:ext>
            </a:extLst>
          </p:cNvPr>
          <p:cNvSpPr txBox="1"/>
          <p:nvPr/>
        </p:nvSpPr>
        <p:spPr>
          <a:xfrm>
            <a:off x="8730673" y="1107687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F59F23C3-6E7B-BAAF-769B-9EDF4ADABFE5}"/>
              </a:ext>
            </a:extLst>
          </p:cNvPr>
          <p:cNvSpPr txBox="1"/>
          <p:nvPr/>
        </p:nvSpPr>
        <p:spPr>
          <a:xfrm>
            <a:off x="2973785" y="1181682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260" name="Прямая со стрелкой 18">
            <a:extLst>
              <a:ext uri="{FF2B5EF4-FFF2-40B4-BE49-F238E27FC236}">
                <a16:creationId xmlns:a16="http://schemas.microsoft.com/office/drawing/2014/main" id="{1638CF53-861A-7EA7-7816-D17722443F84}"/>
              </a:ext>
            </a:extLst>
          </p:cNvPr>
          <p:cNvCxnSpPr>
            <a:cxnSpLocks/>
            <a:stCxn id="219" idx="2"/>
            <a:endCxn id="138" idx="1"/>
          </p:cNvCxnSpPr>
          <p:nvPr/>
        </p:nvCxnSpPr>
        <p:spPr>
          <a:xfrm rot="10800000" flipV="1">
            <a:off x="5774647" y="1873879"/>
            <a:ext cx="810385" cy="641794"/>
          </a:xfrm>
          <a:prstGeom prst="curvedConnector2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Прямая со стрелкой 18">
            <a:extLst>
              <a:ext uri="{FF2B5EF4-FFF2-40B4-BE49-F238E27FC236}">
                <a16:creationId xmlns:a16="http://schemas.microsoft.com/office/drawing/2014/main" id="{53F97DCD-6CB1-67FC-5E16-26E146F51A93}"/>
              </a:ext>
            </a:extLst>
          </p:cNvPr>
          <p:cNvCxnSpPr>
            <a:cxnSpLocks/>
            <a:stCxn id="219" idx="2"/>
            <a:endCxn id="9" idx="4"/>
          </p:cNvCxnSpPr>
          <p:nvPr/>
        </p:nvCxnSpPr>
        <p:spPr>
          <a:xfrm rot="10800000" flipV="1">
            <a:off x="2757223" y="1873878"/>
            <a:ext cx="3827808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Прямая со стрелкой 18">
            <a:extLst>
              <a:ext uri="{FF2B5EF4-FFF2-40B4-BE49-F238E27FC236}">
                <a16:creationId xmlns:a16="http://schemas.microsoft.com/office/drawing/2014/main" id="{CFAEA455-C352-AAFE-3A31-354F9E3B482B}"/>
              </a:ext>
            </a:extLst>
          </p:cNvPr>
          <p:cNvCxnSpPr>
            <a:cxnSpLocks/>
            <a:stCxn id="219" idx="4"/>
            <a:endCxn id="68" idx="2"/>
          </p:cNvCxnSpPr>
          <p:nvPr/>
        </p:nvCxnSpPr>
        <p:spPr>
          <a:xfrm>
            <a:off x="7772126" y="1873879"/>
            <a:ext cx="1930095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49A2AAB3-1A49-2A61-5531-BDF57480A889}"/>
              </a:ext>
            </a:extLst>
          </p:cNvPr>
          <p:cNvSpPr txBox="1"/>
          <p:nvPr/>
        </p:nvSpPr>
        <p:spPr>
          <a:xfrm>
            <a:off x="8434847" y="1584764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69A33C7D-9720-EB54-0886-65F6F5998EB5}"/>
              </a:ext>
            </a:extLst>
          </p:cNvPr>
          <p:cNvSpPr txBox="1"/>
          <p:nvPr/>
        </p:nvSpPr>
        <p:spPr>
          <a:xfrm>
            <a:off x="3933963" y="1610311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23985170-98D4-49F9-2456-59DFBED5B3A1}"/>
              </a:ext>
            </a:extLst>
          </p:cNvPr>
          <p:cNvSpPr txBox="1"/>
          <p:nvPr/>
        </p:nvSpPr>
        <p:spPr>
          <a:xfrm>
            <a:off x="5327376" y="1935680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7314840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6354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Общая архитектура кластера</a:t>
            </a:r>
            <a:endParaRPr lang="en-US" sz="36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215162" y="322080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coord-1</a:t>
            </a:r>
            <a:endParaRPr lang="ru-BY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4"/>
            <a:endCxn id="77" idx="2"/>
          </p:cNvCxnSpPr>
          <p:nvPr/>
        </p:nvCxnSpPr>
        <p:spPr>
          <a:xfrm flipV="1">
            <a:off x="1303095" y="3852081"/>
            <a:ext cx="823068" cy="17972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8" idx="1"/>
            <a:endCxn id="23" idx="3"/>
          </p:cNvCxnSpPr>
          <p:nvPr/>
        </p:nvCxnSpPr>
        <p:spPr>
          <a:xfrm flipH="1" flipV="1">
            <a:off x="759129" y="4519303"/>
            <a:ext cx="1408013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79" idx="1"/>
          </p:cNvCxnSpPr>
          <p:nvPr/>
        </p:nvCxnSpPr>
        <p:spPr>
          <a:xfrm flipH="1">
            <a:off x="750020" y="4519303"/>
            <a:ext cx="9109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Цилиндр 8">
            <a:extLst>
              <a:ext uri="{FF2B5EF4-FFF2-40B4-BE49-F238E27FC236}">
                <a16:creationId xmlns:a16="http://schemas.microsoft.com/office/drawing/2014/main" id="{A6CB4848-BD9F-00DA-AFBB-169D872B698A}"/>
              </a:ext>
            </a:extLst>
          </p:cNvPr>
          <p:cNvSpPr/>
          <p:nvPr/>
        </p:nvSpPr>
        <p:spPr>
          <a:xfrm>
            <a:off x="1669290" y="1348234"/>
            <a:ext cx="1087933" cy="1298500"/>
          </a:xfrm>
          <a:prstGeom prst="can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master-1</a:t>
            </a:r>
            <a:endParaRPr lang="ru-BY" sz="1200" dirty="0"/>
          </a:p>
        </p:txBody>
      </p:sp>
      <p:cxnSp>
        <p:nvCxnSpPr>
          <p:cNvPr id="10" name="Прямая со стрелкой 18">
            <a:extLst>
              <a:ext uri="{FF2B5EF4-FFF2-40B4-BE49-F238E27FC236}">
                <a16:creationId xmlns:a16="http://schemas.microsoft.com/office/drawing/2014/main" id="{6BDA3585-87B9-649E-1E95-BF31212098C0}"/>
              </a:ext>
            </a:extLst>
          </p:cNvPr>
          <p:cNvCxnSpPr>
            <a:cxnSpLocks/>
            <a:stCxn id="23" idx="1"/>
            <a:endCxn id="9" idx="2"/>
          </p:cNvCxnSpPr>
          <p:nvPr/>
        </p:nvCxnSpPr>
        <p:spPr>
          <a:xfrm flipV="1">
            <a:off x="759129" y="1997484"/>
            <a:ext cx="910161" cy="1223319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73A2584-B55C-170F-E6C7-B55FA12521EE}"/>
              </a:ext>
            </a:extLst>
          </p:cNvPr>
          <p:cNvSpPr txBox="1"/>
          <p:nvPr/>
        </p:nvSpPr>
        <p:spPr>
          <a:xfrm>
            <a:off x="400574" y="2252160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791FD8-19AD-0449-82A9-93DFE76667E6}"/>
              </a:ext>
            </a:extLst>
          </p:cNvPr>
          <p:cNvSpPr txBox="1"/>
          <p:nvPr/>
        </p:nvSpPr>
        <p:spPr>
          <a:xfrm>
            <a:off x="9354132" y="4629978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63" name="Цилиндр 62">
            <a:extLst>
              <a:ext uri="{FF2B5EF4-FFF2-40B4-BE49-F238E27FC236}">
                <a16:creationId xmlns:a16="http://schemas.microsoft.com/office/drawing/2014/main" id="{4B01D485-58C5-F64B-892A-4DB24B7AC6F5}"/>
              </a:ext>
            </a:extLst>
          </p:cNvPr>
          <p:cNvSpPr/>
          <p:nvPr/>
        </p:nvSpPr>
        <p:spPr>
          <a:xfrm>
            <a:off x="10888904" y="322080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coord-3</a:t>
            </a:r>
            <a:endParaRPr lang="ru-BY" dirty="0"/>
          </a:p>
        </p:txBody>
      </p:sp>
      <p:cxnSp>
        <p:nvCxnSpPr>
          <p:cNvPr id="64" name="Прямая со стрелкой 18">
            <a:extLst>
              <a:ext uri="{FF2B5EF4-FFF2-40B4-BE49-F238E27FC236}">
                <a16:creationId xmlns:a16="http://schemas.microsoft.com/office/drawing/2014/main" id="{E0164565-70E0-C7C7-2C99-E337B9E0B7F3}"/>
              </a:ext>
            </a:extLst>
          </p:cNvPr>
          <p:cNvCxnSpPr>
            <a:cxnSpLocks/>
            <a:stCxn id="63" idx="3"/>
            <a:endCxn id="80" idx="1"/>
          </p:cNvCxnSpPr>
          <p:nvPr/>
        </p:nvCxnSpPr>
        <p:spPr>
          <a:xfrm>
            <a:off x="11432871" y="4519303"/>
            <a:ext cx="9110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18">
            <a:extLst>
              <a:ext uri="{FF2B5EF4-FFF2-40B4-BE49-F238E27FC236}">
                <a16:creationId xmlns:a16="http://schemas.microsoft.com/office/drawing/2014/main" id="{3B012901-C858-91F9-0976-418FE294860D}"/>
              </a:ext>
            </a:extLst>
          </p:cNvPr>
          <p:cNvCxnSpPr>
            <a:cxnSpLocks/>
            <a:stCxn id="75" idx="1"/>
            <a:endCxn id="63" idx="3"/>
          </p:cNvCxnSpPr>
          <p:nvPr/>
        </p:nvCxnSpPr>
        <p:spPr>
          <a:xfrm flipV="1">
            <a:off x="10024859" y="4519303"/>
            <a:ext cx="1408012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18">
            <a:extLst>
              <a:ext uri="{FF2B5EF4-FFF2-40B4-BE49-F238E27FC236}">
                <a16:creationId xmlns:a16="http://schemas.microsoft.com/office/drawing/2014/main" id="{C3FFC7E5-B5AC-380A-3E46-45A18ABA9FA2}"/>
              </a:ext>
            </a:extLst>
          </p:cNvPr>
          <p:cNvCxnSpPr>
            <a:cxnSpLocks/>
            <a:stCxn id="63" idx="2"/>
            <a:endCxn id="67" idx="4"/>
          </p:cNvCxnSpPr>
          <p:nvPr/>
        </p:nvCxnSpPr>
        <p:spPr>
          <a:xfrm flipH="1">
            <a:off x="10054688" y="3870053"/>
            <a:ext cx="834216" cy="4836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Цилиндр 66">
            <a:extLst>
              <a:ext uri="{FF2B5EF4-FFF2-40B4-BE49-F238E27FC236}">
                <a16:creationId xmlns:a16="http://schemas.microsoft.com/office/drawing/2014/main" id="{128093ED-E928-3A89-4AAA-8DA88C49702D}"/>
              </a:ext>
            </a:extLst>
          </p:cNvPr>
          <p:cNvSpPr/>
          <p:nvPr/>
        </p:nvSpPr>
        <p:spPr>
          <a:xfrm>
            <a:off x="8751185" y="3096992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worker-3-0</a:t>
            </a:r>
            <a:endParaRPr lang="ru-BY" dirty="0"/>
          </a:p>
        </p:txBody>
      </p:sp>
      <p:sp>
        <p:nvSpPr>
          <p:cNvPr id="68" name="Цилиндр 67">
            <a:extLst>
              <a:ext uri="{FF2B5EF4-FFF2-40B4-BE49-F238E27FC236}">
                <a16:creationId xmlns:a16="http://schemas.microsoft.com/office/drawing/2014/main" id="{656280ED-80FF-2A22-8B12-8033CCBAAD4E}"/>
              </a:ext>
            </a:extLst>
          </p:cNvPr>
          <p:cNvSpPr/>
          <p:nvPr/>
        </p:nvSpPr>
        <p:spPr>
          <a:xfrm>
            <a:off x="9702221" y="1348234"/>
            <a:ext cx="1087933" cy="1298500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master-3</a:t>
            </a:r>
            <a:endParaRPr lang="ru-BY" sz="1200" dirty="0"/>
          </a:p>
        </p:txBody>
      </p:sp>
      <p:cxnSp>
        <p:nvCxnSpPr>
          <p:cNvPr id="69" name="Прямая со стрелкой 18">
            <a:extLst>
              <a:ext uri="{FF2B5EF4-FFF2-40B4-BE49-F238E27FC236}">
                <a16:creationId xmlns:a16="http://schemas.microsoft.com/office/drawing/2014/main" id="{3C276CDB-B51F-B4E7-01DB-6FE9E932957D}"/>
              </a:ext>
            </a:extLst>
          </p:cNvPr>
          <p:cNvCxnSpPr>
            <a:cxnSpLocks/>
            <a:stCxn id="63" idx="1"/>
            <a:endCxn id="68" idx="4"/>
          </p:cNvCxnSpPr>
          <p:nvPr/>
        </p:nvCxnSpPr>
        <p:spPr>
          <a:xfrm flipH="1" flipV="1">
            <a:off x="10790154" y="1997484"/>
            <a:ext cx="642717" cy="1223319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F4DE35B-CC66-B590-425F-C3360A92F914}"/>
              </a:ext>
            </a:extLst>
          </p:cNvPr>
          <p:cNvSpPr txBox="1"/>
          <p:nvPr/>
        </p:nvSpPr>
        <p:spPr>
          <a:xfrm>
            <a:off x="10998937" y="2271675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75" name="Цилиндр 74">
            <a:extLst>
              <a:ext uri="{FF2B5EF4-FFF2-40B4-BE49-F238E27FC236}">
                <a16:creationId xmlns:a16="http://schemas.microsoft.com/office/drawing/2014/main" id="{1081BE96-8EE3-23DD-00BD-4DE2FB885273}"/>
              </a:ext>
            </a:extLst>
          </p:cNvPr>
          <p:cNvSpPr/>
          <p:nvPr/>
        </p:nvSpPr>
        <p:spPr>
          <a:xfrm>
            <a:off x="9373107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7" name="Цилиндр 76">
            <a:extLst>
              <a:ext uri="{FF2B5EF4-FFF2-40B4-BE49-F238E27FC236}">
                <a16:creationId xmlns:a16="http://schemas.microsoft.com/office/drawing/2014/main" id="{74E180FE-7261-B185-0C8D-C9C0042627B9}"/>
              </a:ext>
            </a:extLst>
          </p:cNvPr>
          <p:cNvSpPr/>
          <p:nvPr/>
        </p:nvSpPr>
        <p:spPr>
          <a:xfrm>
            <a:off x="2126163" y="3074184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78" name="Цилиндр 77">
            <a:extLst>
              <a:ext uri="{FF2B5EF4-FFF2-40B4-BE49-F238E27FC236}">
                <a16:creationId xmlns:a16="http://schemas.microsoft.com/office/drawing/2014/main" id="{669EF9BA-FD3C-AD21-BB9F-57CF7987C597}"/>
              </a:ext>
            </a:extLst>
          </p:cNvPr>
          <p:cNvSpPr/>
          <p:nvPr/>
        </p:nvSpPr>
        <p:spPr>
          <a:xfrm>
            <a:off x="1515390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9" name="Цилиндр 78">
            <a:extLst>
              <a:ext uri="{FF2B5EF4-FFF2-40B4-BE49-F238E27FC236}">
                <a16:creationId xmlns:a16="http://schemas.microsoft.com/office/drawing/2014/main" id="{90EF0D7E-9F2C-1E4A-15C1-C868A4B7BA30}"/>
              </a:ext>
            </a:extLst>
          </p:cNvPr>
          <p:cNvSpPr/>
          <p:nvPr/>
        </p:nvSpPr>
        <p:spPr>
          <a:xfrm>
            <a:off x="98268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-0</a:t>
            </a:r>
            <a:endParaRPr lang="ru-BY" dirty="0"/>
          </a:p>
        </p:txBody>
      </p:sp>
      <p:sp>
        <p:nvSpPr>
          <p:cNvPr id="80" name="Цилиндр 79">
            <a:extLst>
              <a:ext uri="{FF2B5EF4-FFF2-40B4-BE49-F238E27FC236}">
                <a16:creationId xmlns:a16="http://schemas.microsoft.com/office/drawing/2014/main" id="{CAE1BEEA-12C6-891C-CD6E-5AD101581989}"/>
              </a:ext>
            </a:extLst>
          </p:cNvPr>
          <p:cNvSpPr/>
          <p:nvPr/>
        </p:nvSpPr>
        <p:spPr>
          <a:xfrm>
            <a:off x="1079022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E24B429-77BF-4902-7BC8-2E29AEE76BA6}"/>
              </a:ext>
            </a:extLst>
          </p:cNvPr>
          <p:cNvSpPr txBox="1"/>
          <p:nvPr/>
        </p:nvSpPr>
        <p:spPr>
          <a:xfrm>
            <a:off x="1667169" y="4648857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33" name="Цилиндр 132">
            <a:extLst>
              <a:ext uri="{FF2B5EF4-FFF2-40B4-BE49-F238E27FC236}">
                <a16:creationId xmlns:a16="http://schemas.microsoft.com/office/drawing/2014/main" id="{10422A75-5CBF-D970-425D-012B72501D29}"/>
              </a:ext>
            </a:extLst>
          </p:cNvPr>
          <p:cNvSpPr/>
          <p:nvPr/>
        </p:nvSpPr>
        <p:spPr>
          <a:xfrm>
            <a:off x="3933963" y="3516144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coord-2</a:t>
            </a:r>
            <a:endParaRPr lang="ru-BY" dirty="0"/>
          </a:p>
        </p:txBody>
      </p:sp>
      <p:cxnSp>
        <p:nvCxnSpPr>
          <p:cNvPr id="134" name="Прямая со стрелкой 18">
            <a:extLst>
              <a:ext uri="{FF2B5EF4-FFF2-40B4-BE49-F238E27FC236}">
                <a16:creationId xmlns:a16="http://schemas.microsoft.com/office/drawing/2014/main" id="{DE6C28DF-FDB8-8101-9E67-6B6088DA23CF}"/>
              </a:ext>
            </a:extLst>
          </p:cNvPr>
          <p:cNvCxnSpPr>
            <a:cxnSpLocks/>
            <a:stCxn id="133" idx="3"/>
            <a:endCxn id="142" idx="1"/>
          </p:cNvCxnSpPr>
          <p:nvPr/>
        </p:nvCxnSpPr>
        <p:spPr>
          <a:xfrm>
            <a:off x="4477930" y="4814644"/>
            <a:ext cx="303519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Прямая со стрелкой 18">
            <a:extLst>
              <a:ext uri="{FF2B5EF4-FFF2-40B4-BE49-F238E27FC236}">
                <a16:creationId xmlns:a16="http://schemas.microsoft.com/office/drawing/2014/main" id="{03579E49-243C-2684-AA5D-46796F02523B}"/>
              </a:ext>
            </a:extLst>
          </p:cNvPr>
          <p:cNvCxnSpPr>
            <a:cxnSpLocks/>
            <a:stCxn id="141" idx="1"/>
            <a:endCxn id="133" idx="3"/>
          </p:cNvCxnSpPr>
          <p:nvPr/>
        </p:nvCxnSpPr>
        <p:spPr>
          <a:xfrm flipH="1" flipV="1">
            <a:off x="4477930" y="4814644"/>
            <a:ext cx="161807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Прямая со стрелкой 18">
            <a:extLst>
              <a:ext uri="{FF2B5EF4-FFF2-40B4-BE49-F238E27FC236}">
                <a16:creationId xmlns:a16="http://schemas.microsoft.com/office/drawing/2014/main" id="{C44AAD08-2943-690B-31A8-0A09B9E072FD}"/>
              </a:ext>
            </a:extLst>
          </p:cNvPr>
          <p:cNvCxnSpPr>
            <a:cxnSpLocks/>
            <a:stCxn id="133" idx="3"/>
            <a:endCxn id="137" idx="1"/>
          </p:cNvCxnSpPr>
          <p:nvPr/>
        </p:nvCxnSpPr>
        <p:spPr>
          <a:xfrm>
            <a:off x="4477930" y="4814644"/>
            <a:ext cx="20089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Цилиндр 136">
            <a:extLst>
              <a:ext uri="{FF2B5EF4-FFF2-40B4-BE49-F238E27FC236}">
                <a16:creationId xmlns:a16="http://schemas.microsoft.com/office/drawing/2014/main" id="{CC73C14A-0919-2FE7-F8E9-5C086C1BA19A}"/>
              </a:ext>
            </a:extLst>
          </p:cNvPr>
          <p:cNvSpPr/>
          <p:nvPr/>
        </p:nvSpPr>
        <p:spPr>
          <a:xfrm>
            <a:off x="40270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worker-2-0</a:t>
            </a:r>
            <a:endParaRPr lang="ru-BY" dirty="0"/>
          </a:p>
        </p:txBody>
      </p:sp>
      <p:sp>
        <p:nvSpPr>
          <p:cNvPr id="138" name="Цилиндр 137">
            <a:extLst>
              <a:ext uri="{FF2B5EF4-FFF2-40B4-BE49-F238E27FC236}">
                <a16:creationId xmlns:a16="http://schemas.microsoft.com/office/drawing/2014/main" id="{7764FAA7-A17D-C3BE-BCE9-AF49FE66AF99}"/>
              </a:ext>
            </a:extLst>
          </p:cNvPr>
          <p:cNvSpPr/>
          <p:nvPr/>
        </p:nvSpPr>
        <p:spPr>
          <a:xfrm>
            <a:off x="5230679" y="2515673"/>
            <a:ext cx="1087933" cy="1298500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master-2</a:t>
            </a:r>
            <a:endParaRPr lang="ru-BY" sz="1200" dirty="0"/>
          </a:p>
        </p:txBody>
      </p:sp>
      <p:cxnSp>
        <p:nvCxnSpPr>
          <p:cNvPr id="139" name="Прямая со стрелкой 18">
            <a:extLst>
              <a:ext uri="{FF2B5EF4-FFF2-40B4-BE49-F238E27FC236}">
                <a16:creationId xmlns:a16="http://schemas.microsoft.com/office/drawing/2014/main" id="{437692CA-6BAB-8682-E077-7E4A2777BBE4}"/>
              </a:ext>
            </a:extLst>
          </p:cNvPr>
          <p:cNvCxnSpPr>
            <a:cxnSpLocks/>
            <a:stCxn id="133" idx="4"/>
            <a:endCxn id="138" idx="3"/>
          </p:cNvCxnSpPr>
          <p:nvPr/>
        </p:nvCxnSpPr>
        <p:spPr>
          <a:xfrm flipV="1">
            <a:off x="5021896" y="3814173"/>
            <a:ext cx="752750" cy="351221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Цилиндр 140">
            <a:extLst>
              <a:ext uri="{FF2B5EF4-FFF2-40B4-BE49-F238E27FC236}">
                <a16:creationId xmlns:a16="http://schemas.microsoft.com/office/drawing/2014/main" id="{3039488A-90E7-C053-C3A5-6D2078D0D8AA}"/>
              </a:ext>
            </a:extLst>
          </p:cNvPr>
          <p:cNvSpPr/>
          <p:nvPr/>
        </p:nvSpPr>
        <p:spPr>
          <a:xfrm>
            <a:off x="544424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142" name="Цилиндр 141">
            <a:extLst>
              <a:ext uri="{FF2B5EF4-FFF2-40B4-BE49-F238E27FC236}">
                <a16:creationId xmlns:a16="http://schemas.microsoft.com/office/drawing/2014/main" id="{C08D3B91-888D-4E44-94BF-FDCCFE5A5B8B}"/>
              </a:ext>
            </a:extLst>
          </p:cNvPr>
          <p:cNvSpPr/>
          <p:nvPr/>
        </p:nvSpPr>
        <p:spPr>
          <a:xfrm>
            <a:off x="68613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3A12764-859C-06BB-191F-3E87ABBE4FF9}"/>
              </a:ext>
            </a:extLst>
          </p:cNvPr>
          <p:cNvSpPr txBox="1"/>
          <p:nvPr/>
        </p:nvSpPr>
        <p:spPr>
          <a:xfrm>
            <a:off x="6867978" y="4656844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79EA9046-390B-7DC2-0A45-D3698290DFF2}"/>
              </a:ext>
            </a:extLst>
          </p:cNvPr>
          <p:cNvSpPr txBox="1"/>
          <p:nvPr/>
        </p:nvSpPr>
        <p:spPr>
          <a:xfrm>
            <a:off x="5165803" y="4045431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198" name="Прямая со стрелкой 18">
            <a:extLst>
              <a:ext uri="{FF2B5EF4-FFF2-40B4-BE49-F238E27FC236}">
                <a16:creationId xmlns:a16="http://schemas.microsoft.com/office/drawing/2014/main" id="{E24C86D1-B1B2-0973-0C35-766D2673E24F}"/>
              </a:ext>
            </a:extLst>
          </p:cNvPr>
          <p:cNvCxnSpPr>
            <a:cxnSpLocks/>
            <a:stCxn id="68" idx="3"/>
            <a:endCxn id="138" idx="4"/>
          </p:cNvCxnSpPr>
          <p:nvPr/>
        </p:nvCxnSpPr>
        <p:spPr>
          <a:xfrm rot="5400000">
            <a:off x="8023306" y="942040"/>
            <a:ext cx="518189" cy="3927576"/>
          </a:xfrm>
          <a:prstGeom prst="curvedConnector2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Прямая со стрелкой 18">
            <a:extLst>
              <a:ext uri="{FF2B5EF4-FFF2-40B4-BE49-F238E27FC236}">
                <a16:creationId xmlns:a16="http://schemas.microsoft.com/office/drawing/2014/main" id="{E6610087-EEA6-8CB3-DB1C-596299E7C6E4}"/>
              </a:ext>
            </a:extLst>
          </p:cNvPr>
          <p:cNvCxnSpPr>
            <a:cxnSpLocks/>
            <a:stCxn id="138" idx="2"/>
            <a:endCxn id="9" idx="3"/>
          </p:cNvCxnSpPr>
          <p:nvPr/>
        </p:nvCxnSpPr>
        <p:spPr>
          <a:xfrm rot="10800000">
            <a:off x="2213257" y="2646735"/>
            <a:ext cx="3017422" cy="518189"/>
          </a:xfrm>
          <a:prstGeom prst="curvedConnector2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Прямая со стрелкой 18">
            <a:extLst>
              <a:ext uri="{FF2B5EF4-FFF2-40B4-BE49-F238E27FC236}">
                <a16:creationId xmlns:a16="http://schemas.microsoft.com/office/drawing/2014/main" id="{367169FA-98EA-11DB-5DDF-4A37DA71E9A0}"/>
              </a:ext>
            </a:extLst>
          </p:cNvPr>
          <p:cNvCxnSpPr>
            <a:cxnSpLocks/>
            <a:stCxn id="68" idx="1"/>
            <a:endCxn id="9" idx="1"/>
          </p:cNvCxnSpPr>
          <p:nvPr/>
        </p:nvCxnSpPr>
        <p:spPr>
          <a:xfrm rot="16200000" flipV="1">
            <a:off x="6229723" y="-2668232"/>
            <a:ext cx="12700" cy="8032931"/>
          </a:xfrm>
          <a:prstGeom prst="curvedConnector3">
            <a:avLst>
              <a:gd name="adj1" fmla="val 3124142"/>
            </a:avLst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Цилиндр 218">
            <a:extLst>
              <a:ext uri="{FF2B5EF4-FFF2-40B4-BE49-F238E27FC236}">
                <a16:creationId xmlns:a16="http://schemas.microsoft.com/office/drawing/2014/main" id="{F97146B8-7B39-B451-1FBC-DE4AC56132F9}"/>
              </a:ext>
            </a:extLst>
          </p:cNvPr>
          <p:cNvSpPr/>
          <p:nvPr/>
        </p:nvSpPr>
        <p:spPr>
          <a:xfrm>
            <a:off x="6585031" y="1165451"/>
            <a:ext cx="1187095" cy="1416855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pg</a:t>
            </a:r>
            <a:r>
              <a:rPr lang="en-US" dirty="0"/>
              <a:t>-locker</a:t>
            </a:r>
            <a:endParaRPr lang="ru-BY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58279774-7160-836C-6405-54333B773624}"/>
              </a:ext>
            </a:extLst>
          </p:cNvPr>
          <p:cNvSpPr txBox="1"/>
          <p:nvPr/>
        </p:nvSpPr>
        <p:spPr>
          <a:xfrm>
            <a:off x="7477985" y="2681788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D53FC2A-CEAB-0AD0-B55F-D0A914B98D3C}"/>
              </a:ext>
            </a:extLst>
          </p:cNvPr>
          <p:cNvSpPr txBox="1"/>
          <p:nvPr/>
        </p:nvSpPr>
        <p:spPr>
          <a:xfrm>
            <a:off x="3023642" y="2536496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54BDDF33-7B5B-73FC-63C5-23E52053FDAB}"/>
              </a:ext>
            </a:extLst>
          </p:cNvPr>
          <p:cNvSpPr txBox="1"/>
          <p:nvPr/>
        </p:nvSpPr>
        <p:spPr>
          <a:xfrm>
            <a:off x="8730673" y="1107687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F59F23C3-6E7B-BAAF-769B-9EDF4ADABFE5}"/>
              </a:ext>
            </a:extLst>
          </p:cNvPr>
          <p:cNvSpPr txBox="1"/>
          <p:nvPr/>
        </p:nvSpPr>
        <p:spPr>
          <a:xfrm>
            <a:off x="2973785" y="1181682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260" name="Прямая со стрелкой 18">
            <a:extLst>
              <a:ext uri="{FF2B5EF4-FFF2-40B4-BE49-F238E27FC236}">
                <a16:creationId xmlns:a16="http://schemas.microsoft.com/office/drawing/2014/main" id="{1638CF53-861A-7EA7-7816-D17722443F84}"/>
              </a:ext>
            </a:extLst>
          </p:cNvPr>
          <p:cNvCxnSpPr>
            <a:cxnSpLocks/>
            <a:stCxn id="219" idx="2"/>
            <a:endCxn id="138" idx="1"/>
          </p:cNvCxnSpPr>
          <p:nvPr/>
        </p:nvCxnSpPr>
        <p:spPr>
          <a:xfrm rot="10800000" flipV="1">
            <a:off x="5774647" y="1873879"/>
            <a:ext cx="810385" cy="641794"/>
          </a:xfrm>
          <a:prstGeom prst="curvedConnector2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Прямая со стрелкой 18">
            <a:extLst>
              <a:ext uri="{FF2B5EF4-FFF2-40B4-BE49-F238E27FC236}">
                <a16:creationId xmlns:a16="http://schemas.microsoft.com/office/drawing/2014/main" id="{53F97DCD-6CB1-67FC-5E16-26E146F51A93}"/>
              </a:ext>
            </a:extLst>
          </p:cNvPr>
          <p:cNvCxnSpPr>
            <a:cxnSpLocks/>
            <a:stCxn id="219" idx="2"/>
            <a:endCxn id="9" idx="4"/>
          </p:cNvCxnSpPr>
          <p:nvPr/>
        </p:nvCxnSpPr>
        <p:spPr>
          <a:xfrm rot="10800000" flipV="1">
            <a:off x="2757223" y="1873878"/>
            <a:ext cx="3827808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Прямая со стрелкой 18">
            <a:extLst>
              <a:ext uri="{FF2B5EF4-FFF2-40B4-BE49-F238E27FC236}">
                <a16:creationId xmlns:a16="http://schemas.microsoft.com/office/drawing/2014/main" id="{CFAEA455-C352-AAFE-3A31-354F9E3B482B}"/>
              </a:ext>
            </a:extLst>
          </p:cNvPr>
          <p:cNvCxnSpPr>
            <a:cxnSpLocks/>
            <a:stCxn id="219" idx="4"/>
            <a:endCxn id="68" idx="2"/>
          </p:cNvCxnSpPr>
          <p:nvPr/>
        </p:nvCxnSpPr>
        <p:spPr>
          <a:xfrm>
            <a:off x="7772126" y="1873879"/>
            <a:ext cx="1930095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49A2AAB3-1A49-2A61-5531-BDF57480A889}"/>
              </a:ext>
            </a:extLst>
          </p:cNvPr>
          <p:cNvSpPr txBox="1"/>
          <p:nvPr/>
        </p:nvSpPr>
        <p:spPr>
          <a:xfrm>
            <a:off x="8434847" y="1584764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69A33C7D-9720-EB54-0886-65F6F5998EB5}"/>
              </a:ext>
            </a:extLst>
          </p:cNvPr>
          <p:cNvSpPr txBox="1"/>
          <p:nvPr/>
        </p:nvSpPr>
        <p:spPr>
          <a:xfrm>
            <a:off x="3933963" y="1610311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23985170-98D4-49F9-2456-59DFBED5B3A1}"/>
              </a:ext>
            </a:extLst>
          </p:cNvPr>
          <p:cNvSpPr txBox="1"/>
          <p:nvPr/>
        </p:nvSpPr>
        <p:spPr>
          <a:xfrm>
            <a:off x="5327376" y="1935680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39350166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6354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Общая архитектура кластера</a:t>
            </a:r>
            <a:endParaRPr lang="en-US" sz="36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215162" y="322080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coord-1</a:t>
            </a:r>
            <a:endParaRPr lang="ru-BY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4"/>
            <a:endCxn id="77" idx="2"/>
          </p:cNvCxnSpPr>
          <p:nvPr/>
        </p:nvCxnSpPr>
        <p:spPr>
          <a:xfrm flipV="1">
            <a:off x="1303095" y="3852081"/>
            <a:ext cx="823068" cy="17972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8" idx="1"/>
            <a:endCxn id="23" idx="3"/>
          </p:cNvCxnSpPr>
          <p:nvPr/>
        </p:nvCxnSpPr>
        <p:spPr>
          <a:xfrm flipH="1" flipV="1">
            <a:off x="759129" y="4519303"/>
            <a:ext cx="1408013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79" idx="1"/>
          </p:cNvCxnSpPr>
          <p:nvPr/>
        </p:nvCxnSpPr>
        <p:spPr>
          <a:xfrm flipH="1">
            <a:off x="750020" y="4519303"/>
            <a:ext cx="9109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Цилиндр 8">
            <a:extLst>
              <a:ext uri="{FF2B5EF4-FFF2-40B4-BE49-F238E27FC236}">
                <a16:creationId xmlns:a16="http://schemas.microsoft.com/office/drawing/2014/main" id="{A6CB4848-BD9F-00DA-AFBB-169D872B698A}"/>
              </a:ext>
            </a:extLst>
          </p:cNvPr>
          <p:cNvSpPr/>
          <p:nvPr/>
        </p:nvSpPr>
        <p:spPr>
          <a:xfrm>
            <a:off x="1669290" y="1348234"/>
            <a:ext cx="1087933" cy="1298500"/>
          </a:xfrm>
          <a:prstGeom prst="can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master-1</a:t>
            </a:r>
            <a:endParaRPr lang="ru-BY" sz="1200" dirty="0"/>
          </a:p>
        </p:txBody>
      </p:sp>
      <p:cxnSp>
        <p:nvCxnSpPr>
          <p:cNvPr id="10" name="Прямая со стрелкой 18">
            <a:extLst>
              <a:ext uri="{FF2B5EF4-FFF2-40B4-BE49-F238E27FC236}">
                <a16:creationId xmlns:a16="http://schemas.microsoft.com/office/drawing/2014/main" id="{6BDA3585-87B9-649E-1E95-BF31212098C0}"/>
              </a:ext>
            </a:extLst>
          </p:cNvPr>
          <p:cNvCxnSpPr>
            <a:cxnSpLocks/>
            <a:stCxn id="23" idx="1"/>
            <a:endCxn id="9" idx="2"/>
          </p:cNvCxnSpPr>
          <p:nvPr/>
        </p:nvCxnSpPr>
        <p:spPr>
          <a:xfrm flipV="1">
            <a:off x="759129" y="1997484"/>
            <a:ext cx="910161" cy="1223319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73A2584-B55C-170F-E6C7-B55FA12521EE}"/>
              </a:ext>
            </a:extLst>
          </p:cNvPr>
          <p:cNvSpPr txBox="1"/>
          <p:nvPr/>
        </p:nvSpPr>
        <p:spPr>
          <a:xfrm>
            <a:off x="400574" y="2252160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791FD8-19AD-0449-82A9-93DFE76667E6}"/>
              </a:ext>
            </a:extLst>
          </p:cNvPr>
          <p:cNvSpPr txBox="1"/>
          <p:nvPr/>
        </p:nvSpPr>
        <p:spPr>
          <a:xfrm>
            <a:off x="9354132" y="4629978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63" name="Цилиндр 62">
            <a:extLst>
              <a:ext uri="{FF2B5EF4-FFF2-40B4-BE49-F238E27FC236}">
                <a16:creationId xmlns:a16="http://schemas.microsoft.com/office/drawing/2014/main" id="{4B01D485-58C5-F64B-892A-4DB24B7AC6F5}"/>
              </a:ext>
            </a:extLst>
          </p:cNvPr>
          <p:cNvSpPr/>
          <p:nvPr/>
        </p:nvSpPr>
        <p:spPr>
          <a:xfrm>
            <a:off x="10888904" y="322080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coord-3</a:t>
            </a:r>
            <a:endParaRPr lang="ru-BY" dirty="0"/>
          </a:p>
        </p:txBody>
      </p:sp>
      <p:cxnSp>
        <p:nvCxnSpPr>
          <p:cNvPr id="64" name="Прямая со стрелкой 18">
            <a:extLst>
              <a:ext uri="{FF2B5EF4-FFF2-40B4-BE49-F238E27FC236}">
                <a16:creationId xmlns:a16="http://schemas.microsoft.com/office/drawing/2014/main" id="{E0164565-70E0-C7C7-2C99-E337B9E0B7F3}"/>
              </a:ext>
            </a:extLst>
          </p:cNvPr>
          <p:cNvCxnSpPr>
            <a:cxnSpLocks/>
            <a:stCxn id="63" idx="3"/>
            <a:endCxn id="80" idx="1"/>
          </p:cNvCxnSpPr>
          <p:nvPr/>
        </p:nvCxnSpPr>
        <p:spPr>
          <a:xfrm>
            <a:off x="11432871" y="4519303"/>
            <a:ext cx="9110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18">
            <a:extLst>
              <a:ext uri="{FF2B5EF4-FFF2-40B4-BE49-F238E27FC236}">
                <a16:creationId xmlns:a16="http://schemas.microsoft.com/office/drawing/2014/main" id="{3B012901-C858-91F9-0976-418FE294860D}"/>
              </a:ext>
            </a:extLst>
          </p:cNvPr>
          <p:cNvCxnSpPr>
            <a:cxnSpLocks/>
            <a:stCxn id="75" idx="1"/>
            <a:endCxn id="63" idx="3"/>
          </p:cNvCxnSpPr>
          <p:nvPr/>
        </p:nvCxnSpPr>
        <p:spPr>
          <a:xfrm flipV="1">
            <a:off x="10024859" y="4519303"/>
            <a:ext cx="1408012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18">
            <a:extLst>
              <a:ext uri="{FF2B5EF4-FFF2-40B4-BE49-F238E27FC236}">
                <a16:creationId xmlns:a16="http://schemas.microsoft.com/office/drawing/2014/main" id="{C3FFC7E5-B5AC-380A-3E46-45A18ABA9FA2}"/>
              </a:ext>
            </a:extLst>
          </p:cNvPr>
          <p:cNvCxnSpPr>
            <a:cxnSpLocks/>
            <a:stCxn id="63" idx="2"/>
            <a:endCxn id="67" idx="4"/>
          </p:cNvCxnSpPr>
          <p:nvPr/>
        </p:nvCxnSpPr>
        <p:spPr>
          <a:xfrm flipH="1">
            <a:off x="10054688" y="3870053"/>
            <a:ext cx="834216" cy="4836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Цилиндр 66">
            <a:extLst>
              <a:ext uri="{FF2B5EF4-FFF2-40B4-BE49-F238E27FC236}">
                <a16:creationId xmlns:a16="http://schemas.microsoft.com/office/drawing/2014/main" id="{128093ED-E928-3A89-4AAA-8DA88C49702D}"/>
              </a:ext>
            </a:extLst>
          </p:cNvPr>
          <p:cNvSpPr/>
          <p:nvPr/>
        </p:nvSpPr>
        <p:spPr>
          <a:xfrm>
            <a:off x="8751185" y="3096992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worker-3-0</a:t>
            </a:r>
            <a:endParaRPr lang="ru-BY" dirty="0"/>
          </a:p>
        </p:txBody>
      </p:sp>
      <p:sp>
        <p:nvSpPr>
          <p:cNvPr id="68" name="Цилиндр 67">
            <a:extLst>
              <a:ext uri="{FF2B5EF4-FFF2-40B4-BE49-F238E27FC236}">
                <a16:creationId xmlns:a16="http://schemas.microsoft.com/office/drawing/2014/main" id="{656280ED-80FF-2A22-8B12-8033CCBAAD4E}"/>
              </a:ext>
            </a:extLst>
          </p:cNvPr>
          <p:cNvSpPr/>
          <p:nvPr/>
        </p:nvSpPr>
        <p:spPr>
          <a:xfrm>
            <a:off x="9702221" y="1348234"/>
            <a:ext cx="1087933" cy="1298500"/>
          </a:xfrm>
          <a:prstGeom prst="can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master-3</a:t>
            </a:r>
            <a:endParaRPr lang="ru-BY" sz="1200" dirty="0"/>
          </a:p>
        </p:txBody>
      </p:sp>
      <p:cxnSp>
        <p:nvCxnSpPr>
          <p:cNvPr id="69" name="Прямая со стрелкой 18">
            <a:extLst>
              <a:ext uri="{FF2B5EF4-FFF2-40B4-BE49-F238E27FC236}">
                <a16:creationId xmlns:a16="http://schemas.microsoft.com/office/drawing/2014/main" id="{3C276CDB-B51F-B4E7-01DB-6FE9E932957D}"/>
              </a:ext>
            </a:extLst>
          </p:cNvPr>
          <p:cNvCxnSpPr>
            <a:cxnSpLocks/>
            <a:stCxn id="63" idx="1"/>
            <a:endCxn id="68" idx="4"/>
          </p:cNvCxnSpPr>
          <p:nvPr/>
        </p:nvCxnSpPr>
        <p:spPr>
          <a:xfrm flipH="1" flipV="1">
            <a:off x="10790154" y="1997484"/>
            <a:ext cx="642717" cy="1223319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F4DE35B-CC66-B590-425F-C3360A92F914}"/>
              </a:ext>
            </a:extLst>
          </p:cNvPr>
          <p:cNvSpPr txBox="1"/>
          <p:nvPr/>
        </p:nvSpPr>
        <p:spPr>
          <a:xfrm>
            <a:off x="10998937" y="2271675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75" name="Цилиндр 74">
            <a:extLst>
              <a:ext uri="{FF2B5EF4-FFF2-40B4-BE49-F238E27FC236}">
                <a16:creationId xmlns:a16="http://schemas.microsoft.com/office/drawing/2014/main" id="{1081BE96-8EE3-23DD-00BD-4DE2FB885273}"/>
              </a:ext>
            </a:extLst>
          </p:cNvPr>
          <p:cNvSpPr/>
          <p:nvPr/>
        </p:nvSpPr>
        <p:spPr>
          <a:xfrm>
            <a:off x="9373107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7" name="Цилиндр 76">
            <a:extLst>
              <a:ext uri="{FF2B5EF4-FFF2-40B4-BE49-F238E27FC236}">
                <a16:creationId xmlns:a16="http://schemas.microsoft.com/office/drawing/2014/main" id="{74E180FE-7261-B185-0C8D-C9C0042627B9}"/>
              </a:ext>
            </a:extLst>
          </p:cNvPr>
          <p:cNvSpPr/>
          <p:nvPr/>
        </p:nvSpPr>
        <p:spPr>
          <a:xfrm>
            <a:off x="2126163" y="3074184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78" name="Цилиндр 77">
            <a:extLst>
              <a:ext uri="{FF2B5EF4-FFF2-40B4-BE49-F238E27FC236}">
                <a16:creationId xmlns:a16="http://schemas.microsoft.com/office/drawing/2014/main" id="{669EF9BA-FD3C-AD21-BB9F-57CF7987C597}"/>
              </a:ext>
            </a:extLst>
          </p:cNvPr>
          <p:cNvSpPr/>
          <p:nvPr/>
        </p:nvSpPr>
        <p:spPr>
          <a:xfrm>
            <a:off x="1515390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9" name="Цилиндр 78">
            <a:extLst>
              <a:ext uri="{FF2B5EF4-FFF2-40B4-BE49-F238E27FC236}">
                <a16:creationId xmlns:a16="http://schemas.microsoft.com/office/drawing/2014/main" id="{90EF0D7E-9F2C-1E4A-15C1-C868A4B7BA30}"/>
              </a:ext>
            </a:extLst>
          </p:cNvPr>
          <p:cNvSpPr/>
          <p:nvPr/>
        </p:nvSpPr>
        <p:spPr>
          <a:xfrm>
            <a:off x="98268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-0</a:t>
            </a:r>
            <a:endParaRPr lang="ru-BY" dirty="0"/>
          </a:p>
        </p:txBody>
      </p:sp>
      <p:sp>
        <p:nvSpPr>
          <p:cNvPr id="80" name="Цилиндр 79">
            <a:extLst>
              <a:ext uri="{FF2B5EF4-FFF2-40B4-BE49-F238E27FC236}">
                <a16:creationId xmlns:a16="http://schemas.microsoft.com/office/drawing/2014/main" id="{CAE1BEEA-12C6-891C-CD6E-5AD101581989}"/>
              </a:ext>
            </a:extLst>
          </p:cNvPr>
          <p:cNvSpPr/>
          <p:nvPr/>
        </p:nvSpPr>
        <p:spPr>
          <a:xfrm>
            <a:off x="1079022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E24B429-77BF-4902-7BC8-2E29AEE76BA6}"/>
              </a:ext>
            </a:extLst>
          </p:cNvPr>
          <p:cNvSpPr txBox="1"/>
          <p:nvPr/>
        </p:nvSpPr>
        <p:spPr>
          <a:xfrm>
            <a:off x="1667169" y="4648857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33" name="Цилиндр 132">
            <a:extLst>
              <a:ext uri="{FF2B5EF4-FFF2-40B4-BE49-F238E27FC236}">
                <a16:creationId xmlns:a16="http://schemas.microsoft.com/office/drawing/2014/main" id="{10422A75-5CBF-D970-425D-012B72501D29}"/>
              </a:ext>
            </a:extLst>
          </p:cNvPr>
          <p:cNvSpPr/>
          <p:nvPr/>
        </p:nvSpPr>
        <p:spPr>
          <a:xfrm>
            <a:off x="3933963" y="3516144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coord-2</a:t>
            </a:r>
            <a:endParaRPr lang="ru-BY" dirty="0"/>
          </a:p>
        </p:txBody>
      </p:sp>
      <p:cxnSp>
        <p:nvCxnSpPr>
          <p:cNvPr id="134" name="Прямая со стрелкой 18">
            <a:extLst>
              <a:ext uri="{FF2B5EF4-FFF2-40B4-BE49-F238E27FC236}">
                <a16:creationId xmlns:a16="http://schemas.microsoft.com/office/drawing/2014/main" id="{DE6C28DF-FDB8-8101-9E67-6B6088DA23CF}"/>
              </a:ext>
            </a:extLst>
          </p:cNvPr>
          <p:cNvCxnSpPr>
            <a:cxnSpLocks/>
            <a:stCxn id="133" idx="3"/>
            <a:endCxn id="142" idx="1"/>
          </p:cNvCxnSpPr>
          <p:nvPr/>
        </p:nvCxnSpPr>
        <p:spPr>
          <a:xfrm>
            <a:off x="4477930" y="4814644"/>
            <a:ext cx="303519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Прямая со стрелкой 18">
            <a:extLst>
              <a:ext uri="{FF2B5EF4-FFF2-40B4-BE49-F238E27FC236}">
                <a16:creationId xmlns:a16="http://schemas.microsoft.com/office/drawing/2014/main" id="{03579E49-243C-2684-AA5D-46796F02523B}"/>
              </a:ext>
            </a:extLst>
          </p:cNvPr>
          <p:cNvCxnSpPr>
            <a:cxnSpLocks/>
            <a:stCxn id="141" idx="1"/>
            <a:endCxn id="133" idx="3"/>
          </p:cNvCxnSpPr>
          <p:nvPr/>
        </p:nvCxnSpPr>
        <p:spPr>
          <a:xfrm flipH="1" flipV="1">
            <a:off x="4477930" y="4814644"/>
            <a:ext cx="161807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Прямая со стрелкой 18">
            <a:extLst>
              <a:ext uri="{FF2B5EF4-FFF2-40B4-BE49-F238E27FC236}">
                <a16:creationId xmlns:a16="http://schemas.microsoft.com/office/drawing/2014/main" id="{C44AAD08-2943-690B-31A8-0A09B9E072FD}"/>
              </a:ext>
            </a:extLst>
          </p:cNvPr>
          <p:cNvCxnSpPr>
            <a:cxnSpLocks/>
            <a:stCxn id="133" idx="3"/>
            <a:endCxn id="137" idx="1"/>
          </p:cNvCxnSpPr>
          <p:nvPr/>
        </p:nvCxnSpPr>
        <p:spPr>
          <a:xfrm>
            <a:off x="4477930" y="4814644"/>
            <a:ext cx="20089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Цилиндр 136">
            <a:extLst>
              <a:ext uri="{FF2B5EF4-FFF2-40B4-BE49-F238E27FC236}">
                <a16:creationId xmlns:a16="http://schemas.microsoft.com/office/drawing/2014/main" id="{CC73C14A-0919-2FE7-F8E9-5C086C1BA19A}"/>
              </a:ext>
            </a:extLst>
          </p:cNvPr>
          <p:cNvSpPr/>
          <p:nvPr/>
        </p:nvSpPr>
        <p:spPr>
          <a:xfrm>
            <a:off x="40270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worker-2-0</a:t>
            </a:r>
            <a:endParaRPr lang="ru-BY" dirty="0"/>
          </a:p>
        </p:txBody>
      </p:sp>
      <p:sp>
        <p:nvSpPr>
          <p:cNvPr id="138" name="Цилиндр 137">
            <a:extLst>
              <a:ext uri="{FF2B5EF4-FFF2-40B4-BE49-F238E27FC236}">
                <a16:creationId xmlns:a16="http://schemas.microsoft.com/office/drawing/2014/main" id="{7764FAA7-A17D-C3BE-BCE9-AF49FE66AF99}"/>
              </a:ext>
            </a:extLst>
          </p:cNvPr>
          <p:cNvSpPr/>
          <p:nvPr/>
        </p:nvSpPr>
        <p:spPr>
          <a:xfrm>
            <a:off x="5230679" y="2515673"/>
            <a:ext cx="1087933" cy="1298500"/>
          </a:xfrm>
          <a:prstGeom prst="can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master-2</a:t>
            </a:r>
            <a:endParaRPr lang="ru-BY" sz="1200" dirty="0"/>
          </a:p>
        </p:txBody>
      </p:sp>
      <p:cxnSp>
        <p:nvCxnSpPr>
          <p:cNvPr id="139" name="Прямая со стрелкой 18">
            <a:extLst>
              <a:ext uri="{FF2B5EF4-FFF2-40B4-BE49-F238E27FC236}">
                <a16:creationId xmlns:a16="http://schemas.microsoft.com/office/drawing/2014/main" id="{437692CA-6BAB-8682-E077-7E4A2777BBE4}"/>
              </a:ext>
            </a:extLst>
          </p:cNvPr>
          <p:cNvCxnSpPr>
            <a:cxnSpLocks/>
            <a:stCxn id="133" idx="4"/>
            <a:endCxn id="138" idx="3"/>
          </p:cNvCxnSpPr>
          <p:nvPr/>
        </p:nvCxnSpPr>
        <p:spPr>
          <a:xfrm flipV="1">
            <a:off x="5021896" y="3814173"/>
            <a:ext cx="752750" cy="351221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Цилиндр 140">
            <a:extLst>
              <a:ext uri="{FF2B5EF4-FFF2-40B4-BE49-F238E27FC236}">
                <a16:creationId xmlns:a16="http://schemas.microsoft.com/office/drawing/2014/main" id="{3039488A-90E7-C053-C3A5-6D2078D0D8AA}"/>
              </a:ext>
            </a:extLst>
          </p:cNvPr>
          <p:cNvSpPr/>
          <p:nvPr/>
        </p:nvSpPr>
        <p:spPr>
          <a:xfrm>
            <a:off x="544424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142" name="Цилиндр 141">
            <a:extLst>
              <a:ext uri="{FF2B5EF4-FFF2-40B4-BE49-F238E27FC236}">
                <a16:creationId xmlns:a16="http://schemas.microsoft.com/office/drawing/2014/main" id="{C08D3B91-888D-4E44-94BF-FDCCFE5A5B8B}"/>
              </a:ext>
            </a:extLst>
          </p:cNvPr>
          <p:cNvSpPr/>
          <p:nvPr/>
        </p:nvSpPr>
        <p:spPr>
          <a:xfrm>
            <a:off x="68613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3A12764-859C-06BB-191F-3E87ABBE4FF9}"/>
              </a:ext>
            </a:extLst>
          </p:cNvPr>
          <p:cNvSpPr txBox="1"/>
          <p:nvPr/>
        </p:nvSpPr>
        <p:spPr>
          <a:xfrm>
            <a:off x="6867978" y="4656844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79EA9046-390B-7DC2-0A45-D3698290DFF2}"/>
              </a:ext>
            </a:extLst>
          </p:cNvPr>
          <p:cNvSpPr txBox="1"/>
          <p:nvPr/>
        </p:nvSpPr>
        <p:spPr>
          <a:xfrm>
            <a:off x="5165803" y="4045431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198" name="Прямая со стрелкой 18">
            <a:extLst>
              <a:ext uri="{FF2B5EF4-FFF2-40B4-BE49-F238E27FC236}">
                <a16:creationId xmlns:a16="http://schemas.microsoft.com/office/drawing/2014/main" id="{E24C86D1-B1B2-0973-0C35-766D2673E24F}"/>
              </a:ext>
            </a:extLst>
          </p:cNvPr>
          <p:cNvCxnSpPr>
            <a:cxnSpLocks/>
            <a:stCxn id="68" idx="3"/>
            <a:endCxn id="138" idx="4"/>
          </p:cNvCxnSpPr>
          <p:nvPr/>
        </p:nvCxnSpPr>
        <p:spPr>
          <a:xfrm rot="5400000">
            <a:off x="8023306" y="942040"/>
            <a:ext cx="518189" cy="3927576"/>
          </a:xfrm>
          <a:prstGeom prst="curvedConnector2">
            <a:avLst/>
          </a:prstGeom>
          <a:ln w="31750">
            <a:solidFill>
              <a:schemeClr val="tx2">
                <a:lumMod val="90000"/>
                <a:lumOff val="1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Прямая со стрелкой 18">
            <a:extLst>
              <a:ext uri="{FF2B5EF4-FFF2-40B4-BE49-F238E27FC236}">
                <a16:creationId xmlns:a16="http://schemas.microsoft.com/office/drawing/2014/main" id="{E6610087-EEA6-8CB3-DB1C-596299E7C6E4}"/>
              </a:ext>
            </a:extLst>
          </p:cNvPr>
          <p:cNvCxnSpPr>
            <a:cxnSpLocks/>
            <a:stCxn id="138" idx="2"/>
            <a:endCxn id="9" idx="3"/>
          </p:cNvCxnSpPr>
          <p:nvPr/>
        </p:nvCxnSpPr>
        <p:spPr>
          <a:xfrm rot="10800000">
            <a:off x="2213257" y="2646735"/>
            <a:ext cx="3017422" cy="518189"/>
          </a:xfrm>
          <a:prstGeom prst="curvedConnector2">
            <a:avLst/>
          </a:prstGeom>
          <a:ln w="31750">
            <a:solidFill>
              <a:schemeClr val="tx2">
                <a:lumMod val="90000"/>
                <a:lumOff val="1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Прямая со стрелкой 18">
            <a:extLst>
              <a:ext uri="{FF2B5EF4-FFF2-40B4-BE49-F238E27FC236}">
                <a16:creationId xmlns:a16="http://schemas.microsoft.com/office/drawing/2014/main" id="{367169FA-98EA-11DB-5DDF-4A37DA71E9A0}"/>
              </a:ext>
            </a:extLst>
          </p:cNvPr>
          <p:cNvCxnSpPr>
            <a:cxnSpLocks/>
            <a:stCxn id="68" idx="1"/>
            <a:endCxn id="9" idx="1"/>
          </p:cNvCxnSpPr>
          <p:nvPr/>
        </p:nvCxnSpPr>
        <p:spPr>
          <a:xfrm rot="16200000" flipV="1">
            <a:off x="6229723" y="-2668232"/>
            <a:ext cx="12700" cy="8032931"/>
          </a:xfrm>
          <a:prstGeom prst="curvedConnector3">
            <a:avLst>
              <a:gd name="adj1" fmla="val 3124142"/>
            </a:avLst>
          </a:prstGeom>
          <a:ln w="31750">
            <a:solidFill>
              <a:schemeClr val="tx2">
                <a:lumMod val="90000"/>
                <a:lumOff val="1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Цилиндр 218">
            <a:extLst>
              <a:ext uri="{FF2B5EF4-FFF2-40B4-BE49-F238E27FC236}">
                <a16:creationId xmlns:a16="http://schemas.microsoft.com/office/drawing/2014/main" id="{F97146B8-7B39-B451-1FBC-DE4AC56132F9}"/>
              </a:ext>
            </a:extLst>
          </p:cNvPr>
          <p:cNvSpPr/>
          <p:nvPr/>
        </p:nvSpPr>
        <p:spPr>
          <a:xfrm>
            <a:off x="6585031" y="1165451"/>
            <a:ext cx="1187095" cy="1416855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pg</a:t>
            </a:r>
            <a:r>
              <a:rPr lang="en-US" dirty="0"/>
              <a:t>-locker</a:t>
            </a:r>
            <a:endParaRPr lang="ru-BY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58279774-7160-836C-6405-54333B773624}"/>
              </a:ext>
            </a:extLst>
          </p:cNvPr>
          <p:cNvSpPr txBox="1"/>
          <p:nvPr/>
        </p:nvSpPr>
        <p:spPr>
          <a:xfrm>
            <a:off x="7477985" y="2681788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D53FC2A-CEAB-0AD0-B55F-D0A914B98D3C}"/>
              </a:ext>
            </a:extLst>
          </p:cNvPr>
          <p:cNvSpPr txBox="1"/>
          <p:nvPr/>
        </p:nvSpPr>
        <p:spPr>
          <a:xfrm>
            <a:off x="3023642" y="2536496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54BDDF33-7B5B-73FC-63C5-23E52053FDAB}"/>
              </a:ext>
            </a:extLst>
          </p:cNvPr>
          <p:cNvSpPr txBox="1"/>
          <p:nvPr/>
        </p:nvSpPr>
        <p:spPr>
          <a:xfrm>
            <a:off x="8730673" y="1107687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F59F23C3-6E7B-BAAF-769B-9EDF4ADABFE5}"/>
              </a:ext>
            </a:extLst>
          </p:cNvPr>
          <p:cNvSpPr txBox="1"/>
          <p:nvPr/>
        </p:nvSpPr>
        <p:spPr>
          <a:xfrm>
            <a:off x="2973785" y="1181682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260" name="Прямая со стрелкой 18">
            <a:extLst>
              <a:ext uri="{FF2B5EF4-FFF2-40B4-BE49-F238E27FC236}">
                <a16:creationId xmlns:a16="http://schemas.microsoft.com/office/drawing/2014/main" id="{1638CF53-861A-7EA7-7816-D17722443F84}"/>
              </a:ext>
            </a:extLst>
          </p:cNvPr>
          <p:cNvCxnSpPr>
            <a:cxnSpLocks/>
            <a:stCxn id="219" idx="2"/>
            <a:endCxn id="138" idx="1"/>
          </p:cNvCxnSpPr>
          <p:nvPr/>
        </p:nvCxnSpPr>
        <p:spPr>
          <a:xfrm rot="10800000" flipV="1">
            <a:off x="5774647" y="1873879"/>
            <a:ext cx="810385" cy="641794"/>
          </a:xfrm>
          <a:prstGeom prst="curvedConnector2">
            <a:avLst/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Прямая со стрелкой 18">
            <a:extLst>
              <a:ext uri="{FF2B5EF4-FFF2-40B4-BE49-F238E27FC236}">
                <a16:creationId xmlns:a16="http://schemas.microsoft.com/office/drawing/2014/main" id="{53F97DCD-6CB1-67FC-5E16-26E146F51A93}"/>
              </a:ext>
            </a:extLst>
          </p:cNvPr>
          <p:cNvCxnSpPr>
            <a:cxnSpLocks/>
            <a:stCxn id="219" idx="2"/>
            <a:endCxn id="9" idx="4"/>
          </p:cNvCxnSpPr>
          <p:nvPr/>
        </p:nvCxnSpPr>
        <p:spPr>
          <a:xfrm rot="10800000" flipV="1">
            <a:off x="2757223" y="1873878"/>
            <a:ext cx="3827808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Прямая со стрелкой 18">
            <a:extLst>
              <a:ext uri="{FF2B5EF4-FFF2-40B4-BE49-F238E27FC236}">
                <a16:creationId xmlns:a16="http://schemas.microsoft.com/office/drawing/2014/main" id="{CFAEA455-C352-AAFE-3A31-354F9E3B482B}"/>
              </a:ext>
            </a:extLst>
          </p:cNvPr>
          <p:cNvCxnSpPr>
            <a:cxnSpLocks/>
            <a:stCxn id="219" idx="4"/>
            <a:endCxn id="68" idx="2"/>
          </p:cNvCxnSpPr>
          <p:nvPr/>
        </p:nvCxnSpPr>
        <p:spPr>
          <a:xfrm>
            <a:off x="7772126" y="1873879"/>
            <a:ext cx="1930095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49A2AAB3-1A49-2A61-5531-BDF57480A889}"/>
              </a:ext>
            </a:extLst>
          </p:cNvPr>
          <p:cNvSpPr txBox="1"/>
          <p:nvPr/>
        </p:nvSpPr>
        <p:spPr>
          <a:xfrm>
            <a:off x="8434847" y="1584764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69A33C7D-9720-EB54-0886-65F6F5998EB5}"/>
              </a:ext>
            </a:extLst>
          </p:cNvPr>
          <p:cNvSpPr txBox="1"/>
          <p:nvPr/>
        </p:nvSpPr>
        <p:spPr>
          <a:xfrm>
            <a:off x="3933963" y="1610311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23985170-98D4-49F9-2456-59DFBED5B3A1}"/>
              </a:ext>
            </a:extLst>
          </p:cNvPr>
          <p:cNvSpPr txBox="1"/>
          <p:nvPr/>
        </p:nvSpPr>
        <p:spPr>
          <a:xfrm>
            <a:off x="5327376" y="1935680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24196594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6354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Общая архитектура кластера</a:t>
            </a:r>
            <a:endParaRPr lang="en-US" sz="36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215162" y="3220803"/>
            <a:ext cx="1087933" cy="1298500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coord-1</a:t>
            </a:r>
            <a:endParaRPr lang="ru-BY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4"/>
            <a:endCxn id="77" idx="2"/>
          </p:cNvCxnSpPr>
          <p:nvPr/>
        </p:nvCxnSpPr>
        <p:spPr>
          <a:xfrm flipV="1">
            <a:off x="1303095" y="3852081"/>
            <a:ext cx="823068" cy="17972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8" idx="1"/>
            <a:endCxn id="23" idx="3"/>
          </p:cNvCxnSpPr>
          <p:nvPr/>
        </p:nvCxnSpPr>
        <p:spPr>
          <a:xfrm flipH="1" flipV="1">
            <a:off x="759129" y="4519303"/>
            <a:ext cx="1408013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79" idx="1"/>
          </p:cNvCxnSpPr>
          <p:nvPr/>
        </p:nvCxnSpPr>
        <p:spPr>
          <a:xfrm flipH="1">
            <a:off x="750020" y="4519303"/>
            <a:ext cx="9109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Цилиндр 8">
            <a:extLst>
              <a:ext uri="{FF2B5EF4-FFF2-40B4-BE49-F238E27FC236}">
                <a16:creationId xmlns:a16="http://schemas.microsoft.com/office/drawing/2014/main" id="{A6CB4848-BD9F-00DA-AFBB-169D872B698A}"/>
              </a:ext>
            </a:extLst>
          </p:cNvPr>
          <p:cNvSpPr/>
          <p:nvPr/>
        </p:nvSpPr>
        <p:spPr>
          <a:xfrm>
            <a:off x="1669290" y="1348234"/>
            <a:ext cx="1087933" cy="1298500"/>
          </a:xfrm>
          <a:prstGeom prst="can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master-1</a:t>
            </a:r>
            <a:endParaRPr lang="ru-BY" sz="1200" dirty="0"/>
          </a:p>
        </p:txBody>
      </p:sp>
      <p:cxnSp>
        <p:nvCxnSpPr>
          <p:cNvPr id="10" name="Прямая со стрелкой 18">
            <a:extLst>
              <a:ext uri="{FF2B5EF4-FFF2-40B4-BE49-F238E27FC236}">
                <a16:creationId xmlns:a16="http://schemas.microsoft.com/office/drawing/2014/main" id="{6BDA3585-87B9-649E-1E95-BF31212098C0}"/>
              </a:ext>
            </a:extLst>
          </p:cNvPr>
          <p:cNvCxnSpPr>
            <a:cxnSpLocks/>
            <a:stCxn id="23" idx="1"/>
            <a:endCxn id="9" idx="2"/>
          </p:cNvCxnSpPr>
          <p:nvPr/>
        </p:nvCxnSpPr>
        <p:spPr>
          <a:xfrm flipV="1">
            <a:off x="759129" y="1997484"/>
            <a:ext cx="910161" cy="1223319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73A2584-B55C-170F-E6C7-B55FA12521EE}"/>
              </a:ext>
            </a:extLst>
          </p:cNvPr>
          <p:cNvSpPr txBox="1"/>
          <p:nvPr/>
        </p:nvSpPr>
        <p:spPr>
          <a:xfrm>
            <a:off x="400574" y="2252160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791FD8-19AD-0449-82A9-93DFE76667E6}"/>
              </a:ext>
            </a:extLst>
          </p:cNvPr>
          <p:cNvSpPr txBox="1"/>
          <p:nvPr/>
        </p:nvSpPr>
        <p:spPr>
          <a:xfrm>
            <a:off x="9354132" y="4629978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63" name="Цилиндр 62">
            <a:extLst>
              <a:ext uri="{FF2B5EF4-FFF2-40B4-BE49-F238E27FC236}">
                <a16:creationId xmlns:a16="http://schemas.microsoft.com/office/drawing/2014/main" id="{4B01D485-58C5-F64B-892A-4DB24B7AC6F5}"/>
              </a:ext>
            </a:extLst>
          </p:cNvPr>
          <p:cNvSpPr/>
          <p:nvPr/>
        </p:nvSpPr>
        <p:spPr>
          <a:xfrm>
            <a:off x="10888904" y="3220803"/>
            <a:ext cx="1087933" cy="1298500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coord-3</a:t>
            </a:r>
            <a:endParaRPr lang="ru-BY" dirty="0"/>
          </a:p>
        </p:txBody>
      </p:sp>
      <p:cxnSp>
        <p:nvCxnSpPr>
          <p:cNvPr id="64" name="Прямая со стрелкой 18">
            <a:extLst>
              <a:ext uri="{FF2B5EF4-FFF2-40B4-BE49-F238E27FC236}">
                <a16:creationId xmlns:a16="http://schemas.microsoft.com/office/drawing/2014/main" id="{E0164565-70E0-C7C7-2C99-E337B9E0B7F3}"/>
              </a:ext>
            </a:extLst>
          </p:cNvPr>
          <p:cNvCxnSpPr>
            <a:cxnSpLocks/>
            <a:stCxn id="63" idx="3"/>
            <a:endCxn id="80" idx="1"/>
          </p:cNvCxnSpPr>
          <p:nvPr/>
        </p:nvCxnSpPr>
        <p:spPr>
          <a:xfrm>
            <a:off x="11432871" y="4519303"/>
            <a:ext cx="9110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18">
            <a:extLst>
              <a:ext uri="{FF2B5EF4-FFF2-40B4-BE49-F238E27FC236}">
                <a16:creationId xmlns:a16="http://schemas.microsoft.com/office/drawing/2014/main" id="{3B012901-C858-91F9-0976-418FE294860D}"/>
              </a:ext>
            </a:extLst>
          </p:cNvPr>
          <p:cNvCxnSpPr>
            <a:cxnSpLocks/>
            <a:stCxn id="75" idx="1"/>
            <a:endCxn id="63" idx="3"/>
          </p:cNvCxnSpPr>
          <p:nvPr/>
        </p:nvCxnSpPr>
        <p:spPr>
          <a:xfrm flipV="1">
            <a:off x="10024859" y="4519303"/>
            <a:ext cx="1408012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18">
            <a:extLst>
              <a:ext uri="{FF2B5EF4-FFF2-40B4-BE49-F238E27FC236}">
                <a16:creationId xmlns:a16="http://schemas.microsoft.com/office/drawing/2014/main" id="{C3FFC7E5-B5AC-380A-3E46-45A18ABA9FA2}"/>
              </a:ext>
            </a:extLst>
          </p:cNvPr>
          <p:cNvCxnSpPr>
            <a:cxnSpLocks/>
            <a:stCxn id="63" idx="2"/>
            <a:endCxn id="67" idx="4"/>
          </p:cNvCxnSpPr>
          <p:nvPr/>
        </p:nvCxnSpPr>
        <p:spPr>
          <a:xfrm flipH="1">
            <a:off x="10054688" y="3870053"/>
            <a:ext cx="834216" cy="4836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Цилиндр 66">
            <a:extLst>
              <a:ext uri="{FF2B5EF4-FFF2-40B4-BE49-F238E27FC236}">
                <a16:creationId xmlns:a16="http://schemas.microsoft.com/office/drawing/2014/main" id="{128093ED-E928-3A89-4AAA-8DA88C49702D}"/>
              </a:ext>
            </a:extLst>
          </p:cNvPr>
          <p:cNvSpPr/>
          <p:nvPr/>
        </p:nvSpPr>
        <p:spPr>
          <a:xfrm>
            <a:off x="8751185" y="3096992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worker-3-0</a:t>
            </a:r>
            <a:endParaRPr lang="ru-BY" dirty="0"/>
          </a:p>
        </p:txBody>
      </p:sp>
      <p:sp>
        <p:nvSpPr>
          <p:cNvPr id="68" name="Цилиндр 67">
            <a:extLst>
              <a:ext uri="{FF2B5EF4-FFF2-40B4-BE49-F238E27FC236}">
                <a16:creationId xmlns:a16="http://schemas.microsoft.com/office/drawing/2014/main" id="{656280ED-80FF-2A22-8B12-8033CCBAAD4E}"/>
              </a:ext>
            </a:extLst>
          </p:cNvPr>
          <p:cNvSpPr/>
          <p:nvPr/>
        </p:nvSpPr>
        <p:spPr>
          <a:xfrm>
            <a:off x="9702221" y="1348234"/>
            <a:ext cx="1087933" cy="1298500"/>
          </a:xfrm>
          <a:prstGeom prst="can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master-3</a:t>
            </a:r>
            <a:endParaRPr lang="ru-BY" sz="1200" dirty="0"/>
          </a:p>
        </p:txBody>
      </p:sp>
      <p:cxnSp>
        <p:nvCxnSpPr>
          <p:cNvPr id="69" name="Прямая со стрелкой 18">
            <a:extLst>
              <a:ext uri="{FF2B5EF4-FFF2-40B4-BE49-F238E27FC236}">
                <a16:creationId xmlns:a16="http://schemas.microsoft.com/office/drawing/2014/main" id="{3C276CDB-B51F-B4E7-01DB-6FE9E932957D}"/>
              </a:ext>
            </a:extLst>
          </p:cNvPr>
          <p:cNvCxnSpPr>
            <a:cxnSpLocks/>
            <a:stCxn id="63" idx="1"/>
            <a:endCxn id="68" idx="4"/>
          </p:cNvCxnSpPr>
          <p:nvPr/>
        </p:nvCxnSpPr>
        <p:spPr>
          <a:xfrm flipH="1" flipV="1">
            <a:off x="10790154" y="1997484"/>
            <a:ext cx="642717" cy="1223319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F4DE35B-CC66-B590-425F-C3360A92F914}"/>
              </a:ext>
            </a:extLst>
          </p:cNvPr>
          <p:cNvSpPr txBox="1"/>
          <p:nvPr/>
        </p:nvSpPr>
        <p:spPr>
          <a:xfrm>
            <a:off x="10998937" y="2271675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75" name="Цилиндр 74">
            <a:extLst>
              <a:ext uri="{FF2B5EF4-FFF2-40B4-BE49-F238E27FC236}">
                <a16:creationId xmlns:a16="http://schemas.microsoft.com/office/drawing/2014/main" id="{1081BE96-8EE3-23DD-00BD-4DE2FB885273}"/>
              </a:ext>
            </a:extLst>
          </p:cNvPr>
          <p:cNvSpPr/>
          <p:nvPr/>
        </p:nvSpPr>
        <p:spPr>
          <a:xfrm>
            <a:off x="9373107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7" name="Цилиндр 76">
            <a:extLst>
              <a:ext uri="{FF2B5EF4-FFF2-40B4-BE49-F238E27FC236}">
                <a16:creationId xmlns:a16="http://schemas.microsoft.com/office/drawing/2014/main" id="{74E180FE-7261-B185-0C8D-C9C0042627B9}"/>
              </a:ext>
            </a:extLst>
          </p:cNvPr>
          <p:cNvSpPr/>
          <p:nvPr/>
        </p:nvSpPr>
        <p:spPr>
          <a:xfrm>
            <a:off x="2126163" y="3074184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78" name="Цилиндр 77">
            <a:extLst>
              <a:ext uri="{FF2B5EF4-FFF2-40B4-BE49-F238E27FC236}">
                <a16:creationId xmlns:a16="http://schemas.microsoft.com/office/drawing/2014/main" id="{669EF9BA-FD3C-AD21-BB9F-57CF7987C597}"/>
              </a:ext>
            </a:extLst>
          </p:cNvPr>
          <p:cNvSpPr/>
          <p:nvPr/>
        </p:nvSpPr>
        <p:spPr>
          <a:xfrm>
            <a:off x="1515390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9" name="Цилиндр 78">
            <a:extLst>
              <a:ext uri="{FF2B5EF4-FFF2-40B4-BE49-F238E27FC236}">
                <a16:creationId xmlns:a16="http://schemas.microsoft.com/office/drawing/2014/main" id="{90EF0D7E-9F2C-1E4A-15C1-C868A4B7BA30}"/>
              </a:ext>
            </a:extLst>
          </p:cNvPr>
          <p:cNvSpPr/>
          <p:nvPr/>
        </p:nvSpPr>
        <p:spPr>
          <a:xfrm>
            <a:off x="98268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-0</a:t>
            </a:r>
            <a:endParaRPr lang="ru-BY" dirty="0"/>
          </a:p>
        </p:txBody>
      </p:sp>
      <p:sp>
        <p:nvSpPr>
          <p:cNvPr id="80" name="Цилиндр 79">
            <a:extLst>
              <a:ext uri="{FF2B5EF4-FFF2-40B4-BE49-F238E27FC236}">
                <a16:creationId xmlns:a16="http://schemas.microsoft.com/office/drawing/2014/main" id="{CAE1BEEA-12C6-891C-CD6E-5AD101581989}"/>
              </a:ext>
            </a:extLst>
          </p:cNvPr>
          <p:cNvSpPr/>
          <p:nvPr/>
        </p:nvSpPr>
        <p:spPr>
          <a:xfrm>
            <a:off x="1079022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E24B429-77BF-4902-7BC8-2E29AEE76BA6}"/>
              </a:ext>
            </a:extLst>
          </p:cNvPr>
          <p:cNvSpPr txBox="1"/>
          <p:nvPr/>
        </p:nvSpPr>
        <p:spPr>
          <a:xfrm>
            <a:off x="1667169" y="4648857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33" name="Цилиндр 132">
            <a:extLst>
              <a:ext uri="{FF2B5EF4-FFF2-40B4-BE49-F238E27FC236}">
                <a16:creationId xmlns:a16="http://schemas.microsoft.com/office/drawing/2014/main" id="{10422A75-5CBF-D970-425D-012B72501D29}"/>
              </a:ext>
            </a:extLst>
          </p:cNvPr>
          <p:cNvSpPr/>
          <p:nvPr/>
        </p:nvSpPr>
        <p:spPr>
          <a:xfrm>
            <a:off x="3933963" y="3516144"/>
            <a:ext cx="1087933" cy="1298500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coord-2</a:t>
            </a:r>
            <a:endParaRPr lang="ru-BY" dirty="0"/>
          </a:p>
        </p:txBody>
      </p:sp>
      <p:cxnSp>
        <p:nvCxnSpPr>
          <p:cNvPr id="134" name="Прямая со стрелкой 18">
            <a:extLst>
              <a:ext uri="{FF2B5EF4-FFF2-40B4-BE49-F238E27FC236}">
                <a16:creationId xmlns:a16="http://schemas.microsoft.com/office/drawing/2014/main" id="{DE6C28DF-FDB8-8101-9E67-6B6088DA23CF}"/>
              </a:ext>
            </a:extLst>
          </p:cNvPr>
          <p:cNvCxnSpPr>
            <a:cxnSpLocks/>
            <a:stCxn id="133" idx="3"/>
            <a:endCxn id="142" idx="1"/>
          </p:cNvCxnSpPr>
          <p:nvPr/>
        </p:nvCxnSpPr>
        <p:spPr>
          <a:xfrm>
            <a:off x="4477930" y="4814644"/>
            <a:ext cx="303519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Прямая со стрелкой 18">
            <a:extLst>
              <a:ext uri="{FF2B5EF4-FFF2-40B4-BE49-F238E27FC236}">
                <a16:creationId xmlns:a16="http://schemas.microsoft.com/office/drawing/2014/main" id="{03579E49-243C-2684-AA5D-46796F02523B}"/>
              </a:ext>
            </a:extLst>
          </p:cNvPr>
          <p:cNvCxnSpPr>
            <a:cxnSpLocks/>
            <a:stCxn id="141" idx="1"/>
            <a:endCxn id="133" idx="3"/>
          </p:cNvCxnSpPr>
          <p:nvPr/>
        </p:nvCxnSpPr>
        <p:spPr>
          <a:xfrm flipH="1" flipV="1">
            <a:off x="4477930" y="4814644"/>
            <a:ext cx="161807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Прямая со стрелкой 18">
            <a:extLst>
              <a:ext uri="{FF2B5EF4-FFF2-40B4-BE49-F238E27FC236}">
                <a16:creationId xmlns:a16="http://schemas.microsoft.com/office/drawing/2014/main" id="{C44AAD08-2943-690B-31A8-0A09B9E072FD}"/>
              </a:ext>
            </a:extLst>
          </p:cNvPr>
          <p:cNvCxnSpPr>
            <a:cxnSpLocks/>
            <a:stCxn id="133" idx="3"/>
            <a:endCxn id="137" idx="1"/>
          </p:cNvCxnSpPr>
          <p:nvPr/>
        </p:nvCxnSpPr>
        <p:spPr>
          <a:xfrm>
            <a:off x="4477930" y="4814644"/>
            <a:ext cx="20089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Цилиндр 136">
            <a:extLst>
              <a:ext uri="{FF2B5EF4-FFF2-40B4-BE49-F238E27FC236}">
                <a16:creationId xmlns:a16="http://schemas.microsoft.com/office/drawing/2014/main" id="{CC73C14A-0919-2FE7-F8E9-5C086C1BA19A}"/>
              </a:ext>
            </a:extLst>
          </p:cNvPr>
          <p:cNvSpPr/>
          <p:nvPr/>
        </p:nvSpPr>
        <p:spPr>
          <a:xfrm>
            <a:off x="40270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worker-2-0</a:t>
            </a:r>
            <a:endParaRPr lang="ru-BY" dirty="0"/>
          </a:p>
        </p:txBody>
      </p:sp>
      <p:sp>
        <p:nvSpPr>
          <p:cNvPr id="138" name="Цилиндр 137">
            <a:extLst>
              <a:ext uri="{FF2B5EF4-FFF2-40B4-BE49-F238E27FC236}">
                <a16:creationId xmlns:a16="http://schemas.microsoft.com/office/drawing/2014/main" id="{7764FAA7-A17D-C3BE-BCE9-AF49FE66AF99}"/>
              </a:ext>
            </a:extLst>
          </p:cNvPr>
          <p:cNvSpPr/>
          <p:nvPr/>
        </p:nvSpPr>
        <p:spPr>
          <a:xfrm>
            <a:off x="5230679" y="2515673"/>
            <a:ext cx="1087933" cy="1298500"/>
          </a:xfrm>
          <a:prstGeom prst="can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master-2</a:t>
            </a:r>
            <a:endParaRPr lang="ru-BY" sz="1200" dirty="0"/>
          </a:p>
        </p:txBody>
      </p:sp>
      <p:cxnSp>
        <p:nvCxnSpPr>
          <p:cNvPr id="139" name="Прямая со стрелкой 18">
            <a:extLst>
              <a:ext uri="{FF2B5EF4-FFF2-40B4-BE49-F238E27FC236}">
                <a16:creationId xmlns:a16="http://schemas.microsoft.com/office/drawing/2014/main" id="{437692CA-6BAB-8682-E077-7E4A2777BBE4}"/>
              </a:ext>
            </a:extLst>
          </p:cNvPr>
          <p:cNvCxnSpPr>
            <a:cxnSpLocks/>
            <a:stCxn id="133" idx="4"/>
            <a:endCxn id="138" idx="3"/>
          </p:cNvCxnSpPr>
          <p:nvPr/>
        </p:nvCxnSpPr>
        <p:spPr>
          <a:xfrm flipV="1">
            <a:off x="5021896" y="3814173"/>
            <a:ext cx="752750" cy="351221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Цилиндр 140">
            <a:extLst>
              <a:ext uri="{FF2B5EF4-FFF2-40B4-BE49-F238E27FC236}">
                <a16:creationId xmlns:a16="http://schemas.microsoft.com/office/drawing/2014/main" id="{3039488A-90E7-C053-C3A5-6D2078D0D8AA}"/>
              </a:ext>
            </a:extLst>
          </p:cNvPr>
          <p:cNvSpPr/>
          <p:nvPr/>
        </p:nvSpPr>
        <p:spPr>
          <a:xfrm>
            <a:off x="544424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142" name="Цилиндр 141">
            <a:extLst>
              <a:ext uri="{FF2B5EF4-FFF2-40B4-BE49-F238E27FC236}">
                <a16:creationId xmlns:a16="http://schemas.microsoft.com/office/drawing/2014/main" id="{C08D3B91-888D-4E44-94BF-FDCCFE5A5B8B}"/>
              </a:ext>
            </a:extLst>
          </p:cNvPr>
          <p:cNvSpPr/>
          <p:nvPr/>
        </p:nvSpPr>
        <p:spPr>
          <a:xfrm>
            <a:off x="68613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3A12764-859C-06BB-191F-3E87ABBE4FF9}"/>
              </a:ext>
            </a:extLst>
          </p:cNvPr>
          <p:cNvSpPr txBox="1"/>
          <p:nvPr/>
        </p:nvSpPr>
        <p:spPr>
          <a:xfrm>
            <a:off x="6867978" y="4656844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79EA9046-390B-7DC2-0A45-D3698290DFF2}"/>
              </a:ext>
            </a:extLst>
          </p:cNvPr>
          <p:cNvSpPr txBox="1"/>
          <p:nvPr/>
        </p:nvSpPr>
        <p:spPr>
          <a:xfrm>
            <a:off x="5165803" y="4045431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198" name="Прямая со стрелкой 18">
            <a:extLst>
              <a:ext uri="{FF2B5EF4-FFF2-40B4-BE49-F238E27FC236}">
                <a16:creationId xmlns:a16="http://schemas.microsoft.com/office/drawing/2014/main" id="{E24C86D1-B1B2-0973-0C35-766D2673E24F}"/>
              </a:ext>
            </a:extLst>
          </p:cNvPr>
          <p:cNvCxnSpPr>
            <a:cxnSpLocks/>
            <a:stCxn id="68" idx="3"/>
            <a:endCxn id="138" idx="4"/>
          </p:cNvCxnSpPr>
          <p:nvPr/>
        </p:nvCxnSpPr>
        <p:spPr>
          <a:xfrm rot="5400000">
            <a:off x="8023306" y="942040"/>
            <a:ext cx="518189" cy="3927576"/>
          </a:xfrm>
          <a:prstGeom prst="curvedConnector2">
            <a:avLst/>
          </a:prstGeom>
          <a:ln w="31750">
            <a:solidFill>
              <a:schemeClr val="tx2">
                <a:lumMod val="90000"/>
                <a:lumOff val="1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Прямая со стрелкой 18">
            <a:extLst>
              <a:ext uri="{FF2B5EF4-FFF2-40B4-BE49-F238E27FC236}">
                <a16:creationId xmlns:a16="http://schemas.microsoft.com/office/drawing/2014/main" id="{E6610087-EEA6-8CB3-DB1C-596299E7C6E4}"/>
              </a:ext>
            </a:extLst>
          </p:cNvPr>
          <p:cNvCxnSpPr>
            <a:cxnSpLocks/>
            <a:stCxn id="138" idx="2"/>
            <a:endCxn id="9" idx="3"/>
          </p:cNvCxnSpPr>
          <p:nvPr/>
        </p:nvCxnSpPr>
        <p:spPr>
          <a:xfrm rot="10800000">
            <a:off x="2213257" y="2646735"/>
            <a:ext cx="3017422" cy="518189"/>
          </a:xfrm>
          <a:prstGeom prst="curvedConnector2">
            <a:avLst/>
          </a:prstGeom>
          <a:ln w="31750">
            <a:solidFill>
              <a:schemeClr val="tx2">
                <a:lumMod val="90000"/>
                <a:lumOff val="1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Прямая со стрелкой 18">
            <a:extLst>
              <a:ext uri="{FF2B5EF4-FFF2-40B4-BE49-F238E27FC236}">
                <a16:creationId xmlns:a16="http://schemas.microsoft.com/office/drawing/2014/main" id="{367169FA-98EA-11DB-5DDF-4A37DA71E9A0}"/>
              </a:ext>
            </a:extLst>
          </p:cNvPr>
          <p:cNvCxnSpPr>
            <a:cxnSpLocks/>
            <a:stCxn id="68" idx="1"/>
            <a:endCxn id="9" idx="1"/>
          </p:cNvCxnSpPr>
          <p:nvPr/>
        </p:nvCxnSpPr>
        <p:spPr>
          <a:xfrm rot="16200000" flipV="1">
            <a:off x="6229723" y="-2668232"/>
            <a:ext cx="12700" cy="8032931"/>
          </a:xfrm>
          <a:prstGeom prst="curvedConnector3">
            <a:avLst>
              <a:gd name="adj1" fmla="val 3124142"/>
            </a:avLst>
          </a:prstGeom>
          <a:ln w="31750">
            <a:solidFill>
              <a:schemeClr val="tx2">
                <a:lumMod val="90000"/>
                <a:lumOff val="1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Цилиндр 218">
            <a:extLst>
              <a:ext uri="{FF2B5EF4-FFF2-40B4-BE49-F238E27FC236}">
                <a16:creationId xmlns:a16="http://schemas.microsoft.com/office/drawing/2014/main" id="{F97146B8-7B39-B451-1FBC-DE4AC56132F9}"/>
              </a:ext>
            </a:extLst>
          </p:cNvPr>
          <p:cNvSpPr/>
          <p:nvPr/>
        </p:nvSpPr>
        <p:spPr>
          <a:xfrm>
            <a:off x="6585031" y="1165451"/>
            <a:ext cx="1187095" cy="1416855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pg</a:t>
            </a:r>
            <a:r>
              <a:rPr lang="en-US" dirty="0"/>
              <a:t>-locker</a:t>
            </a:r>
            <a:endParaRPr lang="ru-BY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58279774-7160-836C-6405-54333B773624}"/>
              </a:ext>
            </a:extLst>
          </p:cNvPr>
          <p:cNvSpPr txBox="1"/>
          <p:nvPr/>
        </p:nvSpPr>
        <p:spPr>
          <a:xfrm>
            <a:off x="7477985" y="2681788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D53FC2A-CEAB-0AD0-B55F-D0A914B98D3C}"/>
              </a:ext>
            </a:extLst>
          </p:cNvPr>
          <p:cNvSpPr txBox="1"/>
          <p:nvPr/>
        </p:nvSpPr>
        <p:spPr>
          <a:xfrm>
            <a:off x="3023642" y="2536496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54BDDF33-7B5B-73FC-63C5-23E52053FDAB}"/>
              </a:ext>
            </a:extLst>
          </p:cNvPr>
          <p:cNvSpPr txBox="1"/>
          <p:nvPr/>
        </p:nvSpPr>
        <p:spPr>
          <a:xfrm>
            <a:off x="8730673" y="1107687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F59F23C3-6E7B-BAAF-769B-9EDF4ADABFE5}"/>
              </a:ext>
            </a:extLst>
          </p:cNvPr>
          <p:cNvSpPr txBox="1"/>
          <p:nvPr/>
        </p:nvSpPr>
        <p:spPr>
          <a:xfrm>
            <a:off x="2973785" y="1181682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260" name="Прямая со стрелкой 18">
            <a:extLst>
              <a:ext uri="{FF2B5EF4-FFF2-40B4-BE49-F238E27FC236}">
                <a16:creationId xmlns:a16="http://schemas.microsoft.com/office/drawing/2014/main" id="{1638CF53-861A-7EA7-7816-D17722443F84}"/>
              </a:ext>
            </a:extLst>
          </p:cNvPr>
          <p:cNvCxnSpPr>
            <a:cxnSpLocks/>
            <a:stCxn id="219" idx="2"/>
            <a:endCxn id="138" idx="1"/>
          </p:cNvCxnSpPr>
          <p:nvPr/>
        </p:nvCxnSpPr>
        <p:spPr>
          <a:xfrm rot="10800000" flipV="1">
            <a:off x="5774647" y="1873879"/>
            <a:ext cx="810385" cy="641794"/>
          </a:xfrm>
          <a:prstGeom prst="curvedConnector2">
            <a:avLst/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Прямая со стрелкой 18">
            <a:extLst>
              <a:ext uri="{FF2B5EF4-FFF2-40B4-BE49-F238E27FC236}">
                <a16:creationId xmlns:a16="http://schemas.microsoft.com/office/drawing/2014/main" id="{53F97DCD-6CB1-67FC-5E16-26E146F51A93}"/>
              </a:ext>
            </a:extLst>
          </p:cNvPr>
          <p:cNvCxnSpPr>
            <a:cxnSpLocks/>
            <a:stCxn id="219" idx="2"/>
            <a:endCxn id="9" idx="4"/>
          </p:cNvCxnSpPr>
          <p:nvPr/>
        </p:nvCxnSpPr>
        <p:spPr>
          <a:xfrm rot="10800000" flipV="1">
            <a:off x="2757223" y="1873878"/>
            <a:ext cx="3827808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Прямая со стрелкой 18">
            <a:extLst>
              <a:ext uri="{FF2B5EF4-FFF2-40B4-BE49-F238E27FC236}">
                <a16:creationId xmlns:a16="http://schemas.microsoft.com/office/drawing/2014/main" id="{CFAEA455-C352-AAFE-3A31-354F9E3B482B}"/>
              </a:ext>
            </a:extLst>
          </p:cNvPr>
          <p:cNvCxnSpPr>
            <a:cxnSpLocks/>
            <a:stCxn id="219" idx="4"/>
            <a:endCxn id="68" idx="2"/>
          </p:cNvCxnSpPr>
          <p:nvPr/>
        </p:nvCxnSpPr>
        <p:spPr>
          <a:xfrm>
            <a:off x="7772126" y="1873879"/>
            <a:ext cx="1930095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49A2AAB3-1A49-2A61-5531-BDF57480A889}"/>
              </a:ext>
            </a:extLst>
          </p:cNvPr>
          <p:cNvSpPr txBox="1"/>
          <p:nvPr/>
        </p:nvSpPr>
        <p:spPr>
          <a:xfrm>
            <a:off x="8434847" y="1584764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69A33C7D-9720-EB54-0886-65F6F5998EB5}"/>
              </a:ext>
            </a:extLst>
          </p:cNvPr>
          <p:cNvSpPr txBox="1"/>
          <p:nvPr/>
        </p:nvSpPr>
        <p:spPr>
          <a:xfrm>
            <a:off x="3933963" y="1610311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23985170-98D4-49F9-2456-59DFBED5B3A1}"/>
              </a:ext>
            </a:extLst>
          </p:cNvPr>
          <p:cNvSpPr txBox="1"/>
          <p:nvPr/>
        </p:nvSpPr>
        <p:spPr>
          <a:xfrm>
            <a:off x="5327376" y="1935680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3908867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6354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Общая архитектура кластера</a:t>
            </a:r>
            <a:endParaRPr lang="en-US" sz="36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215162" y="3220803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coord-1</a:t>
            </a:r>
            <a:endParaRPr lang="ru-BY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4"/>
            <a:endCxn id="77" idx="2"/>
          </p:cNvCxnSpPr>
          <p:nvPr/>
        </p:nvCxnSpPr>
        <p:spPr>
          <a:xfrm flipV="1">
            <a:off x="1303095" y="3852081"/>
            <a:ext cx="823068" cy="17972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8" idx="1"/>
            <a:endCxn id="23" idx="3"/>
          </p:cNvCxnSpPr>
          <p:nvPr/>
        </p:nvCxnSpPr>
        <p:spPr>
          <a:xfrm flipH="1" flipV="1">
            <a:off x="759129" y="4519303"/>
            <a:ext cx="1408013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79" idx="1"/>
          </p:cNvCxnSpPr>
          <p:nvPr/>
        </p:nvCxnSpPr>
        <p:spPr>
          <a:xfrm flipH="1">
            <a:off x="750020" y="4519303"/>
            <a:ext cx="9109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Цилиндр 8">
            <a:extLst>
              <a:ext uri="{FF2B5EF4-FFF2-40B4-BE49-F238E27FC236}">
                <a16:creationId xmlns:a16="http://schemas.microsoft.com/office/drawing/2014/main" id="{A6CB4848-BD9F-00DA-AFBB-169D872B698A}"/>
              </a:ext>
            </a:extLst>
          </p:cNvPr>
          <p:cNvSpPr/>
          <p:nvPr/>
        </p:nvSpPr>
        <p:spPr>
          <a:xfrm>
            <a:off x="1669290" y="1348234"/>
            <a:ext cx="1087933" cy="1298500"/>
          </a:xfrm>
          <a:prstGeom prst="can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master-1</a:t>
            </a:r>
            <a:endParaRPr lang="ru-BY" sz="1200" dirty="0"/>
          </a:p>
        </p:txBody>
      </p:sp>
      <p:cxnSp>
        <p:nvCxnSpPr>
          <p:cNvPr id="10" name="Прямая со стрелкой 18">
            <a:extLst>
              <a:ext uri="{FF2B5EF4-FFF2-40B4-BE49-F238E27FC236}">
                <a16:creationId xmlns:a16="http://schemas.microsoft.com/office/drawing/2014/main" id="{6BDA3585-87B9-649E-1E95-BF31212098C0}"/>
              </a:ext>
            </a:extLst>
          </p:cNvPr>
          <p:cNvCxnSpPr>
            <a:cxnSpLocks/>
            <a:stCxn id="23" idx="1"/>
            <a:endCxn id="9" idx="2"/>
          </p:cNvCxnSpPr>
          <p:nvPr/>
        </p:nvCxnSpPr>
        <p:spPr>
          <a:xfrm flipV="1">
            <a:off x="759129" y="1997484"/>
            <a:ext cx="910161" cy="1223319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73A2584-B55C-170F-E6C7-B55FA12521EE}"/>
              </a:ext>
            </a:extLst>
          </p:cNvPr>
          <p:cNvSpPr txBox="1"/>
          <p:nvPr/>
        </p:nvSpPr>
        <p:spPr>
          <a:xfrm>
            <a:off x="400574" y="2252160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791FD8-19AD-0449-82A9-93DFE76667E6}"/>
              </a:ext>
            </a:extLst>
          </p:cNvPr>
          <p:cNvSpPr txBox="1"/>
          <p:nvPr/>
        </p:nvSpPr>
        <p:spPr>
          <a:xfrm>
            <a:off x="9354132" y="4629978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63" name="Цилиндр 62">
            <a:extLst>
              <a:ext uri="{FF2B5EF4-FFF2-40B4-BE49-F238E27FC236}">
                <a16:creationId xmlns:a16="http://schemas.microsoft.com/office/drawing/2014/main" id="{4B01D485-58C5-F64B-892A-4DB24B7AC6F5}"/>
              </a:ext>
            </a:extLst>
          </p:cNvPr>
          <p:cNvSpPr/>
          <p:nvPr/>
        </p:nvSpPr>
        <p:spPr>
          <a:xfrm>
            <a:off x="10888904" y="3220803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coord-3</a:t>
            </a:r>
            <a:endParaRPr lang="ru-BY" dirty="0"/>
          </a:p>
        </p:txBody>
      </p:sp>
      <p:cxnSp>
        <p:nvCxnSpPr>
          <p:cNvPr id="64" name="Прямая со стрелкой 18">
            <a:extLst>
              <a:ext uri="{FF2B5EF4-FFF2-40B4-BE49-F238E27FC236}">
                <a16:creationId xmlns:a16="http://schemas.microsoft.com/office/drawing/2014/main" id="{E0164565-70E0-C7C7-2C99-E337B9E0B7F3}"/>
              </a:ext>
            </a:extLst>
          </p:cNvPr>
          <p:cNvCxnSpPr>
            <a:cxnSpLocks/>
            <a:stCxn id="63" idx="3"/>
            <a:endCxn id="80" idx="1"/>
          </p:cNvCxnSpPr>
          <p:nvPr/>
        </p:nvCxnSpPr>
        <p:spPr>
          <a:xfrm>
            <a:off x="11432871" y="4519303"/>
            <a:ext cx="9110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18">
            <a:extLst>
              <a:ext uri="{FF2B5EF4-FFF2-40B4-BE49-F238E27FC236}">
                <a16:creationId xmlns:a16="http://schemas.microsoft.com/office/drawing/2014/main" id="{3B012901-C858-91F9-0976-418FE294860D}"/>
              </a:ext>
            </a:extLst>
          </p:cNvPr>
          <p:cNvCxnSpPr>
            <a:cxnSpLocks/>
            <a:stCxn id="75" idx="1"/>
            <a:endCxn id="63" idx="3"/>
          </p:cNvCxnSpPr>
          <p:nvPr/>
        </p:nvCxnSpPr>
        <p:spPr>
          <a:xfrm flipV="1">
            <a:off x="10024859" y="4519303"/>
            <a:ext cx="1408012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18">
            <a:extLst>
              <a:ext uri="{FF2B5EF4-FFF2-40B4-BE49-F238E27FC236}">
                <a16:creationId xmlns:a16="http://schemas.microsoft.com/office/drawing/2014/main" id="{C3FFC7E5-B5AC-380A-3E46-45A18ABA9FA2}"/>
              </a:ext>
            </a:extLst>
          </p:cNvPr>
          <p:cNvCxnSpPr>
            <a:cxnSpLocks/>
            <a:stCxn id="63" idx="2"/>
            <a:endCxn id="67" idx="4"/>
          </p:cNvCxnSpPr>
          <p:nvPr/>
        </p:nvCxnSpPr>
        <p:spPr>
          <a:xfrm flipH="1">
            <a:off x="10054688" y="3870053"/>
            <a:ext cx="834216" cy="4836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Цилиндр 66">
            <a:extLst>
              <a:ext uri="{FF2B5EF4-FFF2-40B4-BE49-F238E27FC236}">
                <a16:creationId xmlns:a16="http://schemas.microsoft.com/office/drawing/2014/main" id="{128093ED-E928-3A89-4AAA-8DA88C49702D}"/>
              </a:ext>
            </a:extLst>
          </p:cNvPr>
          <p:cNvSpPr/>
          <p:nvPr/>
        </p:nvSpPr>
        <p:spPr>
          <a:xfrm>
            <a:off x="8751185" y="3096992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worker-3-0</a:t>
            </a:r>
            <a:endParaRPr lang="ru-BY" dirty="0"/>
          </a:p>
        </p:txBody>
      </p:sp>
      <p:sp>
        <p:nvSpPr>
          <p:cNvPr id="68" name="Цилиндр 67">
            <a:extLst>
              <a:ext uri="{FF2B5EF4-FFF2-40B4-BE49-F238E27FC236}">
                <a16:creationId xmlns:a16="http://schemas.microsoft.com/office/drawing/2014/main" id="{656280ED-80FF-2A22-8B12-8033CCBAAD4E}"/>
              </a:ext>
            </a:extLst>
          </p:cNvPr>
          <p:cNvSpPr/>
          <p:nvPr/>
        </p:nvSpPr>
        <p:spPr>
          <a:xfrm>
            <a:off x="9702221" y="1348234"/>
            <a:ext cx="1087933" cy="1298500"/>
          </a:xfrm>
          <a:prstGeom prst="can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master-3</a:t>
            </a:r>
            <a:endParaRPr lang="ru-BY" sz="1200" dirty="0"/>
          </a:p>
        </p:txBody>
      </p:sp>
      <p:cxnSp>
        <p:nvCxnSpPr>
          <p:cNvPr id="69" name="Прямая со стрелкой 18">
            <a:extLst>
              <a:ext uri="{FF2B5EF4-FFF2-40B4-BE49-F238E27FC236}">
                <a16:creationId xmlns:a16="http://schemas.microsoft.com/office/drawing/2014/main" id="{3C276CDB-B51F-B4E7-01DB-6FE9E932957D}"/>
              </a:ext>
            </a:extLst>
          </p:cNvPr>
          <p:cNvCxnSpPr>
            <a:cxnSpLocks/>
            <a:stCxn id="63" idx="1"/>
            <a:endCxn id="68" idx="4"/>
          </p:cNvCxnSpPr>
          <p:nvPr/>
        </p:nvCxnSpPr>
        <p:spPr>
          <a:xfrm flipH="1" flipV="1">
            <a:off x="10790154" y="1997484"/>
            <a:ext cx="642717" cy="1223319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F4DE35B-CC66-B590-425F-C3360A92F914}"/>
              </a:ext>
            </a:extLst>
          </p:cNvPr>
          <p:cNvSpPr txBox="1"/>
          <p:nvPr/>
        </p:nvSpPr>
        <p:spPr>
          <a:xfrm>
            <a:off x="10998937" y="2271675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75" name="Цилиндр 74">
            <a:extLst>
              <a:ext uri="{FF2B5EF4-FFF2-40B4-BE49-F238E27FC236}">
                <a16:creationId xmlns:a16="http://schemas.microsoft.com/office/drawing/2014/main" id="{1081BE96-8EE3-23DD-00BD-4DE2FB885273}"/>
              </a:ext>
            </a:extLst>
          </p:cNvPr>
          <p:cNvSpPr/>
          <p:nvPr/>
        </p:nvSpPr>
        <p:spPr>
          <a:xfrm>
            <a:off x="9373107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7" name="Цилиндр 76">
            <a:extLst>
              <a:ext uri="{FF2B5EF4-FFF2-40B4-BE49-F238E27FC236}">
                <a16:creationId xmlns:a16="http://schemas.microsoft.com/office/drawing/2014/main" id="{74E180FE-7261-B185-0C8D-C9C0042627B9}"/>
              </a:ext>
            </a:extLst>
          </p:cNvPr>
          <p:cNvSpPr/>
          <p:nvPr/>
        </p:nvSpPr>
        <p:spPr>
          <a:xfrm>
            <a:off x="2126163" y="3074184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78" name="Цилиндр 77">
            <a:extLst>
              <a:ext uri="{FF2B5EF4-FFF2-40B4-BE49-F238E27FC236}">
                <a16:creationId xmlns:a16="http://schemas.microsoft.com/office/drawing/2014/main" id="{669EF9BA-FD3C-AD21-BB9F-57CF7987C597}"/>
              </a:ext>
            </a:extLst>
          </p:cNvPr>
          <p:cNvSpPr/>
          <p:nvPr/>
        </p:nvSpPr>
        <p:spPr>
          <a:xfrm>
            <a:off x="1515390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9" name="Цилиндр 78">
            <a:extLst>
              <a:ext uri="{FF2B5EF4-FFF2-40B4-BE49-F238E27FC236}">
                <a16:creationId xmlns:a16="http://schemas.microsoft.com/office/drawing/2014/main" id="{90EF0D7E-9F2C-1E4A-15C1-C868A4B7BA30}"/>
              </a:ext>
            </a:extLst>
          </p:cNvPr>
          <p:cNvSpPr/>
          <p:nvPr/>
        </p:nvSpPr>
        <p:spPr>
          <a:xfrm>
            <a:off x="98268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-0</a:t>
            </a:r>
            <a:endParaRPr lang="ru-BY" dirty="0"/>
          </a:p>
        </p:txBody>
      </p:sp>
      <p:sp>
        <p:nvSpPr>
          <p:cNvPr id="80" name="Цилиндр 79">
            <a:extLst>
              <a:ext uri="{FF2B5EF4-FFF2-40B4-BE49-F238E27FC236}">
                <a16:creationId xmlns:a16="http://schemas.microsoft.com/office/drawing/2014/main" id="{CAE1BEEA-12C6-891C-CD6E-5AD101581989}"/>
              </a:ext>
            </a:extLst>
          </p:cNvPr>
          <p:cNvSpPr/>
          <p:nvPr/>
        </p:nvSpPr>
        <p:spPr>
          <a:xfrm>
            <a:off x="1079022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E24B429-77BF-4902-7BC8-2E29AEE76BA6}"/>
              </a:ext>
            </a:extLst>
          </p:cNvPr>
          <p:cNvSpPr txBox="1"/>
          <p:nvPr/>
        </p:nvSpPr>
        <p:spPr>
          <a:xfrm>
            <a:off x="1667169" y="4648857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33" name="Цилиндр 132">
            <a:extLst>
              <a:ext uri="{FF2B5EF4-FFF2-40B4-BE49-F238E27FC236}">
                <a16:creationId xmlns:a16="http://schemas.microsoft.com/office/drawing/2014/main" id="{10422A75-5CBF-D970-425D-012B72501D29}"/>
              </a:ext>
            </a:extLst>
          </p:cNvPr>
          <p:cNvSpPr/>
          <p:nvPr/>
        </p:nvSpPr>
        <p:spPr>
          <a:xfrm>
            <a:off x="3933963" y="3516144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coord-2</a:t>
            </a:r>
            <a:endParaRPr lang="ru-BY" dirty="0"/>
          </a:p>
        </p:txBody>
      </p:sp>
      <p:cxnSp>
        <p:nvCxnSpPr>
          <p:cNvPr id="134" name="Прямая со стрелкой 18">
            <a:extLst>
              <a:ext uri="{FF2B5EF4-FFF2-40B4-BE49-F238E27FC236}">
                <a16:creationId xmlns:a16="http://schemas.microsoft.com/office/drawing/2014/main" id="{DE6C28DF-FDB8-8101-9E67-6B6088DA23CF}"/>
              </a:ext>
            </a:extLst>
          </p:cNvPr>
          <p:cNvCxnSpPr>
            <a:cxnSpLocks/>
            <a:stCxn id="133" idx="3"/>
            <a:endCxn id="142" idx="1"/>
          </p:cNvCxnSpPr>
          <p:nvPr/>
        </p:nvCxnSpPr>
        <p:spPr>
          <a:xfrm>
            <a:off x="4477930" y="4814644"/>
            <a:ext cx="303519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Прямая со стрелкой 18">
            <a:extLst>
              <a:ext uri="{FF2B5EF4-FFF2-40B4-BE49-F238E27FC236}">
                <a16:creationId xmlns:a16="http://schemas.microsoft.com/office/drawing/2014/main" id="{03579E49-243C-2684-AA5D-46796F02523B}"/>
              </a:ext>
            </a:extLst>
          </p:cNvPr>
          <p:cNvCxnSpPr>
            <a:cxnSpLocks/>
            <a:stCxn id="141" idx="1"/>
            <a:endCxn id="133" idx="3"/>
          </p:cNvCxnSpPr>
          <p:nvPr/>
        </p:nvCxnSpPr>
        <p:spPr>
          <a:xfrm flipH="1" flipV="1">
            <a:off x="4477930" y="4814644"/>
            <a:ext cx="161807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Прямая со стрелкой 18">
            <a:extLst>
              <a:ext uri="{FF2B5EF4-FFF2-40B4-BE49-F238E27FC236}">
                <a16:creationId xmlns:a16="http://schemas.microsoft.com/office/drawing/2014/main" id="{C44AAD08-2943-690B-31A8-0A09B9E072FD}"/>
              </a:ext>
            </a:extLst>
          </p:cNvPr>
          <p:cNvCxnSpPr>
            <a:cxnSpLocks/>
            <a:stCxn id="133" idx="3"/>
            <a:endCxn id="137" idx="1"/>
          </p:cNvCxnSpPr>
          <p:nvPr/>
        </p:nvCxnSpPr>
        <p:spPr>
          <a:xfrm>
            <a:off x="4477930" y="4814644"/>
            <a:ext cx="20089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Цилиндр 136">
            <a:extLst>
              <a:ext uri="{FF2B5EF4-FFF2-40B4-BE49-F238E27FC236}">
                <a16:creationId xmlns:a16="http://schemas.microsoft.com/office/drawing/2014/main" id="{CC73C14A-0919-2FE7-F8E9-5C086C1BA19A}"/>
              </a:ext>
            </a:extLst>
          </p:cNvPr>
          <p:cNvSpPr/>
          <p:nvPr/>
        </p:nvSpPr>
        <p:spPr>
          <a:xfrm>
            <a:off x="40270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worker-2-0</a:t>
            </a:r>
            <a:endParaRPr lang="ru-BY" dirty="0"/>
          </a:p>
        </p:txBody>
      </p:sp>
      <p:sp>
        <p:nvSpPr>
          <p:cNvPr id="138" name="Цилиндр 137">
            <a:extLst>
              <a:ext uri="{FF2B5EF4-FFF2-40B4-BE49-F238E27FC236}">
                <a16:creationId xmlns:a16="http://schemas.microsoft.com/office/drawing/2014/main" id="{7764FAA7-A17D-C3BE-BCE9-AF49FE66AF99}"/>
              </a:ext>
            </a:extLst>
          </p:cNvPr>
          <p:cNvSpPr/>
          <p:nvPr/>
        </p:nvSpPr>
        <p:spPr>
          <a:xfrm>
            <a:off x="5230679" y="2515673"/>
            <a:ext cx="1087933" cy="1298500"/>
          </a:xfrm>
          <a:prstGeom prst="can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master-2</a:t>
            </a:r>
            <a:endParaRPr lang="ru-BY" sz="1200" dirty="0"/>
          </a:p>
        </p:txBody>
      </p:sp>
      <p:cxnSp>
        <p:nvCxnSpPr>
          <p:cNvPr id="139" name="Прямая со стрелкой 18">
            <a:extLst>
              <a:ext uri="{FF2B5EF4-FFF2-40B4-BE49-F238E27FC236}">
                <a16:creationId xmlns:a16="http://schemas.microsoft.com/office/drawing/2014/main" id="{437692CA-6BAB-8682-E077-7E4A2777BBE4}"/>
              </a:ext>
            </a:extLst>
          </p:cNvPr>
          <p:cNvCxnSpPr>
            <a:cxnSpLocks/>
            <a:stCxn id="133" idx="4"/>
            <a:endCxn id="138" idx="3"/>
          </p:cNvCxnSpPr>
          <p:nvPr/>
        </p:nvCxnSpPr>
        <p:spPr>
          <a:xfrm flipV="1">
            <a:off x="5021896" y="3814173"/>
            <a:ext cx="752750" cy="351221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Цилиндр 140">
            <a:extLst>
              <a:ext uri="{FF2B5EF4-FFF2-40B4-BE49-F238E27FC236}">
                <a16:creationId xmlns:a16="http://schemas.microsoft.com/office/drawing/2014/main" id="{3039488A-90E7-C053-C3A5-6D2078D0D8AA}"/>
              </a:ext>
            </a:extLst>
          </p:cNvPr>
          <p:cNvSpPr/>
          <p:nvPr/>
        </p:nvSpPr>
        <p:spPr>
          <a:xfrm>
            <a:off x="544424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142" name="Цилиндр 141">
            <a:extLst>
              <a:ext uri="{FF2B5EF4-FFF2-40B4-BE49-F238E27FC236}">
                <a16:creationId xmlns:a16="http://schemas.microsoft.com/office/drawing/2014/main" id="{C08D3B91-888D-4E44-94BF-FDCCFE5A5B8B}"/>
              </a:ext>
            </a:extLst>
          </p:cNvPr>
          <p:cNvSpPr/>
          <p:nvPr/>
        </p:nvSpPr>
        <p:spPr>
          <a:xfrm>
            <a:off x="68613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3A12764-859C-06BB-191F-3E87ABBE4FF9}"/>
              </a:ext>
            </a:extLst>
          </p:cNvPr>
          <p:cNvSpPr txBox="1"/>
          <p:nvPr/>
        </p:nvSpPr>
        <p:spPr>
          <a:xfrm>
            <a:off x="6867978" y="4656844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79EA9046-390B-7DC2-0A45-D3698290DFF2}"/>
              </a:ext>
            </a:extLst>
          </p:cNvPr>
          <p:cNvSpPr txBox="1"/>
          <p:nvPr/>
        </p:nvSpPr>
        <p:spPr>
          <a:xfrm>
            <a:off x="5165803" y="4045431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198" name="Прямая со стрелкой 18">
            <a:extLst>
              <a:ext uri="{FF2B5EF4-FFF2-40B4-BE49-F238E27FC236}">
                <a16:creationId xmlns:a16="http://schemas.microsoft.com/office/drawing/2014/main" id="{E24C86D1-B1B2-0973-0C35-766D2673E24F}"/>
              </a:ext>
            </a:extLst>
          </p:cNvPr>
          <p:cNvCxnSpPr>
            <a:cxnSpLocks/>
            <a:stCxn id="68" idx="3"/>
            <a:endCxn id="138" idx="4"/>
          </p:cNvCxnSpPr>
          <p:nvPr/>
        </p:nvCxnSpPr>
        <p:spPr>
          <a:xfrm rot="5400000">
            <a:off x="8023306" y="942040"/>
            <a:ext cx="518189" cy="3927576"/>
          </a:xfrm>
          <a:prstGeom prst="curvedConnector2">
            <a:avLst/>
          </a:prstGeom>
          <a:ln w="31750">
            <a:solidFill>
              <a:schemeClr val="tx2">
                <a:lumMod val="90000"/>
                <a:lumOff val="1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Прямая со стрелкой 18">
            <a:extLst>
              <a:ext uri="{FF2B5EF4-FFF2-40B4-BE49-F238E27FC236}">
                <a16:creationId xmlns:a16="http://schemas.microsoft.com/office/drawing/2014/main" id="{E6610087-EEA6-8CB3-DB1C-596299E7C6E4}"/>
              </a:ext>
            </a:extLst>
          </p:cNvPr>
          <p:cNvCxnSpPr>
            <a:cxnSpLocks/>
            <a:stCxn id="138" idx="2"/>
            <a:endCxn id="9" idx="3"/>
          </p:cNvCxnSpPr>
          <p:nvPr/>
        </p:nvCxnSpPr>
        <p:spPr>
          <a:xfrm rot="10800000">
            <a:off x="2213257" y="2646735"/>
            <a:ext cx="3017422" cy="518189"/>
          </a:xfrm>
          <a:prstGeom prst="curvedConnector2">
            <a:avLst/>
          </a:prstGeom>
          <a:ln w="31750">
            <a:solidFill>
              <a:schemeClr val="tx2">
                <a:lumMod val="90000"/>
                <a:lumOff val="1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Прямая со стрелкой 18">
            <a:extLst>
              <a:ext uri="{FF2B5EF4-FFF2-40B4-BE49-F238E27FC236}">
                <a16:creationId xmlns:a16="http://schemas.microsoft.com/office/drawing/2014/main" id="{367169FA-98EA-11DB-5DDF-4A37DA71E9A0}"/>
              </a:ext>
            </a:extLst>
          </p:cNvPr>
          <p:cNvCxnSpPr>
            <a:cxnSpLocks/>
            <a:stCxn id="68" idx="1"/>
            <a:endCxn id="9" idx="1"/>
          </p:cNvCxnSpPr>
          <p:nvPr/>
        </p:nvCxnSpPr>
        <p:spPr>
          <a:xfrm rot="16200000" flipV="1">
            <a:off x="6229723" y="-2668232"/>
            <a:ext cx="12700" cy="8032931"/>
          </a:xfrm>
          <a:prstGeom prst="curvedConnector3">
            <a:avLst>
              <a:gd name="adj1" fmla="val 3124142"/>
            </a:avLst>
          </a:prstGeom>
          <a:ln w="31750">
            <a:solidFill>
              <a:schemeClr val="tx2">
                <a:lumMod val="90000"/>
                <a:lumOff val="1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Цилиндр 218">
            <a:extLst>
              <a:ext uri="{FF2B5EF4-FFF2-40B4-BE49-F238E27FC236}">
                <a16:creationId xmlns:a16="http://schemas.microsoft.com/office/drawing/2014/main" id="{F97146B8-7B39-B451-1FBC-DE4AC56132F9}"/>
              </a:ext>
            </a:extLst>
          </p:cNvPr>
          <p:cNvSpPr/>
          <p:nvPr/>
        </p:nvSpPr>
        <p:spPr>
          <a:xfrm>
            <a:off x="6585031" y="1165451"/>
            <a:ext cx="1187095" cy="1416855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pg</a:t>
            </a:r>
            <a:r>
              <a:rPr lang="en-US" dirty="0"/>
              <a:t>-locker</a:t>
            </a:r>
            <a:endParaRPr lang="ru-BY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58279774-7160-836C-6405-54333B773624}"/>
              </a:ext>
            </a:extLst>
          </p:cNvPr>
          <p:cNvSpPr txBox="1"/>
          <p:nvPr/>
        </p:nvSpPr>
        <p:spPr>
          <a:xfrm>
            <a:off x="7477985" y="2681788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D53FC2A-CEAB-0AD0-B55F-D0A914B98D3C}"/>
              </a:ext>
            </a:extLst>
          </p:cNvPr>
          <p:cNvSpPr txBox="1"/>
          <p:nvPr/>
        </p:nvSpPr>
        <p:spPr>
          <a:xfrm>
            <a:off x="3023642" y="2536496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54BDDF33-7B5B-73FC-63C5-23E52053FDAB}"/>
              </a:ext>
            </a:extLst>
          </p:cNvPr>
          <p:cNvSpPr txBox="1"/>
          <p:nvPr/>
        </p:nvSpPr>
        <p:spPr>
          <a:xfrm>
            <a:off x="8730673" y="1107687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F59F23C3-6E7B-BAAF-769B-9EDF4ADABFE5}"/>
              </a:ext>
            </a:extLst>
          </p:cNvPr>
          <p:cNvSpPr txBox="1"/>
          <p:nvPr/>
        </p:nvSpPr>
        <p:spPr>
          <a:xfrm>
            <a:off x="2973785" y="1181682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260" name="Прямая со стрелкой 18">
            <a:extLst>
              <a:ext uri="{FF2B5EF4-FFF2-40B4-BE49-F238E27FC236}">
                <a16:creationId xmlns:a16="http://schemas.microsoft.com/office/drawing/2014/main" id="{1638CF53-861A-7EA7-7816-D17722443F84}"/>
              </a:ext>
            </a:extLst>
          </p:cNvPr>
          <p:cNvCxnSpPr>
            <a:cxnSpLocks/>
            <a:stCxn id="219" idx="2"/>
            <a:endCxn id="138" idx="1"/>
          </p:cNvCxnSpPr>
          <p:nvPr/>
        </p:nvCxnSpPr>
        <p:spPr>
          <a:xfrm rot="10800000" flipV="1">
            <a:off x="5774647" y="1873879"/>
            <a:ext cx="810385" cy="641794"/>
          </a:xfrm>
          <a:prstGeom prst="curvedConnector2">
            <a:avLst/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Прямая со стрелкой 18">
            <a:extLst>
              <a:ext uri="{FF2B5EF4-FFF2-40B4-BE49-F238E27FC236}">
                <a16:creationId xmlns:a16="http://schemas.microsoft.com/office/drawing/2014/main" id="{53F97DCD-6CB1-67FC-5E16-26E146F51A93}"/>
              </a:ext>
            </a:extLst>
          </p:cNvPr>
          <p:cNvCxnSpPr>
            <a:cxnSpLocks/>
            <a:stCxn id="219" idx="2"/>
            <a:endCxn id="9" idx="4"/>
          </p:cNvCxnSpPr>
          <p:nvPr/>
        </p:nvCxnSpPr>
        <p:spPr>
          <a:xfrm rot="10800000" flipV="1">
            <a:off x="2757223" y="1873878"/>
            <a:ext cx="3827808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Прямая со стрелкой 18">
            <a:extLst>
              <a:ext uri="{FF2B5EF4-FFF2-40B4-BE49-F238E27FC236}">
                <a16:creationId xmlns:a16="http://schemas.microsoft.com/office/drawing/2014/main" id="{CFAEA455-C352-AAFE-3A31-354F9E3B482B}"/>
              </a:ext>
            </a:extLst>
          </p:cNvPr>
          <p:cNvCxnSpPr>
            <a:cxnSpLocks/>
            <a:stCxn id="219" idx="4"/>
            <a:endCxn id="68" idx="2"/>
          </p:cNvCxnSpPr>
          <p:nvPr/>
        </p:nvCxnSpPr>
        <p:spPr>
          <a:xfrm>
            <a:off x="7772126" y="1873879"/>
            <a:ext cx="1930095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49A2AAB3-1A49-2A61-5531-BDF57480A889}"/>
              </a:ext>
            </a:extLst>
          </p:cNvPr>
          <p:cNvSpPr txBox="1"/>
          <p:nvPr/>
        </p:nvSpPr>
        <p:spPr>
          <a:xfrm>
            <a:off x="8434847" y="1584764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69A33C7D-9720-EB54-0886-65F6F5998EB5}"/>
              </a:ext>
            </a:extLst>
          </p:cNvPr>
          <p:cNvSpPr txBox="1"/>
          <p:nvPr/>
        </p:nvSpPr>
        <p:spPr>
          <a:xfrm>
            <a:off x="3933963" y="1610311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23985170-98D4-49F9-2456-59DFBED5B3A1}"/>
              </a:ext>
            </a:extLst>
          </p:cNvPr>
          <p:cNvSpPr txBox="1"/>
          <p:nvPr/>
        </p:nvSpPr>
        <p:spPr>
          <a:xfrm>
            <a:off x="5327376" y="1935680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20106657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6354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Общая архитектура кластера</a:t>
            </a:r>
            <a:endParaRPr lang="en-US" sz="36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215162" y="3220803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coord-1</a:t>
            </a:r>
            <a:endParaRPr lang="ru-BY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4"/>
            <a:endCxn id="77" idx="2"/>
          </p:cNvCxnSpPr>
          <p:nvPr/>
        </p:nvCxnSpPr>
        <p:spPr>
          <a:xfrm flipV="1">
            <a:off x="1303095" y="3852081"/>
            <a:ext cx="823068" cy="17972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8" idx="1"/>
            <a:endCxn id="23" idx="3"/>
          </p:cNvCxnSpPr>
          <p:nvPr/>
        </p:nvCxnSpPr>
        <p:spPr>
          <a:xfrm flipH="1" flipV="1">
            <a:off x="759129" y="4519303"/>
            <a:ext cx="1408013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79" idx="1"/>
          </p:cNvCxnSpPr>
          <p:nvPr/>
        </p:nvCxnSpPr>
        <p:spPr>
          <a:xfrm flipH="1">
            <a:off x="750020" y="4519303"/>
            <a:ext cx="9109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Цилиндр 8">
            <a:extLst>
              <a:ext uri="{FF2B5EF4-FFF2-40B4-BE49-F238E27FC236}">
                <a16:creationId xmlns:a16="http://schemas.microsoft.com/office/drawing/2014/main" id="{A6CB4848-BD9F-00DA-AFBB-169D872B698A}"/>
              </a:ext>
            </a:extLst>
          </p:cNvPr>
          <p:cNvSpPr/>
          <p:nvPr/>
        </p:nvSpPr>
        <p:spPr>
          <a:xfrm>
            <a:off x="1669290" y="1348234"/>
            <a:ext cx="1087933" cy="1298500"/>
          </a:xfrm>
          <a:prstGeom prst="can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master-1</a:t>
            </a:r>
            <a:endParaRPr lang="ru-BY" sz="1200" dirty="0"/>
          </a:p>
        </p:txBody>
      </p:sp>
      <p:cxnSp>
        <p:nvCxnSpPr>
          <p:cNvPr id="10" name="Прямая со стрелкой 18">
            <a:extLst>
              <a:ext uri="{FF2B5EF4-FFF2-40B4-BE49-F238E27FC236}">
                <a16:creationId xmlns:a16="http://schemas.microsoft.com/office/drawing/2014/main" id="{6BDA3585-87B9-649E-1E95-BF31212098C0}"/>
              </a:ext>
            </a:extLst>
          </p:cNvPr>
          <p:cNvCxnSpPr>
            <a:cxnSpLocks/>
            <a:stCxn id="23" idx="1"/>
            <a:endCxn id="9" idx="2"/>
          </p:cNvCxnSpPr>
          <p:nvPr/>
        </p:nvCxnSpPr>
        <p:spPr>
          <a:xfrm flipV="1">
            <a:off x="759129" y="1997484"/>
            <a:ext cx="910161" cy="1223319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73A2584-B55C-170F-E6C7-B55FA12521EE}"/>
              </a:ext>
            </a:extLst>
          </p:cNvPr>
          <p:cNvSpPr txBox="1"/>
          <p:nvPr/>
        </p:nvSpPr>
        <p:spPr>
          <a:xfrm>
            <a:off x="400574" y="2252160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791FD8-19AD-0449-82A9-93DFE76667E6}"/>
              </a:ext>
            </a:extLst>
          </p:cNvPr>
          <p:cNvSpPr txBox="1"/>
          <p:nvPr/>
        </p:nvSpPr>
        <p:spPr>
          <a:xfrm>
            <a:off x="9354132" y="4629978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63" name="Цилиндр 62">
            <a:extLst>
              <a:ext uri="{FF2B5EF4-FFF2-40B4-BE49-F238E27FC236}">
                <a16:creationId xmlns:a16="http://schemas.microsoft.com/office/drawing/2014/main" id="{4B01D485-58C5-F64B-892A-4DB24B7AC6F5}"/>
              </a:ext>
            </a:extLst>
          </p:cNvPr>
          <p:cNvSpPr/>
          <p:nvPr/>
        </p:nvSpPr>
        <p:spPr>
          <a:xfrm>
            <a:off x="10888904" y="3220803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coord-3</a:t>
            </a:r>
            <a:endParaRPr lang="ru-BY" dirty="0"/>
          </a:p>
        </p:txBody>
      </p:sp>
      <p:cxnSp>
        <p:nvCxnSpPr>
          <p:cNvPr id="64" name="Прямая со стрелкой 18">
            <a:extLst>
              <a:ext uri="{FF2B5EF4-FFF2-40B4-BE49-F238E27FC236}">
                <a16:creationId xmlns:a16="http://schemas.microsoft.com/office/drawing/2014/main" id="{E0164565-70E0-C7C7-2C99-E337B9E0B7F3}"/>
              </a:ext>
            </a:extLst>
          </p:cNvPr>
          <p:cNvCxnSpPr>
            <a:cxnSpLocks/>
            <a:stCxn id="63" idx="3"/>
            <a:endCxn id="80" idx="1"/>
          </p:cNvCxnSpPr>
          <p:nvPr/>
        </p:nvCxnSpPr>
        <p:spPr>
          <a:xfrm>
            <a:off x="11432871" y="4519303"/>
            <a:ext cx="9110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18">
            <a:extLst>
              <a:ext uri="{FF2B5EF4-FFF2-40B4-BE49-F238E27FC236}">
                <a16:creationId xmlns:a16="http://schemas.microsoft.com/office/drawing/2014/main" id="{3B012901-C858-91F9-0976-418FE294860D}"/>
              </a:ext>
            </a:extLst>
          </p:cNvPr>
          <p:cNvCxnSpPr>
            <a:cxnSpLocks/>
            <a:stCxn id="75" idx="1"/>
            <a:endCxn id="63" idx="3"/>
          </p:cNvCxnSpPr>
          <p:nvPr/>
        </p:nvCxnSpPr>
        <p:spPr>
          <a:xfrm flipV="1">
            <a:off x="10024859" y="4519303"/>
            <a:ext cx="1408012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18">
            <a:extLst>
              <a:ext uri="{FF2B5EF4-FFF2-40B4-BE49-F238E27FC236}">
                <a16:creationId xmlns:a16="http://schemas.microsoft.com/office/drawing/2014/main" id="{C3FFC7E5-B5AC-380A-3E46-45A18ABA9FA2}"/>
              </a:ext>
            </a:extLst>
          </p:cNvPr>
          <p:cNvCxnSpPr>
            <a:cxnSpLocks/>
            <a:stCxn id="63" idx="2"/>
            <a:endCxn id="67" idx="4"/>
          </p:cNvCxnSpPr>
          <p:nvPr/>
        </p:nvCxnSpPr>
        <p:spPr>
          <a:xfrm flipH="1">
            <a:off x="10054688" y="3870053"/>
            <a:ext cx="834216" cy="4836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Цилиндр 66">
            <a:extLst>
              <a:ext uri="{FF2B5EF4-FFF2-40B4-BE49-F238E27FC236}">
                <a16:creationId xmlns:a16="http://schemas.microsoft.com/office/drawing/2014/main" id="{128093ED-E928-3A89-4AAA-8DA88C49702D}"/>
              </a:ext>
            </a:extLst>
          </p:cNvPr>
          <p:cNvSpPr/>
          <p:nvPr/>
        </p:nvSpPr>
        <p:spPr>
          <a:xfrm>
            <a:off x="8751185" y="3096992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worker-3-0</a:t>
            </a:r>
            <a:endParaRPr lang="ru-BY" dirty="0"/>
          </a:p>
        </p:txBody>
      </p:sp>
      <p:sp>
        <p:nvSpPr>
          <p:cNvPr id="68" name="Цилиндр 67">
            <a:extLst>
              <a:ext uri="{FF2B5EF4-FFF2-40B4-BE49-F238E27FC236}">
                <a16:creationId xmlns:a16="http://schemas.microsoft.com/office/drawing/2014/main" id="{656280ED-80FF-2A22-8B12-8033CCBAAD4E}"/>
              </a:ext>
            </a:extLst>
          </p:cNvPr>
          <p:cNvSpPr/>
          <p:nvPr/>
        </p:nvSpPr>
        <p:spPr>
          <a:xfrm>
            <a:off x="9702221" y="1348234"/>
            <a:ext cx="1087933" cy="1298500"/>
          </a:xfrm>
          <a:prstGeom prst="can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master-3</a:t>
            </a:r>
            <a:endParaRPr lang="ru-BY" sz="1200" dirty="0"/>
          </a:p>
        </p:txBody>
      </p:sp>
      <p:cxnSp>
        <p:nvCxnSpPr>
          <p:cNvPr id="69" name="Прямая со стрелкой 18">
            <a:extLst>
              <a:ext uri="{FF2B5EF4-FFF2-40B4-BE49-F238E27FC236}">
                <a16:creationId xmlns:a16="http://schemas.microsoft.com/office/drawing/2014/main" id="{3C276CDB-B51F-B4E7-01DB-6FE9E932957D}"/>
              </a:ext>
            </a:extLst>
          </p:cNvPr>
          <p:cNvCxnSpPr>
            <a:cxnSpLocks/>
            <a:stCxn id="63" idx="1"/>
            <a:endCxn id="68" idx="4"/>
          </p:cNvCxnSpPr>
          <p:nvPr/>
        </p:nvCxnSpPr>
        <p:spPr>
          <a:xfrm flipH="1" flipV="1">
            <a:off x="10790154" y="1997484"/>
            <a:ext cx="642717" cy="1223319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F4DE35B-CC66-B590-425F-C3360A92F914}"/>
              </a:ext>
            </a:extLst>
          </p:cNvPr>
          <p:cNvSpPr txBox="1"/>
          <p:nvPr/>
        </p:nvSpPr>
        <p:spPr>
          <a:xfrm>
            <a:off x="10998937" y="2271675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75" name="Цилиндр 74">
            <a:extLst>
              <a:ext uri="{FF2B5EF4-FFF2-40B4-BE49-F238E27FC236}">
                <a16:creationId xmlns:a16="http://schemas.microsoft.com/office/drawing/2014/main" id="{1081BE96-8EE3-23DD-00BD-4DE2FB885273}"/>
              </a:ext>
            </a:extLst>
          </p:cNvPr>
          <p:cNvSpPr/>
          <p:nvPr/>
        </p:nvSpPr>
        <p:spPr>
          <a:xfrm>
            <a:off x="9373107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7" name="Цилиндр 76">
            <a:extLst>
              <a:ext uri="{FF2B5EF4-FFF2-40B4-BE49-F238E27FC236}">
                <a16:creationId xmlns:a16="http://schemas.microsoft.com/office/drawing/2014/main" id="{74E180FE-7261-B185-0C8D-C9C0042627B9}"/>
              </a:ext>
            </a:extLst>
          </p:cNvPr>
          <p:cNvSpPr/>
          <p:nvPr/>
        </p:nvSpPr>
        <p:spPr>
          <a:xfrm>
            <a:off x="2126163" y="3074184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78" name="Цилиндр 77">
            <a:extLst>
              <a:ext uri="{FF2B5EF4-FFF2-40B4-BE49-F238E27FC236}">
                <a16:creationId xmlns:a16="http://schemas.microsoft.com/office/drawing/2014/main" id="{669EF9BA-FD3C-AD21-BB9F-57CF7987C597}"/>
              </a:ext>
            </a:extLst>
          </p:cNvPr>
          <p:cNvSpPr/>
          <p:nvPr/>
        </p:nvSpPr>
        <p:spPr>
          <a:xfrm>
            <a:off x="1515390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9" name="Цилиндр 78">
            <a:extLst>
              <a:ext uri="{FF2B5EF4-FFF2-40B4-BE49-F238E27FC236}">
                <a16:creationId xmlns:a16="http://schemas.microsoft.com/office/drawing/2014/main" id="{90EF0D7E-9F2C-1E4A-15C1-C868A4B7BA30}"/>
              </a:ext>
            </a:extLst>
          </p:cNvPr>
          <p:cNvSpPr/>
          <p:nvPr/>
        </p:nvSpPr>
        <p:spPr>
          <a:xfrm>
            <a:off x="98268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-0</a:t>
            </a:r>
            <a:endParaRPr lang="ru-BY" dirty="0"/>
          </a:p>
        </p:txBody>
      </p:sp>
      <p:sp>
        <p:nvSpPr>
          <p:cNvPr id="80" name="Цилиндр 79">
            <a:extLst>
              <a:ext uri="{FF2B5EF4-FFF2-40B4-BE49-F238E27FC236}">
                <a16:creationId xmlns:a16="http://schemas.microsoft.com/office/drawing/2014/main" id="{CAE1BEEA-12C6-891C-CD6E-5AD101581989}"/>
              </a:ext>
            </a:extLst>
          </p:cNvPr>
          <p:cNvSpPr/>
          <p:nvPr/>
        </p:nvSpPr>
        <p:spPr>
          <a:xfrm>
            <a:off x="1079022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E24B429-77BF-4902-7BC8-2E29AEE76BA6}"/>
              </a:ext>
            </a:extLst>
          </p:cNvPr>
          <p:cNvSpPr txBox="1"/>
          <p:nvPr/>
        </p:nvSpPr>
        <p:spPr>
          <a:xfrm>
            <a:off x="1667169" y="4648857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33" name="Цилиндр 132">
            <a:extLst>
              <a:ext uri="{FF2B5EF4-FFF2-40B4-BE49-F238E27FC236}">
                <a16:creationId xmlns:a16="http://schemas.microsoft.com/office/drawing/2014/main" id="{10422A75-5CBF-D970-425D-012B72501D29}"/>
              </a:ext>
            </a:extLst>
          </p:cNvPr>
          <p:cNvSpPr/>
          <p:nvPr/>
        </p:nvSpPr>
        <p:spPr>
          <a:xfrm>
            <a:off x="3933963" y="3516144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coord-2</a:t>
            </a:r>
            <a:endParaRPr lang="ru-BY" dirty="0"/>
          </a:p>
        </p:txBody>
      </p:sp>
      <p:cxnSp>
        <p:nvCxnSpPr>
          <p:cNvPr id="134" name="Прямая со стрелкой 18">
            <a:extLst>
              <a:ext uri="{FF2B5EF4-FFF2-40B4-BE49-F238E27FC236}">
                <a16:creationId xmlns:a16="http://schemas.microsoft.com/office/drawing/2014/main" id="{DE6C28DF-FDB8-8101-9E67-6B6088DA23CF}"/>
              </a:ext>
            </a:extLst>
          </p:cNvPr>
          <p:cNvCxnSpPr>
            <a:cxnSpLocks/>
            <a:stCxn id="133" idx="3"/>
            <a:endCxn id="142" idx="1"/>
          </p:cNvCxnSpPr>
          <p:nvPr/>
        </p:nvCxnSpPr>
        <p:spPr>
          <a:xfrm>
            <a:off x="4477930" y="4814644"/>
            <a:ext cx="303519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Прямая со стрелкой 18">
            <a:extLst>
              <a:ext uri="{FF2B5EF4-FFF2-40B4-BE49-F238E27FC236}">
                <a16:creationId xmlns:a16="http://schemas.microsoft.com/office/drawing/2014/main" id="{03579E49-243C-2684-AA5D-46796F02523B}"/>
              </a:ext>
            </a:extLst>
          </p:cNvPr>
          <p:cNvCxnSpPr>
            <a:cxnSpLocks/>
            <a:stCxn id="141" idx="1"/>
            <a:endCxn id="133" idx="3"/>
          </p:cNvCxnSpPr>
          <p:nvPr/>
        </p:nvCxnSpPr>
        <p:spPr>
          <a:xfrm flipH="1" flipV="1">
            <a:off x="4477930" y="4814644"/>
            <a:ext cx="161807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Прямая со стрелкой 18">
            <a:extLst>
              <a:ext uri="{FF2B5EF4-FFF2-40B4-BE49-F238E27FC236}">
                <a16:creationId xmlns:a16="http://schemas.microsoft.com/office/drawing/2014/main" id="{C44AAD08-2943-690B-31A8-0A09B9E072FD}"/>
              </a:ext>
            </a:extLst>
          </p:cNvPr>
          <p:cNvCxnSpPr>
            <a:cxnSpLocks/>
            <a:stCxn id="133" idx="3"/>
            <a:endCxn id="137" idx="1"/>
          </p:cNvCxnSpPr>
          <p:nvPr/>
        </p:nvCxnSpPr>
        <p:spPr>
          <a:xfrm>
            <a:off x="4477930" y="4814644"/>
            <a:ext cx="20089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Цилиндр 136">
            <a:extLst>
              <a:ext uri="{FF2B5EF4-FFF2-40B4-BE49-F238E27FC236}">
                <a16:creationId xmlns:a16="http://schemas.microsoft.com/office/drawing/2014/main" id="{CC73C14A-0919-2FE7-F8E9-5C086C1BA19A}"/>
              </a:ext>
            </a:extLst>
          </p:cNvPr>
          <p:cNvSpPr/>
          <p:nvPr/>
        </p:nvSpPr>
        <p:spPr>
          <a:xfrm>
            <a:off x="40270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worker-2-0</a:t>
            </a:r>
            <a:endParaRPr lang="ru-BY" dirty="0"/>
          </a:p>
        </p:txBody>
      </p:sp>
      <p:sp>
        <p:nvSpPr>
          <p:cNvPr id="138" name="Цилиндр 137">
            <a:extLst>
              <a:ext uri="{FF2B5EF4-FFF2-40B4-BE49-F238E27FC236}">
                <a16:creationId xmlns:a16="http://schemas.microsoft.com/office/drawing/2014/main" id="{7764FAA7-A17D-C3BE-BCE9-AF49FE66AF99}"/>
              </a:ext>
            </a:extLst>
          </p:cNvPr>
          <p:cNvSpPr/>
          <p:nvPr/>
        </p:nvSpPr>
        <p:spPr>
          <a:xfrm>
            <a:off x="5230679" y="2515673"/>
            <a:ext cx="1087933" cy="1298500"/>
          </a:xfrm>
          <a:prstGeom prst="can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master-2</a:t>
            </a:r>
            <a:endParaRPr lang="ru-BY" sz="1200" dirty="0"/>
          </a:p>
        </p:txBody>
      </p:sp>
      <p:cxnSp>
        <p:nvCxnSpPr>
          <p:cNvPr id="139" name="Прямая со стрелкой 18">
            <a:extLst>
              <a:ext uri="{FF2B5EF4-FFF2-40B4-BE49-F238E27FC236}">
                <a16:creationId xmlns:a16="http://schemas.microsoft.com/office/drawing/2014/main" id="{437692CA-6BAB-8682-E077-7E4A2777BBE4}"/>
              </a:ext>
            </a:extLst>
          </p:cNvPr>
          <p:cNvCxnSpPr>
            <a:cxnSpLocks/>
            <a:stCxn id="133" idx="4"/>
            <a:endCxn id="138" idx="3"/>
          </p:cNvCxnSpPr>
          <p:nvPr/>
        </p:nvCxnSpPr>
        <p:spPr>
          <a:xfrm flipV="1">
            <a:off x="5021896" y="3814173"/>
            <a:ext cx="752750" cy="351221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Цилиндр 140">
            <a:extLst>
              <a:ext uri="{FF2B5EF4-FFF2-40B4-BE49-F238E27FC236}">
                <a16:creationId xmlns:a16="http://schemas.microsoft.com/office/drawing/2014/main" id="{3039488A-90E7-C053-C3A5-6D2078D0D8AA}"/>
              </a:ext>
            </a:extLst>
          </p:cNvPr>
          <p:cNvSpPr/>
          <p:nvPr/>
        </p:nvSpPr>
        <p:spPr>
          <a:xfrm>
            <a:off x="544424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142" name="Цилиндр 141">
            <a:extLst>
              <a:ext uri="{FF2B5EF4-FFF2-40B4-BE49-F238E27FC236}">
                <a16:creationId xmlns:a16="http://schemas.microsoft.com/office/drawing/2014/main" id="{C08D3B91-888D-4E44-94BF-FDCCFE5A5B8B}"/>
              </a:ext>
            </a:extLst>
          </p:cNvPr>
          <p:cNvSpPr/>
          <p:nvPr/>
        </p:nvSpPr>
        <p:spPr>
          <a:xfrm>
            <a:off x="68613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3A12764-859C-06BB-191F-3E87ABBE4FF9}"/>
              </a:ext>
            </a:extLst>
          </p:cNvPr>
          <p:cNvSpPr txBox="1"/>
          <p:nvPr/>
        </p:nvSpPr>
        <p:spPr>
          <a:xfrm>
            <a:off x="6867978" y="4656844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79EA9046-390B-7DC2-0A45-D3698290DFF2}"/>
              </a:ext>
            </a:extLst>
          </p:cNvPr>
          <p:cNvSpPr txBox="1"/>
          <p:nvPr/>
        </p:nvSpPr>
        <p:spPr>
          <a:xfrm>
            <a:off x="5165803" y="4045431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198" name="Прямая со стрелкой 18">
            <a:extLst>
              <a:ext uri="{FF2B5EF4-FFF2-40B4-BE49-F238E27FC236}">
                <a16:creationId xmlns:a16="http://schemas.microsoft.com/office/drawing/2014/main" id="{E24C86D1-B1B2-0973-0C35-766D2673E24F}"/>
              </a:ext>
            </a:extLst>
          </p:cNvPr>
          <p:cNvCxnSpPr>
            <a:cxnSpLocks/>
            <a:stCxn id="68" idx="3"/>
            <a:endCxn id="138" idx="4"/>
          </p:cNvCxnSpPr>
          <p:nvPr/>
        </p:nvCxnSpPr>
        <p:spPr>
          <a:xfrm rot="5400000">
            <a:off x="8023306" y="942040"/>
            <a:ext cx="518189" cy="3927576"/>
          </a:xfrm>
          <a:prstGeom prst="curvedConnector2">
            <a:avLst/>
          </a:prstGeom>
          <a:ln w="31750">
            <a:solidFill>
              <a:schemeClr val="tx2">
                <a:lumMod val="90000"/>
                <a:lumOff val="1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Прямая со стрелкой 18">
            <a:extLst>
              <a:ext uri="{FF2B5EF4-FFF2-40B4-BE49-F238E27FC236}">
                <a16:creationId xmlns:a16="http://schemas.microsoft.com/office/drawing/2014/main" id="{E6610087-EEA6-8CB3-DB1C-596299E7C6E4}"/>
              </a:ext>
            </a:extLst>
          </p:cNvPr>
          <p:cNvCxnSpPr>
            <a:cxnSpLocks/>
            <a:stCxn id="138" idx="2"/>
            <a:endCxn id="9" idx="3"/>
          </p:cNvCxnSpPr>
          <p:nvPr/>
        </p:nvCxnSpPr>
        <p:spPr>
          <a:xfrm rot="10800000">
            <a:off x="2213257" y="2646735"/>
            <a:ext cx="3017422" cy="518189"/>
          </a:xfrm>
          <a:prstGeom prst="curvedConnector2">
            <a:avLst/>
          </a:prstGeom>
          <a:ln w="31750">
            <a:solidFill>
              <a:schemeClr val="tx2">
                <a:lumMod val="90000"/>
                <a:lumOff val="1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Прямая со стрелкой 18">
            <a:extLst>
              <a:ext uri="{FF2B5EF4-FFF2-40B4-BE49-F238E27FC236}">
                <a16:creationId xmlns:a16="http://schemas.microsoft.com/office/drawing/2014/main" id="{367169FA-98EA-11DB-5DDF-4A37DA71E9A0}"/>
              </a:ext>
            </a:extLst>
          </p:cNvPr>
          <p:cNvCxnSpPr>
            <a:cxnSpLocks/>
            <a:stCxn id="68" idx="1"/>
            <a:endCxn id="9" idx="1"/>
          </p:cNvCxnSpPr>
          <p:nvPr/>
        </p:nvCxnSpPr>
        <p:spPr>
          <a:xfrm rot="16200000" flipV="1">
            <a:off x="6229723" y="-2668232"/>
            <a:ext cx="12700" cy="8032931"/>
          </a:xfrm>
          <a:prstGeom prst="curvedConnector3">
            <a:avLst>
              <a:gd name="adj1" fmla="val 3124142"/>
            </a:avLst>
          </a:prstGeom>
          <a:ln w="31750">
            <a:solidFill>
              <a:schemeClr val="tx2">
                <a:lumMod val="90000"/>
                <a:lumOff val="1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Цилиндр 218">
            <a:extLst>
              <a:ext uri="{FF2B5EF4-FFF2-40B4-BE49-F238E27FC236}">
                <a16:creationId xmlns:a16="http://schemas.microsoft.com/office/drawing/2014/main" id="{F97146B8-7B39-B451-1FBC-DE4AC56132F9}"/>
              </a:ext>
            </a:extLst>
          </p:cNvPr>
          <p:cNvSpPr/>
          <p:nvPr/>
        </p:nvSpPr>
        <p:spPr>
          <a:xfrm>
            <a:off x="6585031" y="1165451"/>
            <a:ext cx="1187095" cy="1416855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pg</a:t>
            </a:r>
            <a:r>
              <a:rPr lang="en-US" dirty="0"/>
              <a:t>-locker</a:t>
            </a:r>
            <a:endParaRPr lang="ru-BY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58279774-7160-836C-6405-54333B773624}"/>
              </a:ext>
            </a:extLst>
          </p:cNvPr>
          <p:cNvSpPr txBox="1"/>
          <p:nvPr/>
        </p:nvSpPr>
        <p:spPr>
          <a:xfrm>
            <a:off x="7477985" y="2681788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D53FC2A-CEAB-0AD0-B55F-D0A914B98D3C}"/>
              </a:ext>
            </a:extLst>
          </p:cNvPr>
          <p:cNvSpPr txBox="1"/>
          <p:nvPr/>
        </p:nvSpPr>
        <p:spPr>
          <a:xfrm>
            <a:off x="3023642" y="2536496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54BDDF33-7B5B-73FC-63C5-23E52053FDAB}"/>
              </a:ext>
            </a:extLst>
          </p:cNvPr>
          <p:cNvSpPr txBox="1"/>
          <p:nvPr/>
        </p:nvSpPr>
        <p:spPr>
          <a:xfrm>
            <a:off x="8730673" y="1107687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F59F23C3-6E7B-BAAF-769B-9EDF4ADABFE5}"/>
              </a:ext>
            </a:extLst>
          </p:cNvPr>
          <p:cNvSpPr txBox="1"/>
          <p:nvPr/>
        </p:nvSpPr>
        <p:spPr>
          <a:xfrm>
            <a:off x="2973785" y="1181682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260" name="Прямая со стрелкой 18">
            <a:extLst>
              <a:ext uri="{FF2B5EF4-FFF2-40B4-BE49-F238E27FC236}">
                <a16:creationId xmlns:a16="http://schemas.microsoft.com/office/drawing/2014/main" id="{1638CF53-861A-7EA7-7816-D17722443F84}"/>
              </a:ext>
            </a:extLst>
          </p:cNvPr>
          <p:cNvCxnSpPr>
            <a:cxnSpLocks/>
            <a:stCxn id="219" idx="2"/>
            <a:endCxn id="138" idx="1"/>
          </p:cNvCxnSpPr>
          <p:nvPr/>
        </p:nvCxnSpPr>
        <p:spPr>
          <a:xfrm rot="10800000" flipV="1">
            <a:off x="5774647" y="1873879"/>
            <a:ext cx="810385" cy="641794"/>
          </a:xfrm>
          <a:prstGeom prst="curvedConnector2">
            <a:avLst/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Прямая со стрелкой 18">
            <a:extLst>
              <a:ext uri="{FF2B5EF4-FFF2-40B4-BE49-F238E27FC236}">
                <a16:creationId xmlns:a16="http://schemas.microsoft.com/office/drawing/2014/main" id="{53F97DCD-6CB1-67FC-5E16-26E146F51A93}"/>
              </a:ext>
            </a:extLst>
          </p:cNvPr>
          <p:cNvCxnSpPr>
            <a:cxnSpLocks/>
            <a:stCxn id="219" idx="2"/>
            <a:endCxn id="9" idx="4"/>
          </p:cNvCxnSpPr>
          <p:nvPr/>
        </p:nvCxnSpPr>
        <p:spPr>
          <a:xfrm rot="10800000" flipV="1">
            <a:off x="2757223" y="1873878"/>
            <a:ext cx="3827808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Прямая со стрелкой 18">
            <a:extLst>
              <a:ext uri="{FF2B5EF4-FFF2-40B4-BE49-F238E27FC236}">
                <a16:creationId xmlns:a16="http://schemas.microsoft.com/office/drawing/2014/main" id="{CFAEA455-C352-AAFE-3A31-354F9E3B482B}"/>
              </a:ext>
            </a:extLst>
          </p:cNvPr>
          <p:cNvCxnSpPr>
            <a:cxnSpLocks/>
            <a:stCxn id="219" idx="4"/>
            <a:endCxn id="68" idx="2"/>
          </p:cNvCxnSpPr>
          <p:nvPr/>
        </p:nvCxnSpPr>
        <p:spPr>
          <a:xfrm>
            <a:off x="7772126" y="1873879"/>
            <a:ext cx="1930095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49A2AAB3-1A49-2A61-5531-BDF57480A889}"/>
              </a:ext>
            </a:extLst>
          </p:cNvPr>
          <p:cNvSpPr txBox="1"/>
          <p:nvPr/>
        </p:nvSpPr>
        <p:spPr>
          <a:xfrm>
            <a:off x="8434847" y="1584764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69A33C7D-9720-EB54-0886-65F6F5998EB5}"/>
              </a:ext>
            </a:extLst>
          </p:cNvPr>
          <p:cNvSpPr txBox="1"/>
          <p:nvPr/>
        </p:nvSpPr>
        <p:spPr>
          <a:xfrm>
            <a:off x="3933963" y="1610311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23985170-98D4-49F9-2456-59DFBED5B3A1}"/>
              </a:ext>
            </a:extLst>
          </p:cNvPr>
          <p:cNvSpPr txBox="1"/>
          <p:nvPr/>
        </p:nvSpPr>
        <p:spPr>
          <a:xfrm>
            <a:off x="5327376" y="1935680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12903381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6354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Общая архитектура кластера</a:t>
            </a:r>
            <a:endParaRPr lang="en-US" sz="36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215162" y="3220803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coord-1</a:t>
            </a:r>
            <a:endParaRPr lang="ru-BY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4"/>
            <a:endCxn id="77" idx="2"/>
          </p:cNvCxnSpPr>
          <p:nvPr/>
        </p:nvCxnSpPr>
        <p:spPr>
          <a:xfrm flipV="1">
            <a:off x="1303095" y="3852081"/>
            <a:ext cx="823068" cy="17972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8" idx="1"/>
            <a:endCxn id="23" idx="3"/>
          </p:cNvCxnSpPr>
          <p:nvPr/>
        </p:nvCxnSpPr>
        <p:spPr>
          <a:xfrm flipH="1" flipV="1">
            <a:off x="759129" y="4519303"/>
            <a:ext cx="1408013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79" idx="1"/>
          </p:cNvCxnSpPr>
          <p:nvPr/>
        </p:nvCxnSpPr>
        <p:spPr>
          <a:xfrm flipH="1">
            <a:off x="750020" y="4519303"/>
            <a:ext cx="9109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Цилиндр 8">
            <a:extLst>
              <a:ext uri="{FF2B5EF4-FFF2-40B4-BE49-F238E27FC236}">
                <a16:creationId xmlns:a16="http://schemas.microsoft.com/office/drawing/2014/main" id="{A6CB4848-BD9F-00DA-AFBB-169D872B698A}"/>
              </a:ext>
            </a:extLst>
          </p:cNvPr>
          <p:cNvSpPr/>
          <p:nvPr/>
        </p:nvSpPr>
        <p:spPr>
          <a:xfrm>
            <a:off x="1669290" y="1348234"/>
            <a:ext cx="1087933" cy="1298500"/>
          </a:xfrm>
          <a:prstGeom prst="can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master-1</a:t>
            </a:r>
            <a:endParaRPr lang="ru-BY" sz="1200" dirty="0"/>
          </a:p>
        </p:txBody>
      </p:sp>
      <p:cxnSp>
        <p:nvCxnSpPr>
          <p:cNvPr id="10" name="Прямая со стрелкой 18">
            <a:extLst>
              <a:ext uri="{FF2B5EF4-FFF2-40B4-BE49-F238E27FC236}">
                <a16:creationId xmlns:a16="http://schemas.microsoft.com/office/drawing/2014/main" id="{6BDA3585-87B9-649E-1E95-BF31212098C0}"/>
              </a:ext>
            </a:extLst>
          </p:cNvPr>
          <p:cNvCxnSpPr>
            <a:cxnSpLocks/>
            <a:stCxn id="23" idx="1"/>
            <a:endCxn id="9" idx="2"/>
          </p:cNvCxnSpPr>
          <p:nvPr/>
        </p:nvCxnSpPr>
        <p:spPr>
          <a:xfrm flipV="1">
            <a:off x="759129" y="1997484"/>
            <a:ext cx="910161" cy="1223319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73A2584-B55C-170F-E6C7-B55FA12521EE}"/>
              </a:ext>
            </a:extLst>
          </p:cNvPr>
          <p:cNvSpPr txBox="1"/>
          <p:nvPr/>
        </p:nvSpPr>
        <p:spPr>
          <a:xfrm>
            <a:off x="400574" y="2252160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791FD8-19AD-0449-82A9-93DFE76667E6}"/>
              </a:ext>
            </a:extLst>
          </p:cNvPr>
          <p:cNvSpPr txBox="1"/>
          <p:nvPr/>
        </p:nvSpPr>
        <p:spPr>
          <a:xfrm>
            <a:off x="9354132" y="4629978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63" name="Цилиндр 62">
            <a:extLst>
              <a:ext uri="{FF2B5EF4-FFF2-40B4-BE49-F238E27FC236}">
                <a16:creationId xmlns:a16="http://schemas.microsoft.com/office/drawing/2014/main" id="{4B01D485-58C5-F64B-892A-4DB24B7AC6F5}"/>
              </a:ext>
            </a:extLst>
          </p:cNvPr>
          <p:cNvSpPr/>
          <p:nvPr/>
        </p:nvSpPr>
        <p:spPr>
          <a:xfrm>
            <a:off x="10888904" y="3220803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coord-3</a:t>
            </a:r>
            <a:endParaRPr lang="ru-BY" dirty="0"/>
          </a:p>
        </p:txBody>
      </p:sp>
      <p:cxnSp>
        <p:nvCxnSpPr>
          <p:cNvPr id="64" name="Прямая со стрелкой 18">
            <a:extLst>
              <a:ext uri="{FF2B5EF4-FFF2-40B4-BE49-F238E27FC236}">
                <a16:creationId xmlns:a16="http://schemas.microsoft.com/office/drawing/2014/main" id="{E0164565-70E0-C7C7-2C99-E337B9E0B7F3}"/>
              </a:ext>
            </a:extLst>
          </p:cNvPr>
          <p:cNvCxnSpPr>
            <a:cxnSpLocks/>
            <a:stCxn id="63" idx="3"/>
            <a:endCxn id="80" idx="1"/>
          </p:cNvCxnSpPr>
          <p:nvPr/>
        </p:nvCxnSpPr>
        <p:spPr>
          <a:xfrm>
            <a:off x="11432871" y="4519303"/>
            <a:ext cx="9110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18">
            <a:extLst>
              <a:ext uri="{FF2B5EF4-FFF2-40B4-BE49-F238E27FC236}">
                <a16:creationId xmlns:a16="http://schemas.microsoft.com/office/drawing/2014/main" id="{3B012901-C858-91F9-0976-418FE294860D}"/>
              </a:ext>
            </a:extLst>
          </p:cNvPr>
          <p:cNvCxnSpPr>
            <a:cxnSpLocks/>
            <a:stCxn id="75" idx="1"/>
            <a:endCxn id="63" idx="3"/>
          </p:cNvCxnSpPr>
          <p:nvPr/>
        </p:nvCxnSpPr>
        <p:spPr>
          <a:xfrm flipV="1">
            <a:off x="10024859" y="4519303"/>
            <a:ext cx="1408012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18">
            <a:extLst>
              <a:ext uri="{FF2B5EF4-FFF2-40B4-BE49-F238E27FC236}">
                <a16:creationId xmlns:a16="http://schemas.microsoft.com/office/drawing/2014/main" id="{C3FFC7E5-B5AC-380A-3E46-45A18ABA9FA2}"/>
              </a:ext>
            </a:extLst>
          </p:cNvPr>
          <p:cNvCxnSpPr>
            <a:cxnSpLocks/>
            <a:stCxn id="63" idx="2"/>
            <a:endCxn id="67" idx="4"/>
          </p:cNvCxnSpPr>
          <p:nvPr/>
        </p:nvCxnSpPr>
        <p:spPr>
          <a:xfrm flipH="1">
            <a:off x="10054688" y="3870053"/>
            <a:ext cx="834216" cy="4836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Цилиндр 66">
            <a:extLst>
              <a:ext uri="{FF2B5EF4-FFF2-40B4-BE49-F238E27FC236}">
                <a16:creationId xmlns:a16="http://schemas.microsoft.com/office/drawing/2014/main" id="{128093ED-E928-3A89-4AAA-8DA88C49702D}"/>
              </a:ext>
            </a:extLst>
          </p:cNvPr>
          <p:cNvSpPr/>
          <p:nvPr/>
        </p:nvSpPr>
        <p:spPr>
          <a:xfrm>
            <a:off x="8751185" y="3096992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worker-3-0</a:t>
            </a:r>
            <a:endParaRPr lang="ru-BY" dirty="0"/>
          </a:p>
        </p:txBody>
      </p:sp>
      <p:sp>
        <p:nvSpPr>
          <p:cNvPr id="68" name="Цилиндр 67">
            <a:extLst>
              <a:ext uri="{FF2B5EF4-FFF2-40B4-BE49-F238E27FC236}">
                <a16:creationId xmlns:a16="http://schemas.microsoft.com/office/drawing/2014/main" id="{656280ED-80FF-2A22-8B12-8033CCBAAD4E}"/>
              </a:ext>
            </a:extLst>
          </p:cNvPr>
          <p:cNvSpPr/>
          <p:nvPr/>
        </p:nvSpPr>
        <p:spPr>
          <a:xfrm>
            <a:off x="9702221" y="1348234"/>
            <a:ext cx="1087933" cy="1298500"/>
          </a:xfrm>
          <a:prstGeom prst="can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master-3</a:t>
            </a:r>
            <a:endParaRPr lang="ru-BY" sz="1200" dirty="0"/>
          </a:p>
        </p:txBody>
      </p:sp>
      <p:cxnSp>
        <p:nvCxnSpPr>
          <p:cNvPr id="69" name="Прямая со стрелкой 18">
            <a:extLst>
              <a:ext uri="{FF2B5EF4-FFF2-40B4-BE49-F238E27FC236}">
                <a16:creationId xmlns:a16="http://schemas.microsoft.com/office/drawing/2014/main" id="{3C276CDB-B51F-B4E7-01DB-6FE9E932957D}"/>
              </a:ext>
            </a:extLst>
          </p:cNvPr>
          <p:cNvCxnSpPr>
            <a:cxnSpLocks/>
            <a:stCxn id="63" idx="1"/>
            <a:endCxn id="68" idx="4"/>
          </p:cNvCxnSpPr>
          <p:nvPr/>
        </p:nvCxnSpPr>
        <p:spPr>
          <a:xfrm flipH="1" flipV="1">
            <a:off x="10790154" y="1997484"/>
            <a:ext cx="642717" cy="1223319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F4DE35B-CC66-B590-425F-C3360A92F914}"/>
              </a:ext>
            </a:extLst>
          </p:cNvPr>
          <p:cNvSpPr txBox="1"/>
          <p:nvPr/>
        </p:nvSpPr>
        <p:spPr>
          <a:xfrm>
            <a:off x="10998937" y="2271675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75" name="Цилиндр 74">
            <a:extLst>
              <a:ext uri="{FF2B5EF4-FFF2-40B4-BE49-F238E27FC236}">
                <a16:creationId xmlns:a16="http://schemas.microsoft.com/office/drawing/2014/main" id="{1081BE96-8EE3-23DD-00BD-4DE2FB885273}"/>
              </a:ext>
            </a:extLst>
          </p:cNvPr>
          <p:cNvSpPr/>
          <p:nvPr/>
        </p:nvSpPr>
        <p:spPr>
          <a:xfrm>
            <a:off x="9373107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7" name="Цилиндр 76">
            <a:extLst>
              <a:ext uri="{FF2B5EF4-FFF2-40B4-BE49-F238E27FC236}">
                <a16:creationId xmlns:a16="http://schemas.microsoft.com/office/drawing/2014/main" id="{74E180FE-7261-B185-0C8D-C9C0042627B9}"/>
              </a:ext>
            </a:extLst>
          </p:cNvPr>
          <p:cNvSpPr/>
          <p:nvPr/>
        </p:nvSpPr>
        <p:spPr>
          <a:xfrm>
            <a:off x="2126163" y="3074184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78" name="Цилиндр 77">
            <a:extLst>
              <a:ext uri="{FF2B5EF4-FFF2-40B4-BE49-F238E27FC236}">
                <a16:creationId xmlns:a16="http://schemas.microsoft.com/office/drawing/2014/main" id="{669EF9BA-FD3C-AD21-BB9F-57CF7987C597}"/>
              </a:ext>
            </a:extLst>
          </p:cNvPr>
          <p:cNvSpPr/>
          <p:nvPr/>
        </p:nvSpPr>
        <p:spPr>
          <a:xfrm>
            <a:off x="1515390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9" name="Цилиндр 78">
            <a:extLst>
              <a:ext uri="{FF2B5EF4-FFF2-40B4-BE49-F238E27FC236}">
                <a16:creationId xmlns:a16="http://schemas.microsoft.com/office/drawing/2014/main" id="{90EF0D7E-9F2C-1E4A-15C1-C868A4B7BA30}"/>
              </a:ext>
            </a:extLst>
          </p:cNvPr>
          <p:cNvSpPr/>
          <p:nvPr/>
        </p:nvSpPr>
        <p:spPr>
          <a:xfrm>
            <a:off x="98268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-0</a:t>
            </a:r>
            <a:endParaRPr lang="ru-BY" dirty="0"/>
          </a:p>
        </p:txBody>
      </p:sp>
      <p:sp>
        <p:nvSpPr>
          <p:cNvPr id="80" name="Цилиндр 79">
            <a:extLst>
              <a:ext uri="{FF2B5EF4-FFF2-40B4-BE49-F238E27FC236}">
                <a16:creationId xmlns:a16="http://schemas.microsoft.com/office/drawing/2014/main" id="{CAE1BEEA-12C6-891C-CD6E-5AD101581989}"/>
              </a:ext>
            </a:extLst>
          </p:cNvPr>
          <p:cNvSpPr/>
          <p:nvPr/>
        </p:nvSpPr>
        <p:spPr>
          <a:xfrm>
            <a:off x="1079022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E24B429-77BF-4902-7BC8-2E29AEE76BA6}"/>
              </a:ext>
            </a:extLst>
          </p:cNvPr>
          <p:cNvSpPr txBox="1"/>
          <p:nvPr/>
        </p:nvSpPr>
        <p:spPr>
          <a:xfrm>
            <a:off x="1667169" y="4648857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33" name="Цилиндр 132">
            <a:extLst>
              <a:ext uri="{FF2B5EF4-FFF2-40B4-BE49-F238E27FC236}">
                <a16:creationId xmlns:a16="http://schemas.microsoft.com/office/drawing/2014/main" id="{10422A75-5CBF-D970-425D-012B72501D29}"/>
              </a:ext>
            </a:extLst>
          </p:cNvPr>
          <p:cNvSpPr/>
          <p:nvPr/>
        </p:nvSpPr>
        <p:spPr>
          <a:xfrm>
            <a:off x="3933963" y="3516144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coord-2</a:t>
            </a:r>
            <a:endParaRPr lang="ru-BY" dirty="0"/>
          </a:p>
        </p:txBody>
      </p:sp>
      <p:cxnSp>
        <p:nvCxnSpPr>
          <p:cNvPr id="134" name="Прямая со стрелкой 18">
            <a:extLst>
              <a:ext uri="{FF2B5EF4-FFF2-40B4-BE49-F238E27FC236}">
                <a16:creationId xmlns:a16="http://schemas.microsoft.com/office/drawing/2014/main" id="{DE6C28DF-FDB8-8101-9E67-6B6088DA23CF}"/>
              </a:ext>
            </a:extLst>
          </p:cNvPr>
          <p:cNvCxnSpPr>
            <a:cxnSpLocks/>
            <a:stCxn id="133" idx="3"/>
            <a:endCxn id="142" idx="1"/>
          </p:cNvCxnSpPr>
          <p:nvPr/>
        </p:nvCxnSpPr>
        <p:spPr>
          <a:xfrm>
            <a:off x="4477930" y="4814644"/>
            <a:ext cx="303519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Прямая со стрелкой 18">
            <a:extLst>
              <a:ext uri="{FF2B5EF4-FFF2-40B4-BE49-F238E27FC236}">
                <a16:creationId xmlns:a16="http://schemas.microsoft.com/office/drawing/2014/main" id="{03579E49-243C-2684-AA5D-46796F02523B}"/>
              </a:ext>
            </a:extLst>
          </p:cNvPr>
          <p:cNvCxnSpPr>
            <a:cxnSpLocks/>
            <a:stCxn id="141" idx="1"/>
            <a:endCxn id="133" idx="3"/>
          </p:cNvCxnSpPr>
          <p:nvPr/>
        </p:nvCxnSpPr>
        <p:spPr>
          <a:xfrm flipH="1" flipV="1">
            <a:off x="4477930" y="4814644"/>
            <a:ext cx="161807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Прямая со стрелкой 18">
            <a:extLst>
              <a:ext uri="{FF2B5EF4-FFF2-40B4-BE49-F238E27FC236}">
                <a16:creationId xmlns:a16="http://schemas.microsoft.com/office/drawing/2014/main" id="{C44AAD08-2943-690B-31A8-0A09B9E072FD}"/>
              </a:ext>
            </a:extLst>
          </p:cNvPr>
          <p:cNvCxnSpPr>
            <a:cxnSpLocks/>
            <a:stCxn id="133" idx="3"/>
            <a:endCxn id="137" idx="1"/>
          </p:cNvCxnSpPr>
          <p:nvPr/>
        </p:nvCxnSpPr>
        <p:spPr>
          <a:xfrm>
            <a:off x="4477930" y="4814644"/>
            <a:ext cx="20089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Цилиндр 136">
            <a:extLst>
              <a:ext uri="{FF2B5EF4-FFF2-40B4-BE49-F238E27FC236}">
                <a16:creationId xmlns:a16="http://schemas.microsoft.com/office/drawing/2014/main" id="{CC73C14A-0919-2FE7-F8E9-5C086C1BA19A}"/>
              </a:ext>
            </a:extLst>
          </p:cNvPr>
          <p:cNvSpPr/>
          <p:nvPr/>
        </p:nvSpPr>
        <p:spPr>
          <a:xfrm>
            <a:off x="402706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worker-2-0</a:t>
            </a:r>
            <a:endParaRPr lang="ru-BY" dirty="0"/>
          </a:p>
        </p:txBody>
      </p:sp>
      <p:sp>
        <p:nvSpPr>
          <p:cNvPr id="138" name="Цилиндр 137">
            <a:extLst>
              <a:ext uri="{FF2B5EF4-FFF2-40B4-BE49-F238E27FC236}">
                <a16:creationId xmlns:a16="http://schemas.microsoft.com/office/drawing/2014/main" id="{7764FAA7-A17D-C3BE-BCE9-AF49FE66AF99}"/>
              </a:ext>
            </a:extLst>
          </p:cNvPr>
          <p:cNvSpPr/>
          <p:nvPr/>
        </p:nvSpPr>
        <p:spPr>
          <a:xfrm>
            <a:off x="5230679" y="2515673"/>
            <a:ext cx="1087933" cy="1298500"/>
          </a:xfrm>
          <a:prstGeom prst="can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master-2</a:t>
            </a:r>
            <a:endParaRPr lang="ru-BY" sz="1200" dirty="0"/>
          </a:p>
        </p:txBody>
      </p:sp>
      <p:cxnSp>
        <p:nvCxnSpPr>
          <p:cNvPr id="139" name="Прямая со стрелкой 18">
            <a:extLst>
              <a:ext uri="{FF2B5EF4-FFF2-40B4-BE49-F238E27FC236}">
                <a16:creationId xmlns:a16="http://schemas.microsoft.com/office/drawing/2014/main" id="{437692CA-6BAB-8682-E077-7E4A2777BBE4}"/>
              </a:ext>
            </a:extLst>
          </p:cNvPr>
          <p:cNvCxnSpPr>
            <a:cxnSpLocks/>
            <a:stCxn id="133" idx="4"/>
            <a:endCxn id="138" idx="3"/>
          </p:cNvCxnSpPr>
          <p:nvPr/>
        </p:nvCxnSpPr>
        <p:spPr>
          <a:xfrm flipV="1">
            <a:off x="5021896" y="3814173"/>
            <a:ext cx="752750" cy="351221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Цилиндр 140">
            <a:extLst>
              <a:ext uri="{FF2B5EF4-FFF2-40B4-BE49-F238E27FC236}">
                <a16:creationId xmlns:a16="http://schemas.microsoft.com/office/drawing/2014/main" id="{3039488A-90E7-C053-C3A5-6D2078D0D8AA}"/>
              </a:ext>
            </a:extLst>
          </p:cNvPr>
          <p:cNvSpPr/>
          <p:nvPr/>
        </p:nvSpPr>
        <p:spPr>
          <a:xfrm>
            <a:off x="544424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142" name="Цилиндр 141">
            <a:extLst>
              <a:ext uri="{FF2B5EF4-FFF2-40B4-BE49-F238E27FC236}">
                <a16:creationId xmlns:a16="http://schemas.microsoft.com/office/drawing/2014/main" id="{C08D3B91-888D-4E44-94BF-FDCCFE5A5B8B}"/>
              </a:ext>
            </a:extLst>
          </p:cNvPr>
          <p:cNvSpPr/>
          <p:nvPr/>
        </p:nvSpPr>
        <p:spPr>
          <a:xfrm>
            <a:off x="686136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3A12764-859C-06BB-191F-3E87ABBE4FF9}"/>
              </a:ext>
            </a:extLst>
          </p:cNvPr>
          <p:cNvSpPr txBox="1"/>
          <p:nvPr/>
        </p:nvSpPr>
        <p:spPr>
          <a:xfrm>
            <a:off x="6867978" y="4656844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79EA9046-390B-7DC2-0A45-D3698290DFF2}"/>
              </a:ext>
            </a:extLst>
          </p:cNvPr>
          <p:cNvSpPr txBox="1"/>
          <p:nvPr/>
        </p:nvSpPr>
        <p:spPr>
          <a:xfrm>
            <a:off x="5165803" y="4045431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198" name="Прямая со стрелкой 18">
            <a:extLst>
              <a:ext uri="{FF2B5EF4-FFF2-40B4-BE49-F238E27FC236}">
                <a16:creationId xmlns:a16="http://schemas.microsoft.com/office/drawing/2014/main" id="{E24C86D1-B1B2-0973-0C35-766D2673E24F}"/>
              </a:ext>
            </a:extLst>
          </p:cNvPr>
          <p:cNvCxnSpPr>
            <a:cxnSpLocks/>
            <a:stCxn id="68" idx="3"/>
            <a:endCxn id="138" idx="4"/>
          </p:cNvCxnSpPr>
          <p:nvPr/>
        </p:nvCxnSpPr>
        <p:spPr>
          <a:xfrm rot="5400000">
            <a:off x="8023306" y="942040"/>
            <a:ext cx="518189" cy="3927576"/>
          </a:xfrm>
          <a:prstGeom prst="curvedConnector2">
            <a:avLst/>
          </a:prstGeom>
          <a:ln w="31750">
            <a:solidFill>
              <a:schemeClr val="tx2">
                <a:lumMod val="90000"/>
                <a:lumOff val="1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Прямая со стрелкой 18">
            <a:extLst>
              <a:ext uri="{FF2B5EF4-FFF2-40B4-BE49-F238E27FC236}">
                <a16:creationId xmlns:a16="http://schemas.microsoft.com/office/drawing/2014/main" id="{E6610087-EEA6-8CB3-DB1C-596299E7C6E4}"/>
              </a:ext>
            </a:extLst>
          </p:cNvPr>
          <p:cNvCxnSpPr>
            <a:cxnSpLocks/>
            <a:stCxn id="138" idx="2"/>
            <a:endCxn id="9" idx="3"/>
          </p:cNvCxnSpPr>
          <p:nvPr/>
        </p:nvCxnSpPr>
        <p:spPr>
          <a:xfrm rot="10800000">
            <a:off x="2213257" y="2646735"/>
            <a:ext cx="3017422" cy="518189"/>
          </a:xfrm>
          <a:prstGeom prst="curvedConnector2">
            <a:avLst/>
          </a:prstGeom>
          <a:ln w="31750">
            <a:solidFill>
              <a:schemeClr val="tx2">
                <a:lumMod val="90000"/>
                <a:lumOff val="1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Прямая со стрелкой 18">
            <a:extLst>
              <a:ext uri="{FF2B5EF4-FFF2-40B4-BE49-F238E27FC236}">
                <a16:creationId xmlns:a16="http://schemas.microsoft.com/office/drawing/2014/main" id="{367169FA-98EA-11DB-5DDF-4A37DA71E9A0}"/>
              </a:ext>
            </a:extLst>
          </p:cNvPr>
          <p:cNvCxnSpPr>
            <a:cxnSpLocks/>
            <a:stCxn id="68" idx="1"/>
            <a:endCxn id="9" idx="1"/>
          </p:cNvCxnSpPr>
          <p:nvPr/>
        </p:nvCxnSpPr>
        <p:spPr>
          <a:xfrm rot="16200000" flipV="1">
            <a:off x="6229723" y="-2668232"/>
            <a:ext cx="12700" cy="8032931"/>
          </a:xfrm>
          <a:prstGeom prst="curvedConnector3">
            <a:avLst>
              <a:gd name="adj1" fmla="val 3124142"/>
            </a:avLst>
          </a:prstGeom>
          <a:ln w="31750">
            <a:solidFill>
              <a:schemeClr val="tx2">
                <a:lumMod val="90000"/>
                <a:lumOff val="1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Цилиндр 218">
            <a:extLst>
              <a:ext uri="{FF2B5EF4-FFF2-40B4-BE49-F238E27FC236}">
                <a16:creationId xmlns:a16="http://schemas.microsoft.com/office/drawing/2014/main" id="{F97146B8-7B39-B451-1FBC-DE4AC56132F9}"/>
              </a:ext>
            </a:extLst>
          </p:cNvPr>
          <p:cNvSpPr/>
          <p:nvPr/>
        </p:nvSpPr>
        <p:spPr>
          <a:xfrm>
            <a:off x="6585031" y="1165451"/>
            <a:ext cx="1187095" cy="1416855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pg</a:t>
            </a:r>
            <a:r>
              <a:rPr lang="en-US" dirty="0"/>
              <a:t>-locker</a:t>
            </a:r>
            <a:endParaRPr lang="ru-BY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58279774-7160-836C-6405-54333B773624}"/>
              </a:ext>
            </a:extLst>
          </p:cNvPr>
          <p:cNvSpPr txBox="1"/>
          <p:nvPr/>
        </p:nvSpPr>
        <p:spPr>
          <a:xfrm>
            <a:off x="7477985" y="2681788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D53FC2A-CEAB-0AD0-B55F-D0A914B98D3C}"/>
              </a:ext>
            </a:extLst>
          </p:cNvPr>
          <p:cNvSpPr txBox="1"/>
          <p:nvPr/>
        </p:nvSpPr>
        <p:spPr>
          <a:xfrm>
            <a:off x="3023642" y="2536496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54BDDF33-7B5B-73FC-63C5-23E52053FDAB}"/>
              </a:ext>
            </a:extLst>
          </p:cNvPr>
          <p:cNvSpPr txBox="1"/>
          <p:nvPr/>
        </p:nvSpPr>
        <p:spPr>
          <a:xfrm>
            <a:off x="8730673" y="1107687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F59F23C3-6E7B-BAAF-769B-9EDF4ADABFE5}"/>
              </a:ext>
            </a:extLst>
          </p:cNvPr>
          <p:cNvSpPr txBox="1"/>
          <p:nvPr/>
        </p:nvSpPr>
        <p:spPr>
          <a:xfrm>
            <a:off x="2973785" y="1181682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260" name="Прямая со стрелкой 18">
            <a:extLst>
              <a:ext uri="{FF2B5EF4-FFF2-40B4-BE49-F238E27FC236}">
                <a16:creationId xmlns:a16="http://schemas.microsoft.com/office/drawing/2014/main" id="{1638CF53-861A-7EA7-7816-D17722443F84}"/>
              </a:ext>
            </a:extLst>
          </p:cNvPr>
          <p:cNvCxnSpPr>
            <a:cxnSpLocks/>
            <a:stCxn id="219" idx="2"/>
            <a:endCxn id="138" idx="1"/>
          </p:cNvCxnSpPr>
          <p:nvPr/>
        </p:nvCxnSpPr>
        <p:spPr>
          <a:xfrm rot="10800000" flipV="1">
            <a:off x="5774647" y="1873879"/>
            <a:ext cx="810385" cy="641794"/>
          </a:xfrm>
          <a:prstGeom prst="curvedConnector2">
            <a:avLst/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Прямая со стрелкой 18">
            <a:extLst>
              <a:ext uri="{FF2B5EF4-FFF2-40B4-BE49-F238E27FC236}">
                <a16:creationId xmlns:a16="http://schemas.microsoft.com/office/drawing/2014/main" id="{53F97DCD-6CB1-67FC-5E16-26E146F51A93}"/>
              </a:ext>
            </a:extLst>
          </p:cNvPr>
          <p:cNvCxnSpPr>
            <a:cxnSpLocks/>
            <a:stCxn id="219" idx="2"/>
            <a:endCxn id="9" idx="4"/>
          </p:cNvCxnSpPr>
          <p:nvPr/>
        </p:nvCxnSpPr>
        <p:spPr>
          <a:xfrm rot="10800000" flipV="1">
            <a:off x="2757223" y="1873878"/>
            <a:ext cx="3827808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Прямая со стрелкой 18">
            <a:extLst>
              <a:ext uri="{FF2B5EF4-FFF2-40B4-BE49-F238E27FC236}">
                <a16:creationId xmlns:a16="http://schemas.microsoft.com/office/drawing/2014/main" id="{CFAEA455-C352-AAFE-3A31-354F9E3B482B}"/>
              </a:ext>
            </a:extLst>
          </p:cNvPr>
          <p:cNvCxnSpPr>
            <a:cxnSpLocks/>
            <a:stCxn id="219" idx="4"/>
            <a:endCxn id="68" idx="2"/>
          </p:cNvCxnSpPr>
          <p:nvPr/>
        </p:nvCxnSpPr>
        <p:spPr>
          <a:xfrm>
            <a:off x="7772126" y="1873879"/>
            <a:ext cx="1930095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49A2AAB3-1A49-2A61-5531-BDF57480A889}"/>
              </a:ext>
            </a:extLst>
          </p:cNvPr>
          <p:cNvSpPr txBox="1"/>
          <p:nvPr/>
        </p:nvSpPr>
        <p:spPr>
          <a:xfrm>
            <a:off x="8434847" y="1584764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69A33C7D-9720-EB54-0886-65F6F5998EB5}"/>
              </a:ext>
            </a:extLst>
          </p:cNvPr>
          <p:cNvSpPr txBox="1"/>
          <p:nvPr/>
        </p:nvSpPr>
        <p:spPr>
          <a:xfrm>
            <a:off x="3933963" y="1610311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23985170-98D4-49F9-2456-59DFBED5B3A1}"/>
              </a:ext>
            </a:extLst>
          </p:cNvPr>
          <p:cNvSpPr txBox="1"/>
          <p:nvPr/>
        </p:nvSpPr>
        <p:spPr>
          <a:xfrm>
            <a:off x="5327376" y="1935680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84773958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02F8D0-F169-9736-A7EC-4BB8032D7931}"/>
              </a:ext>
            </a:extLst>
          </p:cNvPr>
          <p:cNvSpPr txBox="1"/>
          <p:nvPr/>
        </p:nvSpPr>
        <p:spPr>
          <a:xfrm>
            <a:off x="613372" y="2173327"/>
            <a:ext cx="49635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b="1" i="1" dirty="0"/>
              <a:t>Спасибо за внимание</a:t>
            </a:r>
            <a:endParaRPr lang="ru-BY" sz="3600" b="1" i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42ED04-17F1-E764-1F46-035F61917AD6}"/>
              </a:ext>
            </a:extLst>
          </p:cNvPr>
          <p:cNvSpPr txBox="1"/>
          <p:nvPr/>
        </p:nvSpPr>
        <p:spPr>
          <a:xfrm>
            <a:off x="541699" y="5233181"/>
            <a:ext cx="38673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i="1" dirty="0"/>
              <a:t>c</a:t>
            </a:r>
            <a:r>
              <a:rPr lang="ru-RU" sz="3600" i="1" dirty="0"/>
              <a:t>т</a:t>
            </a:r>
            <a:r>
              <a:rPr lang="en-US" sz="3600" i="1" dirty="0"/>
              <a:t>. 2 </a:t>
            </a:r>
            <a:r>
              <a:rPr lang="ru-RU" sz="3600" i="1" dirty="0"/>
              <a:t>к</a:t>
            </a:r>
            <a:r>
              <a:rPr lang="en-US" sz="3600" i="1" dirty="0"/>
              <a:t>. 2 </a:t>
            </a:r>
            <a:r>
              <a:rPr lang="ru-RU" sz="3600" i="1" dirty="0" err="1"/>
              <a:t>гр</a:t>
            </a:r>
            <a:r>
              <a:rPr lang="en-US" sz="3600" i="1" dirty="0"/>
              <a:t>. </a:t>
            </a:r>
            <a:r>
              <a:rPr lang="ru-RU" sz="3600" i="1" dirty="0"/>
              <a:t>ФИТ</a:t>
            </a:r>
            <a:endParaRPr lang="en-US" sz="3600" i="1" dirty="0"/>
          </a:p>
          <a:p>
            <a:r>
              <a:rPr lang="ru-RU" sz="3600" i="1" dirty="0"/>
              <a:t>Марушко Т</a:t>
            </a:r>
            <a:r>
              <a:rPr lang="en-US" sz="3600" i="1" dirty="0"/>
              <a:t>. </a:t>
            </a:r>
            <a:r>
              <a:rPr lang="ru-RU" sz="3600" i="1" dirty="0"/>
              <a:t>Ф</a:t>
            </a:r>
            <a:r>
              <a:rPr lang="en-US" sz="3600" i="1" dirty="0"/>
              <a:t>.</a:t>
            </a:r>
            <a:endParaRPr lang="ru-BY" sz="3600" i="1" dirty="0"/>
          </a:p>
        </p:txBody>
      </p:sp>
    </p:spTree>
    <p:extLst>
      <p:ext uri="{BB962C8B-B14F-4D97-AF65-F5344CB8AC3E}">
        <p14:creationId xmlns:p14="http://schemas.microsoft.com/office/powerpoint/2010/main" val="231843155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510</TotalTime>
  <Words>792</Words>
  <Application>Microsoft Office PowerPoint</Application>
  <PresentationFormat>Широкоэкранный</PresentationFormat>
  <Paragraphs>516</Paragraphs>
  <Slides>31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31</vt:i4>
      </vt:variant>
    </vt:vector>
  </HeadingPairs>
  <TitlesOfParts>
    <vt:vector size="35" baseType="lpstr">
      <vt:lpstr>Aptos</vt:lpstr>
      <vt:lpstr>Aptos Display</vt:lpstr>
      <vt:lpstr>Arial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Тимофей Марушко</dc:creator>
  <cp:lastModifiedBy>Тимофей Марушко</cp:lastModifiedBy>
  <cp:revision>116</cp:revision>
  <dcterms:created xsi:type="dcterms:W3CDTF">2026-04-16T18:37:14Z</dcterms:created>
  <dcterms:modified xsi:type="dcterms:W3CDTF">2026-04-20T17:05:18Z</dcterms:modified>
</cp:coreProperties>
</file>