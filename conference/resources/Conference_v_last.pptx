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1" r:id="rId3"/>
    <p:sldId id="293" r:id="rId4"/>
    <p:sldId id="282" r:id="rId5"/>
    <p:sldId id="294" r:id="rId6"/>
    <p:sldId id="298" r:id="rId7"/>
    <p:sldId id="283" r:id="rId8"/>
    <p:sldId id="303" r:id="rId9"/>
    <p:sldId id="295" r:id="rId10"/>
    <p:sldId id="296" r:id="rId11"/>
    <p:sldId id="326" r:id="rId12"/>
    <p:sldId id="324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45" r:id="rId23"/>
    <p:sldId id="336" r:id="rId24"/>
    <p:sldId id="337" r:id="rId25"/>
    <p:sldId id="338" r:id="rId26"/>
    <p:sldId id="339" r:id="rId27"/>
    <p:sldId id="341" r:id="rId28"/>
    <p:sldId id="342" r:id="rId29"/>
    <p:sldId id="343" r:id="rId30"/>
    <p:sldId id="344" r:id="rId31"/>
    <p:sldId id="346" r:id="rId32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00"/>
    <a:srgbClr val="CB93B8"/>
    <a:srgbClr val="FFBAE6"/>
    <a:srgbClr val="FF556B"/>
    <a:srgbClr val="DAECFB"/>
    <a:srgbClr val="B197CD"/>
    <a:srgbClr val="96CBA7"/>
    <a:srgbClr val="A99C93"/>
    <a:srgbClr val="DFBEFE"/>
    <a:srgbClr val="FDF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2" autoAdjust="0"/>
    <p:restoredTop sz="96329"/>
  </p:normalViewPr>
  <p:slideViewPr>
    <p:cSldViewPr snapToGrid="0">
      <p:cViewPr>
        <p:scale>
          <a:sx n="108" d="100"/>
          <a:sy n="108" d="100"/>
        </p:scale>
        <p:origin x="198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9BC87-07BA-0548-91E7-15A1E0ED04A0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863CD-2B76-284A-83FD-A2A4926A2F63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746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39954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956548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Что такое </a:t>
            </a:r>
            <a:r>
              <a:rPr lang="en-US" dirty="0"/>
              <a:t>k</a:t>
            </a:r>
            <a:r>
              <a:rPr lang="ru-RU" dirty="0"/>
              <a:t>8</a:t>
            </a:r>
            <a:r>
              <a:rPr lang="en-US" dirty="0"/>
              <a:t>s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5297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Объекты </a:t>
            </a:r>
            <a:r>
              <a:rPr lang="en-US" dirty="0"/>
              <a:t>k8s, </a:t>
            </a:r>
            <a:r>
              <a:rPr lang="ru-RU" dirty="0"/>
              <a:t>какую роль играет каждый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08609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</a:t>
            </a:r>
            <a:r>
              <a:rPr lang="ru-RU" dirty="0"/>
              <a:t>что это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239889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Что такое </a:t>
            </a:r>
            <a:r>
              <a:rPr lang="en-US" dirty="0" err="1"/>
              <a:t>Citus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837852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helm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862528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шаблонов в моем проекте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205713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31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841236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ABA27-6431-C8AD-5844-DDA965DE5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4D6C94-3FCE-8ECB-75A0-4837CAD04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8DEDD-1710-E25F-8018-92373071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C4D76F-DC40-C0B3-CE29-062F5029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B8B98-1122-C1EB-6FC3-E1E6A2C4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0076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38FE5-8B5E-5839-1716-F67C3537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EA0E3-8B12-2B67-A147-74B5A014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E10AF-2CD2-6ED7-D688-38BB8136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C9643E-524B-323E-FE53-1703A898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07301-6A61-F317-FFAF-EEE7FFF6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2687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5DF2B-6605-011D-476F-AD3514D2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A6EF34-0909-6525-3B49-EDC3165C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0F634-2B0E-8774-78CA-F5395B4B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6143A5-0E21-8FC4-88B3-96E73AC3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8227-2788-BF34-041D-17895291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8179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68F19-86A0-D3F4-346C-15DECAC7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87FE33-CEA5-A080-660B-417D7C637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EEEB58-1879-6450-6155-2132491DF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244823-AD7E-1E6A-E3C3-DB51CDD9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77E86C-6C6A-6D07-6E70-95FA04D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EF39DC-3B39-263E-158E-E754F466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1450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224EB-9D15-C87A-C126-CAC4C5F2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19C09F-82C0-6336-C3E6-52E790380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9928E5-52DD-DCE9-6CBF-5CEB87F9E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3157F0-F404-FCC7-5589-207DC2300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302BAF-B161-1BED-A038-BEA84E05A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3AF0CB-0FE6-557C-A9C4-6A99763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6CD6D2-50E0-6A75-423F-EFC1989D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294D0A-12F2-B184-2977-3A2CE50B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301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943E-19AD-C6E5-F1D7-8F083A38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3EEC48-603D-527A-0DD2-E96B14F2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354CD9-2B48-459D-1860-08D7422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1311F0-E668-9E68-68A5-470EE5B2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942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CF505D-71EF-9E92-B58D-F1314870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D124A0-C8B3-F206-A464-A16B39D4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2E1C3C-35AC-E785-7969-C9909378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9126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DB2DF-3F58-A3D1-5841-DD9A4658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5E442-E351-85CD-D1EC-6D42842A4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B31307-98E3-17F3-A225-0D895A528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AF8116-EFCF-82AB-ED74-DA3F89C44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48143-41AA-CD75-2AFB-B1819AA5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4448D2-0D9B-B6C7-4371-A32A37DC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3792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123-C93F-EB23-E513-3E14C151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A2FE6E-A2EC-71DF-BBB4-0546BF87E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A90055-5FD1-792B-B8F0-AE3978F0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1ABCC6-5151-F63B-AE1A-A852A1DC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37B275-0FCB-9ADA-6728-3D7F63D7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8A3B73-6E1E-F284-C7C6-326EA6D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70584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96BF4-F386-0870-72D6-E775F5F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E95F9A-DF7B-4802-0112-51936741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CE093-BBF5-2D43-D156-F848440D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BEF38-5109-A3B4-B179-D138361E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97B55F-DD05-13AC-16B3-4E433279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723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D99715-724C-21D5-ECC1-0F32A184C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FF6A36-8176-6C12-6F1D-A06AC8A22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BA30BA-3AFB-133E-AAC8-AD73962A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1574E-F7DD-D6DA-7714-86B9B10D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27A05-F563-3A49-FCFE-C4ECA92D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1128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01BB1-3B3B-2C77-94B1-F0B60A5C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29321E-3744-CF25-A911-27B3B342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179DBC-E1BF-1E56-C966-D1B12F71D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0958D-8FD3-704D-8A72-D3764ABAF413}" type="datetimeFigureOut">
              <a:rPr lang="ru-GB" smtClean="0"/>
              <a:t>04/21/2026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6B909B-D8F5-1778-0943-E37C92582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2AE25-DEBE-9870-BCC7-26F493016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768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F6D02-B403-A2E0-509E-334ED5DBB456}"/>
              </a:ext>
            </a:extLst>
          </p:cNvPr>
          <p:cNvSpPr txBox="1"/>
          <p:nvPr/>
        </p:nvSpPr>
        <p:spPr>
          <a:xfrm>
            <a:off x="1143708" y="298296"/>
            <a:ext cx="9904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Учреждения образования «БЕЛОРУССКИЙ ГОСУДАСТВЕННЫЙ ТЕХНОЛОГИЧЕСКИЙ УНИВЕРСИТЕТ»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0C0DF-050C-2A52-C2A5-54CFA07D5D42}"/>
              </a:ext>
            </a:extLst>
          </p:cNvPr>
          <p:cNvSpPr txBox="1"/>
          <p:nvPr/>
        </p:nvSpPr>
        <p:spPr>
          <a:xfrm>
            <a:off x="2897048" y="1721313"/>
            <a:ext cx="639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 и технологий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420EC-BF40-0F3F-D76A-E3B81861DD76}"/>
              </a:ext>
            </a:extLst>
          </p:cNvPr>
          <p:cNvSpPr txBox="1"/>
          <p:nvPr/>
        </p:nvSpPr>
        <p:spPr>
          <a:xfrm>
            <a:off x="6567938" y="5044354"/>
            <a:ext cx="5624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Марушко Тимофей Фёдорович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Блинова Евгения Александровна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DB5B5-A655-5215-CF69-831A12D4C8BD}"/>
              </a:ext>
            </a:extLst>
          </p:cNvPr>
          <p:cNvSpPr txBox="1"/>
          <p:nvPr/>
        </p:nvSpPr>
        <p:spPr>
          <a:xfrm>
            <a:off x="5215598" y="6159594"/>
            <a:ext cx="1760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Минск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F1ECC-B2A1-7B57-C516-467089B35143}"/>
              </a:ext>
            </a:extLst>
          </p:cNvPr>
          <p:cNvSpPr txBox="1"/>
          <p:nvPr/>
        </p:nvSpPr>
        <p:spPr>
          <a:xfrm>
            <a:off x="1445938" y="3075057"/>
            <a:ext cx="9602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проекта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Мультимастер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 на основе технологий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PostgesSQL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зарисовка, графическая вставка, Графика, рисун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7DD1C2-DE18-4EB7-95FD-7A652BA07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287" y="5971239"/>
            <a:ext cx="702514" cy="77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5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символ, логотип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E4816FA-2A46-2232-EF5F-26D5ECE3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94" y="2384726"/>
            <a:ext cx="1909476" cy="18557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1C5CB-3214-382A-7BB3-588F5EE5E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2773" y="2448743"/>
            <a:ext cx="1909476" cy="19691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9752" y="2326654"/>
            <a:ext cx="1909476" cy="22046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31350A-5AA8-36E3-48EE-ADEA4BC88A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6731" y="2384726"/>
            <a:ext cx="1909475" cy="1909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25FA16-1CF3-4331-3081-447E59EA46C6}"/>
              </a:ext>
            </a:extLst>
          </p:cNvPr>
          <p:cNvSpPr txBox="1"/>
          <p:nvPr/>
        </p:nvSpPr>
        <p:spPr>
          <a:xfrm>
            <a:off x="1140331" y="4531342"/>
            <a:ext cx="1700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Kubernetes</a:t>
            </a:r>
            <a:endParaRPr lang="ru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0608E-A524-7D66-1C0B-D8E5989CEF17}"/>
              </a:ext>
            </a:extLst>
          </p:cNvPr>
          <p:cNvSpPr txBox="1"/>
          <p:nvPr/>
        </p:nvSpPr>
        <p:spPr>
          <a:xfrm>
            <a:off x="3861313" y="4526836"/>
            <a:ext cx="173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PostgreSQL</a:t>
            </a:r>
            <a:endParaRPr lang="ru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BF706-676A-6578-A1B1-2D954044E1B9}"/>
              </a:ext>
            </a:extLst>
          </p:cNvPr>
          <p:cNvSpPr txBox="1"/>
          <p:nvPr/>
        </p:nvSpPr>
        <p:spPr>
          <a:xfrm>
            <a:off x="7010679" y="4531344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Helm</a:t>
            </a:r>
            <a:endParaRPr lang="ru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E1C41-F136-2BA6-7D89-D792C9E5D198}"/>
              </a:ext>
            </a:extLst>
          </p:cNvPr>
          <p:cNvSpPr txBox="1"/>
          <p:nvPr/>
        </p:nvSpPr>
        <p:spPr>
          <a:xfrm>
            <a:off x="9755672" y="4531343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Citus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97145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A97A-7CC8-865C-A616-31207607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E359A9-D462-259F-DC07-AA4E4D36D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20" y="779664"/>
            <a:ext cx="4501960" cy="4375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06DF4E-C2DF-CFEF-B79C-C1AE5340DB0E}"/>
              </a:ext>
            </a:extLst>
          </p:cNvPr>
          <p:cNvSpPr txBox="1"/>
          <p:nvPr/>
        </p:nvSpPr>
        <p:spPr>
          <a:xfrm>
            <a:off x="5245799" y="5381281"/>
            <a:ext cx="1700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Kubernetes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84104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6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1C5CB-3214-382A-7BB3-588F5EE5E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7646" y="1377977"/>
            <a:ext cx="2396708" cy="2471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B58380-E9BF-3F14-112E-F76CE6ACA9C6}"/>
              </a:ext>
            </a:extLst>
          </p:cNvPr>
          <p:cNvSpPr txBox="1"/>
          <p:nvPr/>
        </p:nvSpPr>
        <p:spPr>
          <a:xfrm>
            <a:off x="5229416" y="4064049"/>
            <a:ext cx="1733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PostgreSQL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242797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E19620-A82D-DD37-3778-A354DCEB3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375" y="1476375"/>
            <a:ext cx="6953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3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31350A-5AA8-36E3-48EE-ADEA4BC88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3023" y="1315419"/>
            <a:ext cx="2345954" cy="2345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FA247A-239B-5E85-FCDE-8965CC3812C9}"/>
              </a:ext>
            </a:extLst>
          </p:cNvPr>
          <p:cNvSpPr txBox="1"/>
          <p:nvPr/>
        </p:nvSpPr>
        <p:spPr>
          <a:xfrm>
            <a:off x="5650204" y="3825420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Citus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86049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снимок экрана, диаграмма, зеленый, Графика">
            <a:extLst>
              <a:ext uri="{FF2B5EF4-FFF2-40B4-BE49-F238E27FC236}">
                <a16:creationId xmlns:a16="http://schemas.microsoft.com/office/drawing/2014/main" id="{32DEE3C9-E2AD-F357-4785-DC69B981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40"/>
            <a:ext cx="12192000" cy="55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9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2816" y="1041062"/>
            <a:ext cx="2246367" cy="2593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7DDBCF-9980-B2C5-A2BA-7A72A6243153}"/>
              </a:ext>
            </a:extLst>
          </p:cNvPr>
          <p:cNvSpPr txBox="1"/>
          <p:nvPr/>
        </p:nvSpPr>
        <p:spPr>
          <a:xfrm>
            <a:off x="5642188" y="3860604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Helm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4769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773" y="551120"/>
            <a:ext cx="1909476" cy="2204691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ED924A-D5A6-25D2-EC5A-A7839331F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998" y="2028629"/>
            <a:ext cx="2896004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4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3849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</a:t>
            </a:r>
            <a:r>
              <a:rPr lang="en-US" sz="3600" dirty="0"/>
              <a:t> </a:t>
            </a:r>
            <a:r>
              <a:rPr lang="ru-RU" sz="3600" dirty="0"/>
              <a:t>блокировки</a:t>
            </a:r>
            <a:endParaRPr lang="en-US" sz="3600" dirty="0"/>
          </a:p>
        </p:txBody>
      </p:sp>
      <p:sp>
        <p:nvSpPr>
          <p:cNvPr id="7" name="Цилиндр 6">
            <a:extLst>
              <a:ext uri="{FF2B5EF4-FFF2-40B4-BE49-F238E27FC236}">
                <a16:creationId xmlns:a16="http://schemas.microsoft.com/office/drawing/2014/main" id="{3888F60E-57AA-D95A-8444-1C8E2F8CB893}"/>
              </a:ext>
            </a:extLst>
          </p:cNvPr>
          <p:cNvSpPr/>
          <p:nvPr/>
        </p:nvSpPr>
        <p:spPr>
          <a:xfrm>
            <a:off x="5199215" y="2358644"/>
            <a:ext cx="1793569" cy="2140711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pg</a:t>
            </a:r>
            <a:r>
              <a:rPr lang="en-US" sz="2800" dirty="0"/>
              <a:t>-locker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0353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864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записи</a:t>
            </a:r>
            <a:endParaRPr lang="en-US" sz="3600" dirty="0"/>
          </a:p>
        </p:txBody>
      </p:sp>
      <p:sp>
        <p:nvSpPr>
          <p:cNvPr id="5" name="Цилиндр 4">
            <a:extLst>
              <a:ext uri="{FF2B5EF4-FFF2-40B4-BE49-F238E27FC236}">
                <a16:creationId xmlns:a16="http://schemas.microsoft.com/office/drawing/2014/main" id="{25B27DA8-6A30-DC51-FCE8-1AEBF2CFE050}"/>
              </a:ext>
            </a:extLst>
          </p:cNvPr>
          <p:cNvSpPr/>
          <p:nvPr/>
        </p:nvSpPr>
        <p:spPr>
          <a:xfrm>
            <a:off x="5759545" y="1050304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master-2</a:t>
            </a:r>
            <a:endParaRPr lang="ru-BY" sz="2800" dirty="0"/>
          </a:p>
        </p:txBody>
      </p:sp>
      <p:sp>
        <p:nvSpPr>
          <p:cNvPr id="6" name="Цилиндр 5">
            <a:extLst>
              <a:ext uri="{FF2B5EF4-FFF2-40B4-BE49-F238E27FC236}">
                <a16:creationId xmlns:a16="http://schemas.microsoft.com/office/drawing/2014/main" id="{282ADDE9-8764-18B9-2468-FD65928CD413}"/>
              </a:ext>
            </a:extLst>
          </p:cNvPr>
          <p:cNvSpPr/>
          <p:nvPr/>
        </p:nvSpPr>
        <p:spPr>
          <a:xfrm>
            <a:off x="8983946" y="3530859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master-3</a:t>
            </a:r>
            <a:endParaRPr lang="ru-BY" dirty="0"/>
          </a:p>
        </p:txBody>
      </p:sp>
      <p:sp>
        <p:nvSpPr>
          <p:cNvPr id="7" name="Цилиндр 6">
            <a:extLst>
              <a:ext uri="{FF2B5EF4-FFF2-40B4-BE49-F238E27FC236}">
                <a16:creationId xmlns:a16="http://schemas.microsoft.com/office/drawing/2014/main" id="{3888F60E-57AA-D95A-8444-1C8E2F8CB893}"/>
              </a:ext>
            </a:extLst>
          </p:cNvPr>
          <p:cNvSpPr/>
          <p:nvPr/>
        </p:nvSpPr>
        <p:spPr>
          <a:xfrm>
            <a:off x="2535146" y="3530858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master-1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F6345-B414-D87B-0E92-C663EF390483}"/>
              </a:ext>
            </a:extLst>
          </p:cNvPr>
          <p:cNvSpPr txBox="1"/>
          <p:nvPr/>
        </p:nvSpPr>
        <p:spPr>
          <a:xfrm>
            <a:off x="3780937" y="2229669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C81D9-D206-D3C7-A8A5-B0843BCD3886}"/>
              </a:ext>
            </a:extLst>
          </p:cNvPr>
          <p:cNvSpPr txBox="1"/>
          <p:nvPr/>
        </p:nvSpPr>
        <p:spPr>
          <a:xfrm>
            <a:off x="6108552" y="4030537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6ABD6B91-4194-070A-FBC8-EC244D98A37F}"/>
              </a:ext>
            </a:extLst>
          </p:cNvPr>
          <p:cNvCxnSpPr>
            <a:cxnSpLocks/>
            <a:stCxn id="7" idx="4"/>
            <a:endCxn id="6" idx="2"/>
          </p:cNvCxnSpPr>
          <p:nvPr/>
        </p:nvCxnSpPr>
        <p:spPr>
          <a:xfrm>
            <a:off x="4328715" y="4601214"/>
            <a:ext cx="4655231" cy="1"/>
          </a:xfrm>
          <a:prstGeom prst="bentConnector3">
            <a:avLst>
              <a:gd name="adj1" fmla="val 50000"/>
            </a:avLst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18">
            <a:extLst>
              <a:ext uri="{FF2B5EF4-FFF2-40B4-BE49-F238E27FC236}">
                <a16:creationId xmlns:a16="http://schemas.microsoft.com/office/drawing/2014/main" id="{F1008F3F-9A8E-D5B4-D352-431E2FB088D5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flipV="1">
            <a:off x="3431931" y="2120660"/>
            <a:ext cx="2327614" cy="1410198"/>
          </a:xfrm>
          <a:prstGeom prst="straightConnector1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18">
            <a:extLst>
              <a:ext uri="{FF2B5EF4-FFF2-40B4-BE49-F238E27FC236}">
                <a16:creationId xmlns:a16="http://schemas.microsoft.com/office/drawing/2014/main" id="{6C81AD23-0B0C-E92C-134F-1834275D49FC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>
            <a:off x="7553114" y="2120660"/>
            <a:ext cx="2327617" cy="1410199"/>
          </a:xfrm>
          <a:prstGeom prst="straightConnector1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E90120A-E132-F71A-F9CE-0169F2EB106D}"/>
              </a:ext>
            </a:extLst>
          </p:cNvPr>
          <p:cNvSpPr txBox="1"/>
          <p:nvPr/>
        </p:nvSpPr>
        <p:spPr>
          <a:xfrm>
            <a:off x="8798905" y="2224546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131903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9042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Связь между слоями блокировки</a:t>
            </a:r>
            <a:r>
              <a:rPr lang="en-US" sz="3600" dirty="0"/>
              <a:t> </a:t>
            </a:r>
            <a:r>
              <a:rPr lang="ru-RU" sz="3600" dirty="0"/>
              <a:t>и записи</a:t>
            </a:r>
            <a:endParaRPr lang="en-US" sz="3600" dirty="0"/>
          </a:p>
        </p:txBody>
      </p:sp>
      <p:sp>
        <p:nvSpPr>
          <p:cNvPr id="5" name="Цилиндр 4">
            <a:extLst>
              <a:ext uri="{FF2B5EF4-FFF2-40B4-BE49-F238E27FC236}">
                <a16:creationId xmlns:a16="http://schemas.microsoft.com/office/drawing/2014/main" id="{25B27DA8-6A30-DC51-FCE8-1AEBF2CFE050}"/>
              </a:ext>
            </a:extLst>
          </p:cNvPr>
          <p:cNvSpPr/>
          <p:nvPr/>
        </p:nvSpPr>
        <p:spPr>
          <a:xfrm>
            <a:off x="919249" y="2199989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master-2</a:t>
            </a:r>
            <a:endParaRPr lang="ru-BY" sz="2800" dirty="0"/>
          </a:p>
        </p:txBody>
      </p:sp>
      <p:sp>
        <p:nvSpPr>
          <p:cNvPr id="6" name="Цилиндр 5">
            <a:extLst>
              <a:ext uri="{FF2B5EF4-FFF2-40B4-BE49-F238E27FC236}">
                <a16:creationId xmlns:a16="http://schemas.microsoft.com/office/drawing/2014/main" id="{282ADDE9-8764-18B9-2468-FD65928CD413}"/>
              </a:ext>
            </a:extLst>
          </p:cNvPr>
          <p:cNvSpPr/>
          <p:nvPr/>
        </p:nvSpPr>
        <p:spPr>
          <a:xfrm>
            <a:off x="9613169" y="2202207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master-3</a:t>
            </a:r>
            <a:endParaRPr lang="ru-BY" dirty="0"/>
          </a:p>
        </p:txBody>
      </p:sp>
      <p:sp>
        <p:nvSpPr>
          <p:cNvPr id="7" name="Цилиндр 6">
            <a:extLst>
              <a:ext uri="{FF2B5EF4-FFF2-40B4-BE49-F238E27FC236}">
                <a16:creationId xmlns:a16="http://schemas.microsoft.com/office/drawing/2014/main" id="{3888F60E-57AA-D95A-8444-1C8E2F8CB893}"/>
              </a:ext>
            </a:extLst>
          </p:cNvPr>
          <p:cNvSpPr/>
          <p:nvPr/>
        </p:nvSpPr>
        <p:spPr>
          <a:xfrm>
            <a:off x="5199215" y="4582864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master-1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F6345-B414-D87B-0E92-C663EF390483}"/>
              </a:ext>
            </a:extLst>
          </p:cNvPr>
          <p:cNvSpPr txBox="1"/>
          <p:nvPr/>
        </p:nvSpPr>
        <p:spPr>
          <a:xfrm>
            <a:off x="8203591" y="5495899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C81D9-D206-D3C7-A8A5-B0843BCD3886}"/>
              </a:ext>
            </a:extLst>
          </p:cNvPr>
          <p:cNvSpPr txBox="1"/>
          <p:nvPr/>
        </p:nvSpPr>
        <p:spPr>
          <a:xfrm>
            <a:off x="6162994" y="3907210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lock</a:t>
            </a:r>
            <a:endParaRPr lang="ru-BY" sz="2400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6ABD6B91-4194-070A-FBC8-EC244D98A37F}"/>
              </a:ext>
            </a:extLst>
          </p:cNvPr>
          <p:cNvCxnSpPr>
            <a:cxnSpLocks/>
            <a:stCxn id="7" idx="4"/>
            <a:endCxn id="6" idx="3"/>
          </p:cNvCxnSpPr>
          <p:nvPr/>
        </p:nvCxnSpPr>
        <p:spPr>
          <a:xfrm flipV="1">
            <a:off x="6992784" y="4342918"/>
            <a:ext cx="3517170" cy="1310302"/>
          </a:xfrm>
          <a:prstGeom prst="curvedConnector2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18">
            <a:extLst>
              <a:ext uri="{FF2B5EF4-FFF2-40B4-BE49-F238E27FC236}">
                <a16:creationId xmlns:a16="http://schemas.microsoft.com/office/drawing/2014/main" id="{F1008F3F-9A8E-D5B4-D352-431E2FB088D5}"/>
              </a:ext>
            </a:extLst>
          </p:cNvPr>
          <p:cNvCxnSpPr>
            <a:cxnSpLocks/>
            <a:stCxn id="7" idx="2"/>
            <a:endCxn id="5" idx="3"/>
          </p:cNvCxnSpPr>
          <p:nvPr/>
        </p:nvCxnSpPr>
        <p:spPr>
          <a:xfrm rot="10800000">
            <a:off x="1816035" y="4340700"/>
            <a:ext cx="3383181" cy="1312520"/>
          </a:xfrm>
          <a:prstGeom prst="curvedConnector2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18">
            <a:extLst>
              <a:ext uri="{FF2B5EF4-FFF2-40B4-BE49-F238E27FC236}">
                <a16:creationId xmlns:a16="http://schemas.microsoft.com/office/drawing/2014/main" id="{6C81AD23-0B0C-E92C-134F-1834275D49FC}"/>
              </a:ext>
            </a:extLst>
          </p:cNvPr>
          <p:cNvCxnSpPr>
            <a:cxnSpLocks/>
            <a:stCxn id="5" idx="1"/>
            <a:endCxn id="6" idx="1"/>
          </p:cNvCxnSpPr>
          <p:nvPr/>
        </p:nvCxnSpPr>
        <p:spPr>
          <a:xfrm rot="16200000" flipH="1">
            <a:off x="6161885" y="-2145862"/>
            <a:ext cx="2218" cy="8693920"/>
          </a:xfrm>
          <a:prstGeom prst="curvedConnector3">
            <a:avLst>
              <a:gd name="adj1" fmla="val -47461136"/>
            </a:avLst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E90120A-E132-F71A-F9CE-0169F2EB106D}"/>
              </a:ext>
            </a:extLst>
          </p:cNvPr>
          <p:cNvSpPr txBox="1"/>
          <p:nvPr/>
        </p:nvSpPr>
        <p:spPr>
          <a:xfrm>
            <a:off x="3057786" y="5495899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5199215" y="1557278"/>
            <a:ext cx="1793569" cy="2140710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pg</a:t>
            </a:r>
            <a:r>
              <a:rPr lang="en-US" sz="2800" dirty="0"/>
              <a:t>-locker</a:t>
            </a:r>
            <a:endParaRPr lang="ru-BY" sz="2800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6" idx="2"/>
          </p:cNvCxnSpPr>
          <p:nvPr/>
        </p:nvCxnSpPr>
        <p:spPr>
          <a:xfrm>
            <a:off x="6992784" y="2627633"/>
            <a:ext cx="2620385" cy="644930"/>
          </a:xfrm>
          <a:prstGeom prst="straightConnector1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flipV="1">
            <a:off x="6096000" y="3697988"/>
            <a:ext cx="0" cy="884876"/>
          </a:xfrm>
          <a:prstGeom prst="straightConnector1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2"/>
            <a:endCxn id="5" idx="4"/>
          </p:cNvCxnSpPr>
          <p:nvPr/>
        </p:nvCxnSpPr>
        <p:spPr>
          <a:xfrm flipH="1">
            <a:off x="2712818" y="2627633"/>
            <a:ext cx="2486397" cy="642712"/>
          </a:xfrm>
          <a:prstGeom prst="straightConnector1">
            <a:avLst/>
          </a:prstGeom>
          <a:ln w="31750"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C2F3006-5DA3-2B7B-F1E8-E180ED457F80}"/>
              </a:ext>
            </a:extLst>
          </p:cNvPr>
          <p:cNvSpPr txBox="1"/>
          <p:nvPr/>
        </p:nvSpPr>
        <p:spPr>
          <a:xfrm>
            <a:off x="3372481" y="2396801"/>
            <a:ext cx="745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lock</a:t>
            </a:r>
            <a:endParaRPr lang="ru-BY" sz="2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41EFB3-5068-E22C-8C0C-20129B36FF71}"/>
              </a:ext>
            </a:extLst>
          </p:cNvPr>
          <p:cNvSpPr txBox="1"/>
          <p:nvPr/>
        </p:nvSpPr>
        <p:spPr>
          <a:xfrm>
            <a:off x="8005652" y="2402725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lock</a:t>
            </a:r>
            <a:endParaRPr lang="ru-BY" sz="24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9ABCCABD-91F2-0259-0E53-B23407F47EAA}"/>
              </a:ext>
            </a:extLst>
          </p:cNvPr>
          <p:cNvSpPr txBox="1"/>
          <p:nvPr/>
        </p:nvSpPr>
        <p:spPr>
          <a:xfrm>
            <a:off x="919249" y="1557277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A57A1599-C7ED-E8FA-003D-FA01025BA3A5}"/>
              </a:ext>
            </a:extLst>
          </p:cNvPr>
          <p:cNvSpPr txBox="1"/>
          <p:nvPr/>
        </p:nvSpPr>
        <p:spPr>
          <a:xfrm>
            <a:off x="10311182" y="1557278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84139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чтения</a:t>
            </a:r>
            <a:endParaRPr lang="en-US" sz="3600" dirty="0"/>
          </a:p>
        </p:txBody>
      </p:sp>
      <p:sp>
        <p:nvSpPr>
          <p:cNvPr id="7" name="Цилиндр 6">
            <a:extLst>
              <a:ext uri="{FF2B5EF4-FFF2-40B4-BE49-F238E27FC236}">
                <a16:creationId xmlns:a16="http://schemas.microsoft.com/office/drawing/2014/main" id="{3888F60E-57AA-D95A-8444-1C8E2F8CB893}"/>
              </a:ext>
            </a:extLst>
          </p:cNvPr>
          <p:cNvSpPr/>
          <p:nvPr/>
        </p:nvSpPr>
        <p:spPr>
          <a:xfrm>
            <a:off x="5162696" y="4403380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worker-1-1</a:t>
            </a:r>
            <a:endParaRPr lang="ru-BY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C81D9-D206-D3C7-A8A5-B0843BCD3886}"/>
              </a:ext>
            </a:extLst>
          </p:cNvPr>
          <p:cNvSpPr txBox="1"/>
          <p:nvPr/>
        </p:nvSpPr>
        <p:spPr>
          <a:xfrm>
            <a:off x="6095998" y="3198167"/>
            <a:ext cx="133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sharding</a:t>
            </a:r>
            <a:endParaRPr lang="ru-BY" sz="24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5199214" y="879419"/>
            <a:ext cx="1793569" cy="214071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coord-1</a:t>
            </a:r>
            <a:endParaRPr lang="ru-BY" sz="2800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 rot="16200000" flipH="1">
            <a:off x="7646274" y="1469854"/>
            <a:ext cx="1405413" cy="4505962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5400000" flipH="1" flipV="1">
            <a:off x="5404373" y="3711755"/>
            <a:ext cx="1383251" cy="1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44" idx="1"/>
          </p:cNvCxnSpPr>
          <p:nvPr/>
        </p:nvCxnSpPr>
        <p:spPr>
          <a:xfrm rot="5400000">
            <a:off x="3151391" y="1458773"/>
            <a:ext cx="1383252" cy="4505965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Цилиндр 42">
            <a:extLst>
              <a:ext uri="{FF2B5EF4-FFF2-40B4-BE49-F238E27FC236}">
                <a16:creationId xmlns:a16="http://schemas.microsoft.com/office/drawing/2014/main" id="{5404405F-2CFE-CCC8-4944-BF5CE1CC588E}"/>
              </a:ext>
            </a:extLst>
          </p:cNvPr>
          <p:cNvSpPr/>
          <p:nvPr/>
        </p:nvSpPr>
        <p:spPr>
          <a:xfrm>
            <a:off x="9668659" y="4425542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worker-1-2</a:t>
            </a:r>
            <a:endParaRPr lang="ru-BY" sz="2800" dirty="0"/>
          </a:p>
        </p:txBody>
      </p:sp>
      <p:sp>
        <p:nvSpPr>
          <p:cNvPr id="44" name="Цилиндр 43">
            <a:extLst>
              <a:ext uri="{FF2B5EF4-FFF2-40B4-BE49-F238E27FC236}">
                <a16:creationId xmlns:a16="http://schemas.microsoft.com/office/drawing/2014/main" id="{C985D333-0301-2C9A-AED8-5E670B193B4A}"/>
              </a:ext>
            </a:extLst>
          </p:cNvPr>
          <p:cNvSpPr/>
          <p:nvPr/>
        </p:nvSpPr>
        <p:spPr>
          <a:xfrm>
            <a:off x="656732" y="4403381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worker-1-0</a:t>
            </a:r>
            <a:endParaRPr lang="ru-BY" sz="2800" dirty="0"/>
          </a:p>
        </p:txBody>
      </p:sp>
    </p:spTree>
    <p:extLst>
      <p:ext uri="{BB962C8B-B14F-4D97-AF65-F5344CB8AC3E}">
        <p14:creationId xmlns:p14="http://schemas.microsoft.com/office/powerpoint/2010/main" val="2985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Связь между слоями записи и чтения</a:t>
            </a:r>
            <a:endParaRPr lang="en-US" sz="3600" dirty="0"/>
          </a:p>
        </p:txBody>
      </p:sp>
      <p:sp>
        <p:nvSpPr>
          <p:cNvPr id="7" name="Цилиндр 6">
            <a:extLst>
              <a:ext uri="{FF2B5EF4-FFF2-40B4-BE49-F238E27FC236}">
                <a16:creationId xmlns:a16="http://schemas.microsoft.com/office/drawing/2014/main" id="{3888F60E-57AA-D95A-8444-1C8E2F8CB893}"/>
              </a:ext>
            </a:extLst>
          </p:cNvPr>
          <p:cNvSpPr/>
          <p:nvPr/>
        </p:nvSpPr>
        <p:spPr>
          <a:xfrm>
            <a:off x="3117328" y="4425542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worker-1-1</a:t>
            </a:r>
            <a:endParaRPr lang="ru-BY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8C81D9-D206-D3C7-A8A5-B0843BCD3886}"/>
              </a:ext>
            </a:extLst>
          </p:cNvPr>
          <p:cNvSpPr txBox="1"/>
          <p:nvPr/>
        </p:nvSpPr>
        <p:spPr>
          <a:xfrm>
            <a:off x="4680431" y="3434155"/>
            <a:ext cx="133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sharding</a:t>
            </a:r>
            <a:endParaRPr lang="ru-BY" sz="24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3153844" y="1288289"/>
            <a:ext cx="1793569" cy="214071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coord-1</a:t>
            </a:r>
            <a:endParaRPr lang="ru-BY" sz="2800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 rot="16200000" flipH="1">
            <a:off x="4785168" y="2694460"/>
            <a:ext cx="974381" cy="2443458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6200000" flipV="1">
            <a:off x="3552359" y="3927270"/>
            <a:ext cx="996543" cy="1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44" idx="1"/>
          </p:cNvCxnSpPr>
          <p:nvPr/>
        </p:nvCxnSpPr>
        <p:spPr>
          <a:xfrm rot="5400000">
            <a:off x="2333141" y="2685893"/>
            <a:ext cx="974382" cy="2460595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Цилиндр 42">
            <a:extLst>
              <a:ext uri="{FF2B5EF4-FFF2-40B4-BE49-F238E27FC236}">
                <a16:creationId xmlns:a16="http://schemas.microsoft.com/office/drawing/2014/main" id="{5404405F-2CFE-CCC8-4944-BF5CE1CC588E}"/>
              </a:ext>
            </a:extLst>
          </p:cNvPr>
          <p:cNvSpPr/>
          <p:nvPr/>
        </p:nvSpPr>
        <p:spPr>
          <a:xfrm>
            <a:off x="5560785" y="4403380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worker-1-2</a:t>
            </a:r>
            <a:endParaRPr lang="ru-BY" sz="2800" dirty="0"/>
          </a:p>
        </p:txBody>
      </p:sp>
      <p:sp>
        <p:nvSpPr>
          <p:cNvPr id="44" name="Цилиндр 43">
            <a:extLst>
              <a:ext uri="{FF2B5EF4-FFF2-40B4-BE49-F238E27FC236}">
                <a16:creationId xmlns:a16="http://schemas.microsoft.com/office/drawing/2014/main" id="{C985D333-0301-2C9A-AED8-5E670B193B4A}"/>
              </a:ext>
            </a:extLst>
          </p:cNvPr>
          <p:cNvSpPr/>
          <p:nvPr/>
        </p:nvSpPr>
        <p:spPr>
          <a:xfrm>
            <a:off x="656732" y="4403381"/>
            <a:ext cx="1866603" cy="2227881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worker-1-0</a:t>
            </a:r>
            <a:endParaRPr lang="ru-BY" sz="2800" dirty="0"/>
          </a:p>
        </p:txBody>
      </p: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8805428" y="1288289"/>
            <a:ext cx="1793569" cy="2140711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master-1</a:t>
            </a:r>
            <a:endParaRPr lang="ru-BY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4"/>
            <a:endCxn id="9" idx="2"/>
          </p:cNvCxnSpPr>
          <p:nvPr/>
        </p:nvCxnSpPr>
        <p:spPr>
          <a:xfrm>
            <a:off x="4947413" y="2358644"/>
            <a:ext cx="3858015" cy="1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6210725" y="1896977"/>
            <a:ext cx="109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replica</a:t>
            </a:r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214757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accent1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8523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чтения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67788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чтения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95113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чтения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681638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Слой чтения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909452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4855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Слои записи и чтения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accent1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50257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accent1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395015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4111629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rgbClr val="C00000"/>
          </a:solidFill>
          <a:ln>
            <a:solidFill>
              <a:srgbClr val="5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731484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935016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419659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90886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010665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29033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E4C0E-6D42-9859-A288-13B3204AF1E0}"/>
              </a:ext>
            </a:extLst>
          </p:cNvPr>
          <p:cNvSpPr txBox="1"/>
          <p:nvPr/>
        </p:nvSpPr>
        <p:spPr>
          <a:xfrm>
            <a:off x="230406" y="226738"/>
            <a:ext cx="6354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Общая архитектура кластера</a:t>
            </a:r>
            <a:endParaRPr lang="en-US" sz="3600" dirty="0"/>
          </a:p>
        </p:txBody>
      </p:sp>
      <p:sp>
        <p:nvSpPr>
          <p:cNvPr id="23" name="Цилиндр 22">
            <a:extLst>
              <a:ext uri="{FF2B5EF4-FFF2-40B4-BE49-F238E27FC236}">
                <a16:creationId xmlns:a16="http://schemas.microsoft.com/office/drawing/2014/main" id="{EF1DB332-50CD-775B-ABA2-0817F517ECDA}"/>
              </a:ext>
            </a:extLst>
          </p:cNvPr>
          <p:cNvSpPr/>
          <p:nvPr/>
        </p:nvSpPr>
        <p:spPr>
          <a:xfrm>
            <a:off x="215162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coord-1</a:t>
            </a:r>
            <a:endParaRPr lang="ru-BY" dirty="0"/>
          </a:p>
        </p:txBody>
      </p:sp>
      <p:cxnSp>
        <p:nvCxnSpPr>
          <p:cNvPr id="24" name="Прямая со стрелкой 18">
            <a:extLst>
              <a:ext uri="{FF2B5EF4-FFF2-40B4-BE49-F238E27FC236}">
                <a16:creationId xmlns:a16="http://schemas.microsoft.com/office/drawing/2014/main" id="{8DA426C6-59CA-DA3A-D5CB-51EF9C2A4510}"/>
              </a:ext>
            </a:extLst>
          </p:cNvPr>
          <p:cNvCxnSpPr>
            <a:cxnSpLocks/>
            <a:stCxn id="23" idx="4"/>
            <a:endCxn id="77" idx="2"/>
          </p:cNvCxnSpPr>
          <p:nvPr/>
        </p:nvCxnSpPr>
        <p:spPr>
          <a:xfrm flipV="1">
            <a:off x="1303095" y="3852081"/>
            <a:ext cx="823068" cy="17972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78" idx="1"/>
            <a:endCxn id="23" idx="3"/>
          </p:cNvCxnSpPr>
          <p:nvPr/>
        </p:nvCxnSpPr>
        <p:spPr>
          <a:xfrm flipH="1" flipV="1">
            <a:off x="759129" y="4519303"/>
            <a:ext cx="1408013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18">
            <a:extLst>
              <a:ext uri="{FF2B5EF4-FFF2-40B4-BE49-F238E27FC236}">
                <a16:creationId xmlns:a16="http://schemas.microsoft.com/office/drawing/2014/main" id="{B88E1360-ADC8-7A39-E28B-1D30D90CA2CC}"/>
              </a:ext>
            </a:extLst>
          </p:cNvPr>
          <p:cNvCxnSpPr>
            <a:cxnSpLocks/>
            <a:stCxn id="23" idx="3"/>
            <a:endCxn id="79" idx="1"/>
          </p:cNvCxnSpPr>
          <p:nvPr/>
        </p:nvCxnSpPr>
        <p:spPr>
          <a:xfrm flipH="1">
            <a:off x="750020" y="4519303"/>
            <a:ext cx="9109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Цилиндр 8">
            <a:extLst>
              <a:ext uri="{FF2B5EF4-FFF2-40B4-BE49-F238E27FC236}">
                <a16:creationId xmlns:a16="http://schemas.microsoft.com/office/drawing/2014/main" id="{A6CB4848-BD9F-00DA-AFBB-169D872B698A}"/>
              </a:ext>
            </a:extLst>
          </p:cNvPr>
          <p:cNvSpPr/>
          <p:nvPr/>
        </p:nvSpPr>
        <p:spPr>
          <a:xfrm>
            <a:off x="1669290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master-1</a:t>
            </a:r>
            <a:endParaRPr lang="ru-BY" sz="1200" dirty="0"/>
          </a:p>
        </p:txBody>
      </p:sp>
      <p:cxnSp>
        <p:nvCxnSpPr>
          <p:cNvPr id="10" name="Прямая со стрелкой 18">
            <a:extLst>
              <a:ext uri="{FF2B5EF4-FFF2-40B4-BE49-F238E27FC236}">
                <a16:creationId xmlns:a16="http://schemas.microsoft.com/office/drawing/2014/main" id="{6BDA3585-87B9-649E-1E95-BF31212098C0}"/>
              </a:ext>
            </a:extLst>
          </p:cNvPr>
          <p:cNvCxnSpPr>
            <a:cxnSpLocks/>
            <a:stCxn id="23" idx="1"/>
            <a:endCxn id="9" idx="2"/>
          </p:cNvCxnSpPr>
          <p:nvPr/>
        </p:nvCxnSpPr>
        <p:spPr>
          <a:xfrm flipV="1">
            <a:off x="759129" y="1997484"/>
            <a:ext cx="910161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A2584-B55C-170F-E6C7-B55FA12521EE}"/>
              </a:ext>
            </a:extLst>
          </p:cNvPr>
          <p:cNvSpPr txBox="1"/>
          <p:nvPr/>
        </p:nvSpPr>
        <p:spPr>
          <a:xfrm>
            <a:off x="400574" y="2252160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91FD8-19AD-0449-82A9-93DFE76667E6}"/>
              </a:ext>
            </a:extLst>
          </p:cNvPr>
          <p:cNvSpPr txBox="1"/>
          <p:nvPr/>
        </p:nvSpPr>
        <p:spPr>
          <a:xfrm>
            <a:off x="9354132" y="4629978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63" name="Цилиндр 62">
            <a:extLst>
              <a:ext uri="{FF2B5EF4-FFF2-40B4-BE49-F238E27FC236}">
                <a16:creationId xmlns:a16="http://schemas.microsoft.com/office/drawing/2014/main" id="{4B01D485-58C5-F64B-892A-4DB24B7AC6F5}"/>
              </a:ext>
            </a:extLst>
          </p:cNvPr>
          <p:cNvSpPr/>
          <p:nvPr/>
        </p:nvSpPr>
        <p:spPr>
          <a:xfrm>
            <a:off x="10888904" y="3220803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coord-3</a:t>
            </a:r>
            <a:endParaRPr lang="ru-BY" dirty="0"/>
          </a:p>
        </p:txBody>
      </p:sp>
      <p:cxnSp>
        <p:nvCxnSpPr>
          <p:cNvPr id="64" name="Прямая со стрелкой 18">
            <a:extLst>
              <a:ext uri="{FF2B5EF4-FFF2-40B4-BE49-F238E27FC236}">
                <a16:creationId xmlns:a16="http://schemas.microsoft.com/office/drawing/2014/main" id="{E0164565-70E0-C7C7-2C99-E337B9E0B7F3}"/>
              </a:ext>
            </a:extLst>
          </p:cNvPr>
          <p:cNvCxnSpPr>
            <a:cxnSpLocks/>
            <a:stCxn id="63" idx="3"/>
            <a:endCxn id="80" idx="1"/>
          </p:cNvCxnSpPr>
          <p:nvPr/>
        </p:nvCxnSpPr>
        <p:spPr>
          <a:xfrm>
            <a:off x="11432871" y="4519303"/>
            <a:ext cx="9110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18">
            <a:extLst>
              <a:ext uri="{FF2B5EF4-FFF2-40B4-BE49-F238E27FC236}">
                <a16:creationId xmlns:a16="http://schemas.microsoft.com/office/drawing/2014/main" id="{3B012901-C858-91F9-0976-418FE294860D}"/>
              </a:ext>
            </a:extLst>
          </p:cNvPr>
          <p:cNvCxnSpPr>
            <a:cxnSpLocks/>
            <a:stCxn id="75" idx="1"/>
            <a:endCxn id="63" idx="3"/>
          </p:cNvCxnSpPr>
          <p:nvPr/>
        </p:nvCxnSpPr>
        <p:spPr>
          <a:xfrm flipV="1">
            <a:off x="10024859" y="4519303"/>
            <a:ext cx="1408012" cy="644414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18">
            <a:extLst>
              <a:ext uri="{FF2B5EF4-FFF2-40B4-BE49-F238E27FC236}">
                <a16:creationId xmlns:a16="http://schemas.microsoft.com/office/drawing/2014/main" id="{C3FFC7E5-B5AC-380A-3E46-45A18ABA9FA2}"/>
              </a:ext>
            </a:extLst>
          </p:cNvPr>
          <p:cNvCxnSpPr>
            <a:cxnSpLocks/>
            <a:stCxn id="63" idx="2"/>
            <a:endCxn id="67" idx="4"/>
          </p:cNvCxnSpPr>
          <p:nvPr/>
        </p:nvCxnSpPr>
        <p:spPr>
          <a:xfrm flipH="1">
            <a:off x="10054688" y="3870053"/>
            <a:ext cx="834216" cy="4836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Цилиндр 66">
            <a:extLst>
              <a:ext uri="{FF2B5EF4-FFF2-40B4-BE49-F238E27FC236}">
                <a16:creationId xmlns:a16="http://schemas.microsoft.com/office/drawing/2014/main" id="{128093ED-E928-3A89-4AAA-8DA88C49702D}"/>
              </a:ext>
            </a:extLst>
          </p:cNvPr>
          <p:cNvSpPr/>
          <p:nvPr/>
        </p:nvSpPr>
        <p:spPr>
          <a:xfrm>
            <a:off x="8751185" y="3096992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worker-3-0</a:t>
            </a:r>
            <a:endParaRPr lang="ru-BY" dirty="0"/>
          </a:p>
        </p:txBody>
      </p:sp>
      <p:sp>
        <p:nvSpPr>
          <p:cNvPr id="68" name="Цилиндр 67">
            <a:extLst>
              <a:ext uri="{FF2B5EF4-FFF2-40B4-BE49-F238E27FC236}">
                <a16:creationId xmlns:a16="http://schemas.microsoft.com/office/drawing/2014/main" id="{656280ED-80FF-2A22-8B12-8033CCBAAD4E}"/>
              </a:ext>
            </a:extLst>
          </p:cNvPr>
          <p:cNvSpPr/>
          <p:nvPr/>
        </p:nvSpPr>
        <p:spPr>
          <a:xfrm>
            <a:off x="9702221" y="1348234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master-3</a:t>
            </a:r>
            <a:endParaRPr lang="ru-BY" sz="1200" dirty="0"/>
          </a:p>
        </p:txBody>
      </p:sp>
      <p:cxnSp>
        <p:nvCxnSpPr>
          <p:cNvPr id="69" name="Прямая со стрелкой 18">
            <a:extLst>
              <a:ext uri="{FF2B5EF4-FFF2-40B4-BE49-F238E27FC236}">
                <a16:creationId xmlns:a16="http://schemas.microsoft.com/office/drawing/2014/main" id="{3C276CDB-B51F-B4E7-01DB-6FE9E932957D}"/>
              </a:ext>
            </a:extLst>
          </p:cNvPr>
          <p:cNvCxnSpPr>
            <a:cxnSpLocks/>
            <a:stCxn id="63" idx="1"/>
            <a:endCxn id="68" idx="4"/>
          </p:cNvCxnSpPr>
          <p:nvPr/>
        </p:nvCxnSpPr>
        <p:spPr>
          <a:xfrm flipH="1" flipV="1">
            <a:off x="10790154" y="1997484"/>
            <a:ext cx="642717" cy="1223319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4DE35B-CC66-B590-425F-C3360A92F914}"/>
              </a:ext>
            </a:extLst>
          </p:cNvPr>
          <p:cNvSpPr txBox="1"/>
          <p:nvPr/>
        </p:nvSpPr>
        <p:spPr>
          <a:xfrm>
            <a:off x="10998937" y="2271675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75" name="Цилиндр 74">
            <a:extLst>
              <a:ext uri="{FF2B5EF4-FFF2-40B4-BE49-F238E27FC236}">
                <a16:creationId xmlns:a16="http://schemas.microsoft.com/office/drawing/2014/main" id="{1081BE96-8EE3-23DD-00BD-4DE2FB885273}"/>
              </a:ext>
            </a:extLst>
          </p:cNvPr>
          <p:cNvSpPr/>
          <p:nvPr/>
        </p:nvSpPr>
        <p:spPr>
          <a:xfrm>
            <a:off x="9373107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7" name="Цилиндр 76">
            <a:extLst>
              <a:ext uri="{FF2B5EF4-FFF2-40B4-BE49-F238E27FC236}">
                <a16:creationId xmlns:a16="http://schemas.microsoft.com/office/drawing/2014/main" id="{74E180FE-7261-B185-0C8D-C9C0042627B9}"/>
              </a:ext>
            </a:extLst>
          </p:cNvPr>
          <p:cNvSpPr/>
          <p:nvPr/>
        </p:nvSpPr>
        <p:spPr>
          <a:xfrm>
            <a:off x="2126163" y="3074184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78" name="Цилиндр 77">
            <a:extLst>
              <a:ext uri="{FF2B5EF4-FFF2-40B4-BE49-F238E27FC236}">
                <a16:creationId xmlns:a16="http://schemas.microsoft.com/office/drawing/2014/main" id="{669EF9BA-FD3C-AD21-BB9F-57CF7987C597}"/>
              </a:ext>
            </a:extLst>
          </p:cNvPr>
          <p:cNvSpPr/>
          <p:nvPr/>
        </p:nvSpPr>
        <p:spPr>
          <a:xfrm>
            <a:off x="1515390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79" name="Цилиндр 78">
            <a:extLst>
              <a:ext uri="{FF2B5EF4-FFF2-40B4-BE49-F238E27FC236}">
                <a16:creationId xmlns:a16="http://schemas.microsoft.com/office/drawing/2014/main" id="{90EF0D7E-9F2C-1E4A-15C1-C868A4B7BA30}"/>
              </a:ext>
            </a:extLst>
          </p:cNvPr>
          <p:cNvSpPr/>
          <p:nvPr/>
        </p:nvSpPr>
        <p:spPr>
          <a:xfrm>
            <a:off x="98268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</a:t>
            </a:r>
            <a:r>
              <a:rPr lang="ru-RU" dirty="0"/>
              <a:t>1</a:t>
            </a:r>
            <a:r>
              <a:rPr lang="en-US" dirty="0"/>
              <a:t>-0</a:t>
            </a:r>
            <a:endParaRPr lang="ru-BY" dirty="0"/>
          </a:p>
        </p:txBody>
      </p:sp>
      <p:sp>
        <p:nvSpPr>
          <p:cNvPr id="80" name="Цилиндр 79">
            <a:extLst>
              <a:ext uri="{FF2B5EF4-FFF2-40B4-BE49-F238E27FC236}">
                <a16:creationId xmlns:a16="http://schemas.microsoft.com/office/drawing/2014/main" id="{CAE1BEEA-12C6-891C-CD6E-5AD101581989}"/>
              </a:ext>
            </a:extLst>
          </p:cNvPr>
          <p:cNvSpPr/>
          <p:nvPr/>
        </p:nvSpPr>
        <p:spPr>
          <a:xfrm>
            <a:off x="1079022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Worker-3-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E24B429-77BF-4902-7BC8-2E29AEE76BA6}"/>
              </a:ext>
            </a:extLst>
          </p:cNvPr>
          <p:cNvSpPr txBox="1"/>
          <p:nvPr/>
        </p:nvSpPr>
        <p:spPr>
          <a:xfrm>
            <a:off x="1667169" y="4648857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33" name="Цилиндр 132">
            <a:extLst>
              <a:ext uri="{FF2B5EF4-FFF2-40B4-BE49-F238E27FC236}">
                <a16:creationId xmlns:a16="http://schemas.microsoft.com/office/drawing/2014/main" id="{10422A75-5CBF-D970-425D-012B72501D29}"/>
              </a:ext>
            </a:extLst>
          </p:cNvPr>
          <p:cNvSpPr/>
          <p:nvPr/>
        </p:nvSpPr>
        <p:spPr>
          <a:xfrm>
            <a:off x="3933963" y="3516144"/>
            <a:ext cx="1087933" cy="12985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coord-2</a:t>
            </a:r>
            <a:endParaRPr lang="ru-BY" dirty="0"/>
          </a:p>
        </p:txBody>
      </p:sp>
      <p:cxnSp>
        <p:nvCxnSpPr>
          <p:cNvPr id="134" name="Прямая со стрелкой 18">
            <a:extLst>
              <a:ext uri="{FF2B5EF4-FFF2-40B4-BE49-F238E27FC236}">
                <a16:creationId xmlns:a16="http://schemas.microsoft.com/office/drawing/2014/main" id="{DE6C28DF-FDB8-8101-9E67-6B6088DA23CF}"/>
              </a:ext>
            </a:extLst>
          </p:cNvPr>
          <p:cNvCxnSpPr>
            <a:cxnSpLocks/>
            <a:stCxn id="133" idx="3"/>
            <a:endCxn id="142" idx="1"/>
          </p:cNvCxnSpPr>
          <p:nvPr/>
        </p:nvCxnSpPr>
        <p:spPr>
          <a:xfrm>
            <a:off x="4477930" y="4814644"/>
            <a:ext cx="30351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18">
            <a:extLst>
              <a:ext uri="{FF2B5EF4-FFF2-40B4-BE49-F238E27FC236}">
                <a16:creationId xmlns:a16="http://schemas.microsoft.com/office/drawing/2014/main" id="{03579E49-243C-2684-AA5D-46796F02523B}"/>
              </a:ext>
            </a:extLst>
          </p:cNvPr>
          <p:cNvCxnSpPr>
            <a:cxnSpLocks/>
            <a:stCxn id="141" idx="1"/>
            <a:endCxn id="133" idx="3"/>
          </p:cNvCxnSpPr>
          <p:nvPr/>
        </p:nvCxnSpPr>
        <p:spPr>
          <a:xfrm flipH="1" flipV="1">
            <a:off x="4477930" y="4814644"/>
            <a:ext cx="161807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8">
            <a:extLst>
              <a:ext uri="{FF2B5EF4-FFF2-40B4-BE49-F238E27FC236}">
                <a16:creationId xmlns:a16="http://schemas.microsoft.com/office/drawing/2014/main" id="{C44AAD08-2943-690B-31A8-0A09B9E072FD}"/>
              </a:ext>
            </a:extLst>
          </p:cNvPr>
          <p:cNvCxnSpPr>
            <a:cxnSpLocks/>
            <a:stCxn id="133" idx="3"/>
            <a:endCxn id="137" idx="1"/>
          </p:cNvCxnSpPr>
          <p:nvPr/>
        </p:nvCxnSpPr>
        <p:spPr>
          <a:xfrm>
            <a:off x="4477930" y="4814644"/>
            <a:ext cx="200891" cy="349073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Цилиндр 136">
            <a:extLst>
              <a:ext uri="{FF2B5EF4-FFF2-40B4-BE49-F238E27FC236}">
                <a16:creationId xmlns:a16="http://schemas.microsoft.com/office/drawing/2014/main" id="{CC73C14A-0919-2FE7-F8E9-5C086C1BA19A}"/>
              </a:ext>
            </a:extLst>
          </p:cNvPr>
          <p:cNvSpPr/>
          <p:nvPr/>
        </p:nvSpPr>
        <p:spPr>
          <a:xfrm>
            <a:off x="40270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worker-2-0</a:t>
            </a:r>
            <a:endParaRPr lang="ru-BY" dirty="0"/>
          </a:p>
        </p:txBody>
      </p:sp>
      <p:sp>
        <p:nvSpPr>
          <p:cNvPr id="138" name="Цилиндр 137">
            <a:extLst>
              <a:ext uri="{FF2B5EF4-FFF2-40B4-BE49-F238E27FC236}">
                <a16:creationId xmlns:a16="http://schemas.microsoft.com/office/drawing/2014/main" id="{7764FAA7-A17D-C3BE-BCE9-AF49FE66AF99}"/>
              </a:ext>
            </a:extLst>
          </p:cNvPr>
          <p:cNvSpPr/>
          <p:nvPr/>
        </p:nvSpPr>
        <p:spPr>
          <a:xfrm>
            <a:off x="5230679" y="2515673"/>
            <a:ext cx="1087933" cy="1298500"/>
          </a:xfrm>
          <a:prstGeom prst="ca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master-2</a:t>
            </a:r>
            <a:endParaRPr lang="ru-BY" sz="1200" dirty="0"/>
          </a:p>
        </p:txBody>
      </p:sp>
      <p:cxnSp>
        <p:nvCxnSpPr>
          <p:cNvPr id="139" name="Прямая со стрелкой 18">
            <a:extLst>
              <a:ext uri="{FF2B5EF4-FFF2-40B4-BE49-F238E27FC236}">
                <a16:creationId xmlns:a16="http://schemas.microsoft.com/office/drawing/2014/main" id="{437692CA-6BAB-8682-E077-7E4A2777BBE4}"/>
              </a:ext>
            </a:extLst>
          </p:cNvPr>
          <p:cNvCxnSpPr>
            <a:cxnSpLocks/>
            <a:stCxn id="133" idx="4"/>
            <a:endCxn id="138" idx="3"/>
          </p:cNvCxnSpPr>
          <p:nvPr/>
        </p:nvCxnSpPr>
        <p:spPr>
          <a:xfrm flipV="1">
            <a:off x="5021896" y="3814173"/>
            <a:ext cx="752750" cy="351221"/>
          </a:xfrm>
          <a:prstGeom prst="straightConnector1">
            <a:avLst/>
          </a:prstGeom>
          <a:ln w="31750">
            <a:solidFill>
              <a:schemeClr val="accent6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Цилиндр 140">
            <a:extLst>
              <a:ext uri="{FF2B5EF4-FFF2-40B4-BE49-F238E27FC236}">
                <a16:creationId xmlns:a16="http://schemas.microsoft.com/office/drawing/2014/main" id="{3039488A-90E7-C053-C3A5-6D2078D0D8AA}"/>
              </a:ext>
            </a:extLst>
          </p:cNvPr>
          <p:cNvSpPr/>
          <p:nvPr/>
        </p:nvSpPr>
        <p:spPr>
          <a:xfrm>
            <a:off x="544424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1</a:t>
            </a:r>
            <a:endParaRPr lang="ru-BY" dirty="0"/>
          </a:p>
        </p:txBody>
      </p:sp>
      <p:sp>
        <p:nvSpPr>
          <p:cNvPr id="142" name="Цилиндр 141">
            <a:extLst>
              <a:ext uri="{FF2B5EF4-FFF2-40B4-BE49-F238E27FC236}">
                <a16:creationId xmlns:a16="http://schemas.microsoft.com/office/drawing/2014/main" id="{C08D3B91-888D-4E44-94BF-FDCCFE5A5B8B}"/>
              </a:ext>
            </a:extLst>
          </p:cNvPr>
          <p:cNvSpPr/>
          <p:nvPr/>
        </p:nvSpPr>
        <p:spPr>
          <a:xfrm>
            <a:off x="6861369" y="5163717"/>
            <a:ext cx="1303503" cy="155579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worker-2-</a:t>
            </a:r>
            <a:r>
              <a:rPr lang="ru-RU" dirty="0"/>
              <a:t>2</a:t>
            </a:r>
            <a:endParaRPr lang="ru-BY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3A12764-859C-06BB-191F-3E87ABBE4FF9}"/>
              </a:ext>
            </a:extLst>
          </p:cNvPr>
          <p:cNvSpPr txBox="1"/>
          <p:nvPr/>
        </p:nvSpPr>
        <p:spPr>
          <a:xfrm>
            <a:off x="6867978" y="4656844"/>
            <a:ext cx="104394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sharding</a:t>
            </a:r>
            <a:endParaRPr lang="ru-BY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9EA9046-390B-7DC2-0A45-D3698290DFF2}"/>
              </a:ext>
            </a:extLst>
          </p:cNvPr>
          <p:cNvSpPr txBox="1"/>
          <p:nvPr/>
        </p:nvSpPr>
        <p:spPr>
          <a:xfrm>
            <a:off x="5165803" y="4045431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198" name="Прямая со стрелкой 18">
            <a:extLst>
              <a:ext uri="{FF2B5EF4-FFF2-40B4-BE49-F238E27FC236}">
                <a16:creationId xmlns:a16="http://schemas.microsoft.com/office/drawing/2014/main" id="{E24C86D1-B1B2-0973-0C35-766D2673E24F}"/>
              </a:ext>
            </a:extLst>
          </p:cNvPr>
          <p:cNvCxnSpPr>
            <a:cxnSpLocks/>
            <a:stCxn id="68" idx="3"/>
            <a:endCxn id="138" idx="4"/>
          </p:cNvCxnSpPr>
          <p:nvPr/>
        </p:nvCxnSpPr>
        <p:spPr>
          <a:xfrm rot="5400000">
            <a:off x="8023306" y="942040"/>
            <a:ext cx="518189" cy="3927576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Прямая со стрелкой 18">
            <a:extLst>
              <a:ext uri="{FF2B5EF4-FFF2-40B4-BE49-F238E27FC236}">
                <a16:creationId xmlns:a16="http://schemas.microsoft.com/office/drawing/2014/main" id="{E6610087-EEA6-8CB3-DB1C-596299E7C6E4}"/>
              </a:ext>
            </a:extLst>
          </p:cNvPr>
          <p:cNvCxnSpPr>
            <a:cxnSpLocks/>
            <a:stCxn id="138" idx="2"/>
            <a:endCxn id="9" idx="3"/>
          </p:cNvCxnSpPr>
          <p:nvPr/>
        </p:nvCxnSpPr>
        <p:spPr>
          <a:xfrm rot="10800000">
            <a:off x="2213257" y="2646735"/>
            <a:ext cx="3017422" cy="518189"/>
          </a:xfrm>
          <a:prstGeom prst="curvedConnector2">
            <a:avLst/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18">
            <a:extLst>
              <a:ext uri="{FF2B5EF4-FFF2-40B4-BE49-F238E27FC236}">
                <a16:creationId xmlns:a16="http://schemas.microsoft.com/office/drawing/2014/main" id="{367169FA-98EA-11DB-5DDF-4A37DA71E9A0}"/>
              </a:ext>
            </a:extLst>
          </p:cNvPr>
          <p:cNvCxnSpPr>
            <a:cxnSpLocks/>
            <a:stCxn id="68" idx="1"/>
            <a:endCxn id="9" idx="1"/>
          </p:cNvCxnSpPr>
          <p:nvPr/>
        </p:nvCxnSpPr>
        <p:spPr>
          <a:xfrm rot="16200000" flipV="1">
            <a:off x="6229723" y="-2668232"/>
            <a:ext cx="12700" cy="8032931"/>
          </a:xfrm>
          <a:prstGeom prst="curvedConnector3">
            <a:avLst>
              <a:gd name="adj1" fmla="val 3124142"/>
            </a:avLst>
          </a:prstGeom>
          <a:ln w="31750">
            <a:solidFill>
              <a:schemeClr val="tx2">
                <a:lumMod val="90000"/>
                <a:lumOff val="1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Цилиндр 218">
            <a:extLst>
              <a:ext uri="{FF2B5EF4-FFF2-40B4-BE49-F238E27FC236}">
                <a16:creationId xmlns:a16="http://schemas.microsoft.com/office/drawing/2014/main" id="{F97146B8-7B39-B451-1FBC-DE4AC56132F9}"/>
              </a:ext>
            </a:extLst>
          </p:cNvPr>
          <p:cNvSpPr/>
          <p:nvPr/>
        </p:nvSpPr>
        <p:spPr>
          <a:xfrm>
            <a:off x="6585031" y="1165451"/>
            <a:ext cx="1187095" cy="1416855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pg</a:t>
            </a:r>
            <a:r>
              <a:rPr lang="en-US" dirty="0"/>
              <a:t>-locker</a:t>
            </a:r>
            <a:endParaRPr lang="ru-BY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8279774-7160-836C-6405-54333B773624}"/>
              </a:ext>
            </a:extLst>
          </p:cNvPr>
          <p:cNvSpPr txBox="1"/>
          <p:nvPr/>
        </p:nvSpPr>
        <p:spPr>
          <a:xfrm>
            <a:off x="7477985" y="2681788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53FC2A-CEAB-0AD0-B55F-D0A914B98D3C}"/>
              </a:ext>
            </a:extLst>
          </p:cNvPr>
          <p:cNvSpPr txBox="1"/>
          <p:nvPr/>
        </p:nvSpPr>
        <p:spPr>
          <a:xfrm>
            <a:off x="3023642" y="2536496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4BDDF33-7B5B-73FC-63C5-23E52053FDAB}"/>
              </a:ext>
            </a:extLst>
          </p:cNvPr>
          <p:cNvSpPr txBox="1"/>
          <p:nvPr/>
        </p:nvSpPr>
        <p:spPr>
          <a:xfrm>
            <a:off x="8730673" y="1107687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59F23C3-6E7B-BAAF-769B-9EDF4ADABFE5}"/>
              </a:ext>
            </a:extLst>
          </p:cNvPr>
          <p:cNvSpPr txBox="1"/>
          <p:nvPr/>
        </p:nvSpPr>
        <p:spPr>
          <a:xfrm>
            <a:off x="2973785" y="1181682"/>
            <a:ext cx="86786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replica</a:t>
            </a:r>
            <a:endParaRPr lang="ru-BY" sz="2400" dirty="0"/>
          </a:p>
        </p:txBody>
      </p:sp>
      <p:cxnSp>
        <p:nvCxnSpPr>
          <p:cNvPr id="260" name="Прямая со стрелкой 18">
            <a:extLst>
              <a:ext uri="{FF2B5EF4-FFF2-40B4-BE49-F238E27FC236}">
                <a16:creationId xmlns:a16="http://schemas.microsoft.com/office/drawing/2014/main" id="{1638CF53-861A-7EA7-7816-D17722443F84}"/>
              </a:ext>
            </a:extLst>
          </p:cNvPr>
          <p:cNvCxnSpPr>
            <a:cxnSpLocks/>
            <a:stCxn id="219" idx="2"/>
            <a:endCxn id="138" idx="1"/>
          </p:cNvCxnSpPr>
          <p:nvPr/>
        </p:nvCxnSpPr>
        <p:spPr>
          <a:xfrm rot="10800000" flipV="1">
            <a:off x="5774647" y="1873879"/>
            <a:ext cx="810385" cy="641794"/>
          </a:xfrm>
          <a:prstGeom prst="curvedConnector2">
            <a:avLst/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Прямая со стрелкой 18">
            <a:extLst>
              <a:ext uri="{FF2B5EF4-FFF2-40B4-BE49-F238E27FC236}">
                <a16:creationId xmlns:a16="http://schemas.microsoft.com/office/drawing/2014/main" id="{53F97DCD-6CB1-67FC-5E16-26E146F51A93}"/>
              </a:ext>
            </a:extLst>
          </p:cNvPr>
          <p:cNvCxnSpPr>
            <a:cxnSpLocks/>
            <a:stCxn id="219" idx="2"/>
            <a:endCxn id="9" idx="4"/>
          </p:cNvCxnSpPr>
          <p:nvPr/>
        </p:nvCxnSpPr>
        <p:spPr>
          <a:xfrm rot="10800000" flipV="1">
            <a:off x="2757223" y="1873878"/>
            <a:ext cx="3827808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Прямая со стрелкой 18">
            <a:extLst>
              <a:ext uri="{FF2B5EF4-FFF2-40B4-BE49-F238E27FC236}">
                <a16:creationId xmlns:a16="http://schemas.microsoft.com/office/drawing/2014/main" id="{CFAEA455-C352-AAFE-3A31-354F9E3B482B}"/>
              </a:ext>
            </a:extLst>
          </p:cNvPr>
          <p:cNvCxnSpPr>
            <a:cxnSpLocks/>
            <a:stCxn id="219" idx="4"/>
            <a:endCxn id="68" idx="2"/>
          </p:cNvCxnSpPr>
          <p:nvPr/>
        </p:nvCxnSpPr>
        <p:spPr>
          <a:xfrm>
            <a:off x="7772126" y="1873879"/>
            <a:ext cx="1930095" cy="123605"/>
          </a:xfrm>
          <a:prstGeom prst="curvedConnector3">
            <a:avLst>
              <a:gd name="adj1" fmla="val 50000"/>
            </a:avLst>
          </a:prstGeom>
          <a:ln w="31750">
            <a:solidFill>
              <a:schemeClr val="accent5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49A2AAB3-1A49-2A61-5531-BDF57480A889}"/>
              </a:ext>
            </a:extLst>
          </p:cNvPr>
          <p:cNvSpPr txBox="1"/>
          <p:nvPr/>
        </p:nvSpPr>
        <p:spPr>
          <a:xfrm>
            <a:off x="8434847" y="1584764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9A33C7D-9720-EB54-0886-65F6F5998EB5}"/>
              </a:ext>
            </a:extLst>
          </p:cNvPr>
          <p:cNvSpPr txBox="1"/>
          <p:nvPr/>
        </p:nvSpPr>
        <p:spPr>
          <a:xfrm>
            <a:off x="3933963" y="1610311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3985170-98D4-49F9-2456-59DFBED5B3A1}"/>
              </a:ext>
            </a:extLst>
          </p:cNvPr>
          <p:cNvSpPr txBox="1"/>
          <p:nvPr/>
        </p:nvSpPr>
        <p:spPr>
          <a:xfrm>
            <a:off x="5327376" y="1935680"/>
            <a:ext cx="6046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847739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2F8D0-F169-9736-A7EC-4BB8032D7931}"/>
              </a:ext>
            </a:extLst>
          </p:cNvPr>
          <p:cNvSpPr txBox="1"/>
          <p:nvPr/>
        </p:nvSpPr>
        <p:spPr>
          <a:xfrm>
            <a:off x="1314057" y="1498624"/>
            <a:ext cx="4963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BY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2ED04-17F1-E764-1F46-035F61917AD6}"/>
              </a:ext>
            </a:extLst>
          </p:cNvPr>
          <p:cNvSpPr txBox="1"/>
          <p:nvPr/>
        </p:nvSpPr>
        <p:spPr>
          <a:xfrm>
            <a:off x="1314057" y="4593989"/>
            <a:ext cx="3867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 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 </a:t>
            </a:r>
            <a:r>
              <a:rPr lang="ru-RU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ФИТ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Марушко Т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4315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814</Words>
  <Application>Microsoft Office PowerPoint</Application>
  <PresentationFormat>Широкоэкранный</PresentationFormat>
  <Paragraphs>521</Paragraphs>
  <Slides>31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Марушко</dc:creator>
  <cp:lastModifiedBy>Тимофей Марушко</cp:lastModifiedBy>
  <cp:revision>120</cp:revision>
  <dcterms:created xsi:type="dcterms:W3CDTF">2026-04-16T18:37:14Z</dcterms:created>
  <dcterms:modified xsi:type="dcterms:W3CDTF">2026-04-21T10:15:28Z</dcterms:modified>
</cp:coreProperties>
</file>