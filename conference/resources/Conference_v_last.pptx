
<file path=[Content_Types].xml><?xml version="1.0" encoding="utf-8"?>
<Types xmlns="http://schemas.openxmlformats.org/package/2006/content-types">
  <Default Extension="jpeg" ContentType="image/jpeg"/>
  <Default Extension="jpg" ContentType="image/pn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6"/>
  </p:notesMasterIdLst>
  <p:sldIdLst>
    <p:sldId id="256" r:id="rId2"/>
    <p:sldId id="281" r:id="rId3"/>
    <p:sldId id="293" r:id="rId4"/>
    <p:sldId id="282" r:id="rId5"/>
    <p:sldId id="294" r:id="rId6"/>
    <p:sldId id="298" r:id="rId7"/>
    <p:sldId id="283" r:id="rId8"/>
    <p:sldId id="303" r:id="rId9"/>
    <p:sldId id="295" r:id="rId10"/>
    <p:sldId id="296" r:id="rId11"/>
    <p:sldId id="326" r:id="rId12"/>
    <p:sldId id="324" r:id="rId13"/>
    <p:sldId id="327" r:id="rId14"/>
    <p:sldId id="328" r:id="rId15"/>
    <p:sldId id="329" r:id="rId16"/>
    <p:sldId id="330" r:id="rId17"/>
    <p:sldId id="331" r:id="rId18"/>
    <p:sldId id="332" r:id="rId19"/>
    <p:sldId id="333" r:id="rId20"/>
    <p:sldId id="334" r:id="rId21"/>
    <p:sldId id="335" r:id="rId22"/>
    <p:sldId id="345" r:id="rId23"/>
    <p:sldId id="336" r:id="rId24"/>
    <p:sldId id="337" r:id="rId25"/>
    <p:sldId id="338" r:id="rId26"/>
    <p:sldId id="339" r:id="rId27"/>
    <p:sldId id="341" r:id="rId28"/>
    <p:sldId id="342" r:id="rId29"/>
    <p:sldId id="343" r:id="rId30"/>
    <p:sldId id="344" r:id="rId31"/>
    <p:sldId id="348" r:id="rId32"/>
    <p:sldId id="346" r:id="rId33"/>
    <p:sldId id="349" r:id="rId34"/>
    <p:sldId id="347" r:id="rId35"/>
  </p:sldIdLst>
  <p:sldSz cx="12192000" cy="6858000"/>
  <p:notesSz cx="6858000" cy="9144000"/>
  <p:defaultTextStyle>
    <a:defPPr>
      <a:defRPr lang="ru-GB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C0000"/>
    <a:srgbClr val="CB93B8"/>
    <a:srgbClr val="FFBAE6"/>
    <a:srgbClr val="FF556B"/>
    <a:srgbClr val="DAECFB"/>
    <a:srgbClr val="B197CD"/>
    <a:srgbClr val="96CBA7"/>
    <a:srgbClr val="A99C93"/>
    <a:srgbClr val="DFBEFE"/>
    <a:srgbClr val="FDF5B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432" autoAdjust="0"/>
    <p:restoredTop sz="96329"/>
  </p:normalViewPr>
  <p:slideViewPr>
    <p:cSldViewPr snapToGrid="0">
      <p:cViewPr>
        <p:scale>
          <a:sx n="94" d="100"/>
          <a:sy n="94" d="100"/>
        </p:scale>
        <p:origin x="672" y="117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GB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DE9BC87-07BA-0548-91E7-15A1E0ED04A0}" type="datetimeFigureOut">
              <a:rPr lang="ru-GB" smtClean="0"/>
              <a:t>04/21/2026</a:t>
            </a:fld>
            <a:endParaRPr lang="ru-GB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GB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GB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GB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3F863CD-2B76-284A-83FD-A2A4926A2F63}" type="slidenum">
              <a:rPr lang="ru-GB" smtClean="0"/>
              <a:t>‹#›</a:t>
            </a:fld>
            <a:endParaRPr lang="ru-GB"/>
          </a:p>
        </p:txBody>
      </p:sp>
    </p:spTree>
    <p:extLst>
      <p:ext uri="{BB962C8B-B14F-4D97-AF65-F5344CB8AC3E}">
        <p14:creationId xmlns:p14="http://schemas.microsoft.com/office/powerpoint/2010/main" val="10746382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BY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F863CD-2B76-284A-83FD-A2A4926A2F63}" type="slidenum">
              <a:rPr lang="ru-GB" smtClean="0"/>
              <a:t>1</a:t>
            </a:fld>
            <a:endParaRPr lang="ru-GB"/>
          </a:p>
        </p:txBody>
      </p:sp>
    </p:spTree>
    <p:extLst>
      <p:ext uri="{BB962C8B-B14F-4D97-AF65-F5344CB8AC3E}">
        <p14:creationId xmlns:p14="http://schemas.microsoft.com/office/powerpoint/2010/main" val="2399543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Введение</a:t>
            </a:r>
            <a:endParaRPr lang="ru-GB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F863CD-2B76-284A-83FD-A2A4926A2F63}" type="slidenum">
              <a:rPr lang="ru-GB" smtClean="0"/>
              <a:t>2</a:t>
            </a:fld>
            <a:endParaRPr lang="ru-GB"/>
          </a:p>
        </p:txBody>
      </p:sp>
    </p:spTree>
    <p:extLst>
      <p:ext uri="{BB962C8B-B14F-4D97-AF65-F5344CB8AC3E}">
        <p14:creationId xmlns:p14="http://schemas.microsoft.com/office/powerpoint/2010/main" val="395654822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GB" dirty="0"/>
              <a:t>Что такое </a:t>
            </a:r>
            <a:r>
              <a:rPr lang="en-US" dirty="0"/>
              <a:t>k</a:t>
            </a:r>
            <a:r>
              <a:rPr lang="ru-RU" dirty="0"/>
              <a:t>8</a:t>
            </a:r>
            <a:r>
              <a:rPr lang="en-US" dirty="0"/>
              <a:t>s</a:t>
            </a:r>
            <a:endParaRPr lang="ru-GB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F863CD-2B76-284A-83FD-A2A4926A2F63}" type="slidenum">
              <a:rPr lang="ru-GB" smtClean="0"/>
              <a:t>3</a:t>
            </a:fld>
            <a:endParaRPr lang="ru-GB"/>
          </a:p>
        </p:txBody>
      </p:sp>
    </p:spTree>
    <p:extLst>
      <p:ext uri="{BB962C8B-B14F-4D97-AF65-F5344CB8AC3E}">
        <p14:creationId xmlns:p14="http://schemas.microsoft.com/office/powerpoint/2010/main" val="26529755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GB" dirty="0"/>
              <a:t>Объекты </a:t>
            </a:r>
            <a:r>
              <a:rPr lang="en-US" dirty="0"/>
              <a:t>k8s, </a:t>
            </a:r>
            <a:r>
              <a:rPr lang="ru-RU" dirty="0"/>
              <a:t>какую роль играет каждый</a:t>
            </a:r>
            <a:endParaRPr lang="ru-GB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F863CD-2B76-284A-83FD-A2A4926A2F63}" type="slidenum">
              <a:rPr lang="ru-GB" smtClean="0"/>
              <a:t>4</a:t>
            </a:fld>
            <a:endParaRPr lang="ru-GB"/>
          </a:p>
        </p:txBody>
      </p:sp>
    </p:spTree>
    <p:extLst>
      <p:ext uri="{BB962C8B-B14F-4D97-AF65-F5344CB8AC3E}">
        <p14:creationId xmlns:p14="http://schemas.microsoft.com/office/powerpoint/2010/main" val="360860954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PostgreSQL </a:t>
            </a:r>
            <a:r>
              <a:rPr lang="ru-RU" dirty="0"/>
              <a:t>что это</a:t>
            </a:r>
            <a:endParaRPr lang="ru-GB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F863CD-2B76-284A-83FD-A2A4926A2F63}" type="slidenum">
              <a:rPr lang="ru-GB" smtClean="0"/>
              <a:t>5</a:t>
            </a:fld>
            <a:endParaRPr lang="ru-GB"/>
          </a:p>
        </p:txBody>
      </p:sp>
    </p:spTree>
    <p:extLst>
      <p:ext uri="{BB962C8B-B14F-4D97-AF65-F5344CB8AC3E}">
        <p14:creationId xmlns:p14="http://schemas.microsoft.com/office/powerpoint/2010/main" val="123988935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GB" dirty="0"/>
              <a:t>Что такое </a:t>
            </a:r>
            <a:r>
              <a:rPr lang="en-US" dirty="0" err="1"/>
              <a:t>Citus</a:t>
            </a:r>
            <a:endParaRPr lang="ru-GB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F863CD-2B76-284A-83FD-A2A4926A2F63}" type="slidenum">
              <a:rPr lang="ru-GB" smtClean="0"/>
              <a:t>7</a:t>
            </a:fld>
            <a:endParaRPr lang="ru-GB"/>
          </a:p>
        </p:txBody>
      </p:sp>
    </p:spTree>
    <p:extLst>
      <p:ext uri="{BB962C8B-B14F-4D97-AF65-F5344CB8AC3E}">
        <p14:creationId xmlns:p14="http://schemas.microsoft.com/office/powerpoint/2010/main" val="183785211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Что такое </a:t>
            </a:r>
            <a:r>
              <a:rPr lang="en-US" dirty="0"/>
              <a:t>helm</a:t>
            </a:r>
            <a:endParaRPr lang="ru-GB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F863CD-2B76-284A-83FD-A2A4926A2F63}" type="slidenum">
              <a:rPr lang="ru-GB" smtClean="0"/>
              <a:t>9</a:t>
            </a:fld>
            <a:endParaRPr lang="ru-GB"/>
          </a:p>
        </p:txBody>
      </p:sp>
    </p:spTree>
    <p:extLst>
      <p:ext uri="{BB962C8B-B14F-4D97-AF65-F5344CB8AC3E}">
        <p14:creationId xmlns:p14="http://schemas.microsoft.com/office/powerpoint/2010/main" val="86252824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Структура шаблонов в моем проекте</a:t>
            </a:r>
            <a:endParaRPr lang="ru-GB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F863CD-2B76-284A-83FD-A2A4926A2F63}" type="slidenum">
              <a:rPr lang="ru-GB" smtClean="0"/>
              <a:t>10</a:t>
            </a:fld>
            <a:endParaRPr lang="ru-GB"/>
          </a:p>
        </p:txBody>
      </p:sp>
    </p:spTree>
    <p:extLst>
      <p:ext uri="{BB962C8B-B14F-4D97-AF65-F5344CB8AC3E}">
        <p14:creationId xmlns:p14="http://schemas.microsoft.com/office/powerpoint/2010/main" val="320571323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BY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F863CD-2B76-284A-83FD-A2A4926A2F63}" type="slidenum">
              <a:rPr lang="ru-GB" smtClean="0"/>
              <a:t>31</a:t>
            </a:fld>
            <a:endParaRPr lang="ru-GB"/>
          </a:p>
        </p:txBody>
      </p:sp>
    </p:spTree>
    <p:extLst>
      <p:ext uri="{BB962C8B-B14F-4D97-AF65-F5344CB8AC3E}">
        <p14:creationId xmlns:p14="http://schemas.microsoft.com/office/powerpoint/2010/main" val="385658608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BY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F863CD-2B76-284A-83FD-A2A4926A2F63}" type="slidenum">
              <a:rPr lang="ru-GB" smtClean="0"/>
              <a:t>32</a:t>
            </a:fld>
            <a:endParaRPr lang="ru-GB"/>
          </a:p>
        </p:txBody>
      </p:sp>
    </p:spTree>
    <p:extLst>
      <p:ext uri="{BB962C8B-B14F-4D97-AF65-F5344CB8AC3E}">
        <p14:creationId xmlns:p14="http://schemas.microsoft.com/office/powerpoint/2010/main" val="184123630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BY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F863CD-2B76-284A-83FD-A2A4926A2F63}" type="slidenum">
              <a:rPr lang="ru-GB" smtClean="0"/>
              <a:t>33</a:t>
            </a:fld>
            <a:endParaRPr lang="ru-GB"/>
          </a:p>
        </p:txBody>
      </p:sp>
    </p:spTree>
    <p:extLst>
      <p:ext uri="{BB962C8B-B14F-4D97-AF65-F5344CB8AC3E}">
        <p14:creationId xmlns:p14="http://schemas.microsoft.com/office/powerpoint/2010/main" val="182378427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BY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F863CD-2B76-284A-83FD-A2A4926A2F63}" type="slidenum">
              <a:rPr lang="ru-GB" smtClean="0"/>
              <a:t>34</a:t>
            </a:fld>
            <a:endParaRPr lang="ru-GB"/>
          </a:p>
        </p:txBody>
      </p:sp>
    </p:spTree>
    <p:extLst>
      <p:ext uri="{BB962C8B-B14F-4D97-AF65-F5344CB8AC3E}">
        <p14:creationId xmlns:p14="http://schemas.microsoft.com/office/powerpoint/2010/main" val="258489405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ABABA27-6431-C8AD-5844-DDA965DE59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ru-GB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E14D6C94-3FCE-8ECB-75A0-4837CAD0418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ru-GB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63A8DEDD-1710-E25F-8018-923730711E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70958D-8FD3-704D-8A72-D3764ABAF413}" type="datetimeFigureOut">
              <a:rPr lang="ru-GB" smtClean="0"/>
              <a:t>04/21/2026</a:t>
            </a:fld>
            <a:endParaRPr lang="ru-GB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DC4D76F-DC40-C0B3-CE29-062F502999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GB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E5DB8B98-1122-C1EB-6FC3-E1E6A2C457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FAC4BE-DC4D-CC45-817B-2C9F82498A2F}" type="slidenum">
              <a:rPr lang="ru-GB" smtClean="0"/>
              <a:t>‹#›</a:t>
            </a:fld>
            <a:endParaRPr lang="ru-GB"/>
          </a:p>
        </p:txBody>
      </p:sp>
    </p:spTree>
    <p:extLst>
      <p:ext uri="{BB962C8B-B14F-4D97-AF65-F5344CB8AC3E}">
        <p14:creationId xmlns:p14="http://schemas.microsoft.com/office/powerpoint/2010/main" val="24007688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9F38FE5-8B5E-5839-1716-F67C353792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GB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83EA0E3-8B12-2B67-A147-74B5A014C0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GB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2FDE10AF-2CD2-6ED7-D688-38BB81365E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70958D-8FD3-704D-8A72-D3764ABAF413}" type="datetimeFigureOut">
              <a:rPr lang="ru-GB" smtClean="0"/>
              <a:t>04/21/2026</a:t>
            </a:fld>
            <a:endParaRPr lang="ru-GB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EC9643E-524B-323E-FE53-1703A89830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GB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6907301-6A61-F317-FFAF-EEE7FFF626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FAC4BE-DC4D-CC45-817B-2C9F82498A2F}" type="slidenum">
              <a:rPr lang="ru-GB" smtClean="0"/>
              <a:t>‹#›</a:t>
            </a:fld>
            <a:endParaRPr lang="ru-GB"/>
          </a:p>
        </p:txBody>
      </p:sp>
    </p:spTree>
    <p:extLst>
      <p:ext uri="{BB962C8B-B14F-4D97-AF65-F5344CB8AC3E}">
        <p14:creationId xmlns:p14="http://schemas.microsoft.com/office/powerpoint/2010/main" val="2026877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735DF2B-6605-011D-476F-AD3514D208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ru-GB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E1A6EF34-0909-6525-3B49-EDC3165CEB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9080F634-2B0E-8774-78CA-F5395B4B8E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70958D-8FD3-704D-8A72-D3764ABAF413}" type="datetimeFigureOut">
              <a:rPr lang="ru-GB" smtClean="0"/>
              <a:t>04/21/2026</a:t>
            </a:fld>
            <a:endParaRPr lang="ru-GB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C56143A5-0E21-8FC4-88B3-96E73AC331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GB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E7F8227-2788-BF34-041D-1789529110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FAC4BE-DC4D-CC45-817B-2C9F82498A2F}" type="slidenum">
              <a:rPr lang="ru-GB" smtClean="0"/>
              <a:t>‹#›</a:t>
            </a:fld>
            <a:endParaRPr lang="ru-GB"/>
          </a:p>
        </p:txBody>
      </p:sp>
    </p:spTree>
    <p:extLst>
      <p:ext uri="{BB962C8B-B14F-4D97-AF65-F5344CB8AC3E}">
        <p14:creationId xmlns:p14="http://schemas.microsoft.com/office/powerpoint/2010/main" val="42817947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B568F19-86A0-D3F4-346C-15DECAC733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GB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487FE33-CEA5-A080-660B-417D7C63712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GB"/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33EEEB58-1879-6450-6155-2132491DF6F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GB"/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FB244823-AD7E-1E6A-E3C3-DB51CDD955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70958D-8FD3-704D-8A72-D3764ABAF413}" type="datetimeFigureOut">
              <a:rPr lang="ru-GB" smtClean="0"/>
              <a:t>04/21/2026</a:t>
            </a:fld>
            <a:endParaRPr lang="ru-GB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6177E86C-6C6A-6D07-6E70-95FA04D871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GB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CDEF39DC-3B39-263E-158E-E754F466D1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FAC4BE-DC4D-CC45-817B-2C9F82498A2F}" type="slidenum">
              <a:rPr lang="ru-GB" smtClean="0"/>
              <a:t>‹#›</a:t>
            </a:fld>
            <a:endParaRPr lang="ru-GB"/>
          </a:p>
        </p:txBody>
      </p:sp>
    </p:spTree>
    <p:extLst>
      <p:ext uri="{BB962C8B-B14F-4D97-AF65-F5344CB8AC3E}">
        <p14:creationId xmlns:p14="http://schemas.microsoft.com/office/powerpoint/2010/main" val="13145075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AC224EB-9D15-C87A-C126-CAC4C5F231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ru-GB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D919C09F-82C0-6336-C3E6-52E7903804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029928E5-52DD-DCE9-6CBF-5CEB87F9E39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GB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023157F0-F404-FCC7-5589-207DC230013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DE302BAF-B161-1BED-A038-BEA84E05ACD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GB"/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5D3AF0CB-0FE6-557C-A9C4-6A99763F04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70958D-8FD3-704D-8A72-D3764ABAF413}" type="datetimeFigureOut">
              <a:rPr lang="ru-GB" smtClean="0"/>
              <a:t>04/21/2026</a:t>
            </a:fld>
            <a:endParaRPr lang="ru-GB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B56CD6D2-50E0-6A75-423F-EFC1989D36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GB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CB294D0A-12F2-B184-2977-3A2CE50B5E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FAC4BE-DC4D-CC45-817B-2C9F82498A2F}" type="slidenum">
              <a:rPr lang="ru-GB" smtClean="0"/>
              <a:t>‹#›</a:t>
            </a:fld>
            <a:endParaRPr lang="ru-GB"/>
          </a:p>
        </p:txBody>
      </p:sp>
    </p:spTree>
    <p:extLst>
      <p:ext uri="{BB962C8B-B14F-4D97-AF65-F5344CB8AC3E}">
        <p14:creationId xmlns:p14="http://schemas.microsoft.com/office/powerpoint/2010/main" val="15230124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067943E-19AD-C6E5-F1D7-8F083A3830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GB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D93EEC48-603D-527A-0DD2-E96B14F2FE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70958D-8FD3-704D-8A72-D3764ABAF413}" type="datetimeFigureOut">
              <a:rPr lang="ru-GB" smtClean="0"/>
              <a:t>04/21/2026</a:t>
            </a:fld>
            <a:endParaRPr lang="ru-GB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39354CD9-2B48-459D-1860-08D7422EC4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GB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C81311F0-E668-9E68-68A5-470EE5B239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FAC4BE-DC4D-CC45-817B-2C9F82498A2F}" type="slidenum">
              <a:rPr lang="ru-GB" smtClean="0"/>
              <a:t>‹#›</a:t>
            </a:fld>
            <a:endParaRPr lang="ru-GB"/>
          </a:p>
        </p:txBody>
      </p:sp>
    </p:spTree>
    <p:extLst>
      <p:ext uri="{BB962C8B-B14F-4D97-AF65-F5344CB8AC3E}">
        <p14:creationId xmlns:p14="http://schemas.microsoft.com/office/powerpoint/2010/main" val="9942008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2CCF505D-71EF-9E92-B58D-F131487028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70958D-8FD3-704D-8A72-D3764ABAF413}" type="datetimeFigureOut">
              <a:rPr lang="ru-GB" smtClean="0"/>
              <a:t>04/21/2026</a:t>
            </a:fld>
            <a:endParaRPr lang="ru-GB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37D124A0-C8B3-F206-A464-A16B39D462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GB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72E1C3C-35AC-E785-7969-C990937868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FAC4BE-DC4D-CC45-817B-2C9F82498A2F}" type="slidenum">
              <a:rPr lang="ru-GB" smtClean="0"/>
              <a:t>‹#›</a:t>
            </a:fld>
            <a:endParaRPr lang="ru-GB"/>
          </a:p>
        </p:txBody>
      </p:sp>
    </p:spTree>
    <p:extLst>
      <p:ext uri="{BB962C8B-B14F-4D97-AF65-F5344CB8AC3E}">
        <p14:creationId xmlns:p14="http://schemas.microsoft.com/office/powerpoint/2010/main" val="11912636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09DB2DF-3F58-A3D1-5841-DD9A4658CA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ru-GB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395E442-E351-85CD-D1EC-6D42842A4F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GB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0EB31307-98E3-17F3-A225-0D895A528F2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5BAF8116-EFCF-82AB-ED74-DA3F89C44F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70958D-8FD3-704D-8A72-D3764ABAF413}" type="datetimeFigureOut">
              <a:rPr lang="ru-GB" smtClean="0"/>
              <a:t>04/21/2026</a:t>
            </a:fld>
            <a:endParaRPr lang="ru-GB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F3A48143-41AA-CD75-2AFB-B1819AA552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GB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A54448D2-0D9B-B6C7-4371-A32A37DC78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FAC4BE-DC4D-CC45-817B-2C9F82498A2F}" type="slidenum">
              <a:rPr lang="ru-GB" smtClean="0"/>
              <a:t>‹#›</a:t>
            </a:fld>
            <a:endParaRPr lang="ru-GB"/>
          </a:p>
        </p:txBody>
      </p:sp>
    </p:spTree>
    <p:extLst>
      <p:ext uri="{BB962C8B-B14F-4D97-AF65-F5344CB8AC3E}">
        <p14:creationId xmlns:p14="http://schemas.microsoft.com/office/powerpoint/2010/main" val="38379209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0127123-C93F-EB23-E513-3E14C15149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ru-GB"/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B4A2FE6E-A2EC-71DF-BBB4-0546BF87E10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GB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7CA90055-5FD1-792B-B8F0-AE3978F0DF6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3F1ABCC6-5151-F63B-AE1A-A852A1DC5D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70958D-8FD3-704D-8A72-D3764ABAF413}" type="datetimeFigureOut">
              <a:rPr lang="ru-GB" smtClean="0"/>
              <a:t>04/21/2026</a:t>
            </a:fld>
            <a:endParaRPr lang="ru-GB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1237B275-0FCB-9ADA-6728-3D7F63D7EC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GB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108A3B73-6E1E-F284-C7C6-326EA6DFAF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FAC4BE-DC4D-CC45-817B-2C9F82498A2F}" type="slidenum">
              <a:rPr lang="ru-GB" smtClean="0"/>
              <a:t>‹#›</a:t>
            </a:fld>
            <a:endParaRPr lang="ru-GB"/>
          </a:p>
        </p:txBody>
      </p:sp>
    </p:spTree>
    <p:extLst>
      <p:ext uri="{BB962C8B-B14F-4D97-AF65-F5344CB8AC3E}">
        <p14:creationId xmlns:p14="http://schemas.microsoft.com/office/powerpoint/2010/main" val="7058433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3F96BF4-F386-0870-72D6-E775F5F68B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GB"/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D6E95F9A-DF7B-4802-0112-519367415BA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GB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5DFCE093-BBF5-2D43-D156-F848440DE3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70958D-8FD3-704D-8A72-D3764ABAF413}" type="datetimeFigureOut">
              <a:rPr lang="ru-GB" smtClean="0"/>
              <a:t>04/21/2026</a:t>
            </a:fld>
            <a:endParaRPr lang="ru-GB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ACBEF38-5109-A3B4-B179-D138361EBE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GB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797B55F-DD05-13AC-16B3-4E43327904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FAC4BE-DC4D-CC45-817B-2C9F82498A2F}" type="slidenum">
              <a:rPr lang="ru-GB" smtClean="0"/>
              <a:t>‹#›</a:t>
            </a:fld>
            <a:endParaRPr lang="ru-GB"/>
          </a:p>
        </p:txBody>
      </p:sp>
    </p:spTree>
    <p:extLst>
      <p:ext uri="{BB962C8B-B14F-4D97-AF65-F5344CB8AC3E}">
        <p14:creationId xmlns:p14="http://schemas.microsoft.com/office/powerpoint/2010/main" val="15272369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85D99715-724C-21D5-ECC1-0F32A184CCA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ru-GB"/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CCFF6A36-8176-6C12-6F1D-A06AC8A228C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GB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1BA30BA-3AFB-133E-AAC8-AD73962A19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70958D-8FD3-704D-8A72-D3764ABAF413}" type="datetimeFigureOut">
              <a:rPr lang="ru-GB" smtClean="0"/>
              <a:t>04/21/2026</a:t>
            </a:fld>
            <a:endParaRPr lang="ru-GB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A91574E-F7DD-D6DA-7714-86B9B10D1D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GB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7927A05-F563-3A49-FCFE-C4ECA92DD9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FAC4BE-DC4D-CC45-817B-2C9F82498A2F}" type="slidenum">
              <a:rPr lang="ru-GB" smtClean="0"/>
              <a:t>‹#›</a:t>
            </a:fld>
            <a:endParaRPr lang="ru-GB"/>
          </a:p>
        </p:txBody>
      </p:sp>
    </p:spTree>
    <p:extLst>
      <p:ext uri="{BB962C8B-B14F-4D97-AF65-F5344CB8AC3E}">
        <p14:creationId xmlns:p14="http://schemas.microsoft.com/office/powerpoint/2010/main" val="21128580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9801BB1-3B3B-2C77-94B1-F0B60A5C4B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ru-GB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7129321E-3744-CF25-A911-27B3B342B5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GB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57179DBC-E1BF-1E56-C966-D1B12F71D3B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970958D-8FD3-704D-8A72-D3764ABAF413}" type="datetimeFigureOut">
              <a:rPr lang="ru-GB" smtClean="0"/>
              <a:t>04/21/2026</a:t>
            </a:fld>
            <a:endParaRPr lang="ru-GB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E6B909B-D8F5-1778-0943-E37C9258229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ru-GB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8E2AE25-DEBE-9870-BCC7-26F4930166E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1FAC4BE-DC4D-CC45-817B-2C9F82498A2F}" type="slidenum">
              <a:rPr lang="ru-GB" smtClean="0"/>
              <a:t>‹#›</a:t>
            </a:fld>
            <a:endParaRPr lang="ru-GB"/>
          </a:p>
        </p:txBody>
      </p:sp>
    </p:spTree>
    <p:extLst>
      <p:ext uri="{BB962C8B-B14F-4D97-AF65-F5344CB8AC3E}">
        <p14:creationId xmlns:p14="http://schemas.microsoft.com/office/powerpoint/2010/main" val="17686984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GB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sv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4.png"/><Relationship Id="rId4" Type="http://schemas.openxmlformats.org/officeDocument/2006/relationships/image" Target="../media/image6.sv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91F6D02-B403-A2E0-509E-334ED5DBB456}"/>
              </a:ext>
            </a:extLst>
          </p:cNvPr>
          <p:cNvSpPr txBox="1"/>
          <p:nvPr/>
        </p:nvSpPr>
        <p:spPr>
          <a:xfrm>
            <a:off x="1143708" y="298296"/>
            <a:ext cx="9904579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МИНИСТЕРСТВО ОБРАЗОВАНИЯ РЕСПУБЛИКИ БЕЛАРУСЬ</a:t>
            </a:r>
          </a:p>
          <a:p>
            <a:pPr algn="ctr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Учреждения образования «БЕЛОРУССКИЙ ГОСУДАСТВЕННЫЙ ТЕХНОЛОГИЧЕСКИЙ УНИВЕРСИТЕТ»</a:t>
            </a:r>
            <a:endParaRPr lang="ru-BY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470C0DF-050C-2A52-C2A5-54CFA07D5D42}"/>
              </a:ext>
            </a:extLst>
          </p:cNvPr>
          <p:cNvSpPr txBox="1"/>
          <p:nvPr/>
        </p:nvSpPr>
        <p:spPr>
          <a:xfrm>
            <a:off x="2897048" y="1721313"/>
            <a:ext cx="63979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Факультет информационных технологий</a:t>
            </a:r>
          </a:p>
          <a:p>
            <a:pPr algn="ctr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Кафедра информационных систем и технологий</a:t>
            </a:r>
            <a:endParaRPr lang="ru-BY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AF420EC-BF40-0F3F-D76A-E3B81861DD76}"/>
              </a:ext>
            </a:extLst>
          </p:cNvPr>
          <p:cNvSpPr txBox="1"/>
          <p:nvPr/>
        </p:nvSpPr>
        <p:spPr>
          <a:xfrm>
            <a:off x="6567938" y="5044354"/>
            <a:ext cx="562406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Выполнил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Марушко Тимофей Фёдорович</a:t>
            </a: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Руководитель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Блинова Евгения Александровна</a:t>
            </a:r>
            <a:endParaRPr lang="ru-BY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B2DB5B5-A655-5215-CF69-831A12D4C8BD}"/>
              </a:ext>
            </a:extLst>
          </p:cNvPr>
          <p:cNvSpPr txBox="1"/>
          <p:nvPr/>
        </p:nvSpPr>
        <p:spPr>
          <a:xfrm>
            <a:off x="5215598" y="6159594"/>
            <a:ext cx="176079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Минск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2026</a:t>
            </a:r>
            <a:endParaRPr lang="ru-BY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00F1ECC-B2A1-7B57-C516-467089B35143}"/>
              </a:ext>
            </a:extLst>
          </p:cNvPr>
          <p:cNvSpPr txBox="1"/>
          <p:nvPr/>
        </p:nvSpPr>
        <p:spPr>
          <a:xfrm>
            <a:off x="1445938" y="3075057"/>
            <a:ext cx="960234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Тема проекта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algn="ctr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«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Мультимастер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архитектура на основе технологий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PostgesSQL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Citus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 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Kubernetes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»</a:t>
            </a:r>
            <a:endParaRPr lang="ru-BY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" name="Рисунок 9" descr="Изображение выглядит как зарисовка, графическая вставка, Графика, рисунок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AC7DD1C2-DE18-4EB7-95FD-7A652BA078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8287" y="5971239"/>
            <a:ext cx="702514" cy="7768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32520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 descr="Изображение выглядит как круг, символ, логотип, колесо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5E4816FA-2A46-2232-EF5F-26D5ECE364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5794" y="2384726"/>
            <a:ext cx="1909476" cy="1855772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1881C5CB-3214-382A-7BB3-588F5EE5EA1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772773" y="2448743"/>
            <a:ext cx="1909476" cy="1969148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3DF712CC-C0DB-F062-496F-5AE83CA767C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509752" y="2326654"/>
            <a:ext cx="1909476" cy="2204691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2731350A-5AA8-36E3-48EE-ADEA4BC88AC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9246731" y="2384726"/>
            <a:ext cx="1909475" cy="190947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925FA16-1CF3-4331-3081-447E59EA46C6}"/>
              </a:ext>
            </a:extLst>
          </p:cNvPr>
          <p:cNvSpPr txBox="1"/>
          <p:nvPr/>
        </p:nvSpPr>
        <p:spPr>
          <a:xfrm>
            <a:off x="1140331" y="4531342"/>
            <a:ext cx="170040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Kubernetes</a:t>
            </a:r>
            <a:endParaRPr lang="ru-GB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D00608E-A524-7D66-1C0B-D8E5989CEF17}"/>
              </a:ext>
            </a:extLst>
          </p:cNvPr>
          <p:cNvSpPr txBox="1"/>
          <p:nvPr/>
        </p:nvSpPr>
        <p:spPr>
          <a:xfrm>
            <a:off x="3861313" y="4526836"/>
            <a:ext cx="173239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PostgreSQL</a:t>
            </a:r>
            <a:endParaRPr lang="ru-GB" sz="2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30BF706-676A-6578-A1B1-2D954044E1B9}"/>
              </a:ext>
            </a:extLst>
          </p:cNvPr>
          <p:cNvSpPr txBox="1"/>
          <p:nvPr/>
        </p:nvSpPr>
        <p:spPr>
          <a:xfrm>
            <a:off x="7010679" y="4531344"/>
            <a:ext cx="90762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Helm</a:t>
            </a:r>
            <a:endParaRPr lang="ru-GB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A4E1C41-F136-2BA6-7D89-D792C9E5D198}"/>
              </a:ext>
            </a:extLst>
          </p:cNvPr>
          <p:cNvSpPr txBox="1"/>
          <p:nvPr/>
        </p:nvSpPr>
        <p:spPr>
          <a:xfrm>
            <a:off x="9755672" y="4531343"/>
            <a:ext cx="8915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/>
              <a:t>Citus</a:t>
            </a:r>
            <a:endParaRPr lang="ru-GB" dirty="0"/>
          </a:p>
        </p:txBody>
      </p:sp>
    </p:spTree>
    <p:extLst>
      <p:ext uri="{BB962C8B-B14F-4D97-AF65-F5344CB8AC3E}">
        <p14:creationId xmlns:p14="http://schemas.microsoft.com/office/powerpoint/2010/main" val="29714561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50A97A-7CC8-865C-A616-312076075B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C4E359A9-D462-259F-DC07-AA4E4D36DE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5020" y="779664"/>
            <a:ext cx="4501960" cy="437534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9906DF4E-C2DF-CFEF-B79C-C1AE5340DB0E}"/>
              </a:ext>
            </a:extLst>
          </p:cNvPr>
          <p:cNvSpPr txBox="1"/>
          <p:nvPr/>
        </p:nvSpPr>
        <p:spPr>
          <a:xfrm>
            <a:off x="5245799" y="5381281"/>
            <a:ext cx="170040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Kubernetes</a:t>
            </a:r>
            <a:endParaRPr lang="ru-GB" dirty="0"/>
          </a:p>
        </p:txBody>
      </p:sp>
    </p:spTree>
    <p:extLst>
      <p:ext uri="{BB962C8B-B14F-4D97-AF65-F5344CB8AC3E}">
        <p14:creationId xmlns:p14="http://schemas.microsoft.com/office/powerpoint/2010/main" val="18410410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BE8B7E6A-4A66-9D33-5FD0-A14BC435DA9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51817" y="671622"/>
            <a:ext cx="11488366" cy="55147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94683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1881C5CB-3214-382A-7BB3-588F5EE5EA1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897646" y="1377977"/>
            <a:ext cx="2396708" cy="2471606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7BB58380-E9BF-3F14-112E-F76CE6ACA9C6}"/>
              </a:ext>
            </a:extLst>
          </p:cNvPr>
          <p:cNvSpPr txBox="1"/>
          <p:nvPr/>
        </p:nvSpPr>
        <p:spPr>
          <a:xfrm>
            <a:off x="5229416" y="4064049"/>
            <a:ext cx="173316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PostgreSQL</a:t>
            </a:r>
            <a:endParaRPr lang="ru-GB" dirty="0"/>
          </a:p>
        </p:txBody>
      </p:sp>
    </p:spTree>
    <p:extLst>
      <p:ext uri="{BB962C8B-B14F-4D97-AF65-F5344CB8AC3E}">
        <p14:creationId xmlns:p14="http://schemas.microsoft.com/office/powerpoint/2010/main" val="24279765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05E19620-A82D-DD37-3778-A354DCEB32E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19375" y="1476375"/>
            <a:ext cx="6953250" cy="3905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563160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2731350A-5AA8-36E3-48EE-ADEA4BC88AC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923023" y="1315419"/>
            <a:ext cx="2345954" cy="2345954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7FA247A-239B-5E85-FCDE-8965CC3812C9}"/>
              </a:ext>
            </a:extLst>
          </p:cNvPr>
          <p:cNvSpPr txBox="1"/>
          <p:nvPr/>
        </p:nvSpPr>
        <p:spPr>
          <a:xfrm>
            <a:off x="5650204" y="3825420"/>
            <a:ext cx="8915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/>
              <a:t>Citus</a:t>
            </a:r>
            <a:endParaRPr lang="ru-GB" dirty="0"/>
          </a:p>
        </p:txBody>
      </p:sp>
    </p:spTree>
    <p:extLst>
      <p:ext uri="{BB962C8B-B14F-4D97-AF65-F5344CB8AC3E}">
        <p14:creationId xmlns:p14="http://schemas.microsoft.com/office/powerpoint/2010/main" val="86049754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 descr="Изображение выглядит как снимок экрана, диаграмма, зеленый, Графика">
            <a:extLst>
              <a:ext uri="{FF2B5EF4-FFF2-40B4-BE49-F238E27FC236}">
                <a16:creationId xmlns:a16="http://schemas.microsoft.com/office/drawing/2014/main" id="{32DEE3C9-E2AD-F357-4785-DC69B981E5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50240"/>
            <a:ext cx="12192000" cy="55575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219061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3DF712CC-C0DB-F062-496F-5AE83CA767C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972816" y="1041062"/>
            <a:ext cx="2246367" cy="259366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937DDBCF-9980-B2C5-A2BA-7A72A6243153}"/>
              </a:ext>
            </a:extLst>
          </p:cNvPr>
          <p:cNvSpPr txBox="1"/>
          <p:nvPr/>
        </p:nvSpPr>
        <p:spPr>
          <a:xfrm>
            <a:off x="5642188" y="3860604"/>
            <a:ext cx="90762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Helm</a:t>
            </a:r>
            <a:endParaRPr lang="ru-GB" dirty="0"/>
          </a:p>
        </p:txBody>
      </p:sp>
    </p:spTree>
    <p:extLst>
      <p:ext uri="{BB962C8B-B14F-4D97-AF65-F5344CB8AC3E}">
        <p14:creationId xmlns:p14="http://schemas.microsoft.com/office/powerpoint/2010/main" val="476955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3DF712CC-C0DB-F062-496F-5AE83CA767C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04773" y="551120"/>
            <a:ext cx="1909476" cy="2204691"/>
          </a:xfrm>
          <a:prstGeom prst="rect">
            <a:avLst/>
          </a:prstGeom>
        </p:spPr>
      </p:pic>
      <p:pic>
        <p:nvPicPr>
          <p:cNvPr id="3" name="Рисунок 2" descr="Изображение выглядит как текст, снимок экрана, Шрифт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6BED924A-D5A6-25D2-EC5A-A7839331F62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47998" y="2028629"/>
            <a:ext cx="2896004" cy="28007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60474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94E4C0E-6D42-9859-A288-13B3204AF1E0}"/>
              </a:ext>
            </a:extLst>
          </p:cNvPr>
          <p:cNvSpPr txBox="1"/>
          <p:nvPr/>
        </p:nvSpPr>
        <p:spPr>
          <a:xfrm>
            <a:off x="230406" y="226738"/>
            <a:ext cx="38491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600" dirty="0"/>
              <a:t>Слой</a:t>
            </a:r>
            <a:r>
              <a:rPr lang="en-US" sz="3600" dirty="0"/>
              <a:t> </a:t>
            </a:r>
            <a:r>
              <a:rPr lang="ru-RU" sz="3600" dirty="0"/>
              <a:t>блокировки</a:t>
            </a:r>
            <a:endParaRPr lang="en-US" sz="3600" dirty="0"/>
          </a:p>
        </p:txBody>
      </p:sp>
      <p:sp>
        <p:nvSpPr>
          <p:cNvPr id="7" name="Цилиндр 6">
            <a:extLst>
              <a:ext uri="{FF2B5EF4-FFF2-40B4-BE49-F238E27FC236}">
                <a16:creationId xmlns:a16="http://schemas.microsoft.com/office/drawing/2014/main" id="{3888F60E-57AA-D95A-8444-1C8E2F8CB893}"/>
              </a:ext>
            </a:extLst>
          </p:cNvPr>
          <p:cNvSpPr/>
          <p:nvPr/>
        </p:nvSpPr>
        <p:spPr>
          <a:xfrm>
            <a:off x="5199215" y="2358644"/>
            <a:ext cx="1793569" cy="2140711"/>
          </a:xfrm>
          <a:prstGeom prst="can">
            <a:avLst/>
          </a:prstGeom>
          <a:solidFill>
            <a:schemeClr val="accent5">
              <a:lumMod val="75000"/>
            </a:schemeClr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err="1"/>
              <a:t>pg</a:t>
            </a:r>
            <a:r>
              <a:rPr lang="en-US" sz="2800" dirty="0"/>
              <a:t>-locker</a:t>
            </a:r>
            <a:endParaRPr lang="ru-BY" dirty="0"/>
          </a:p>
        </p:txBody>
      </p:sp>
    </p:spTree>
    <p:extLst>
      <p:ext uri="{BB962C8B-B14F-4D97-AF65-F5344CB8AC3E}">
        <p14:creationId xmlns:p14="http://schemas.microsoft.com/office/powerpoint/2010/main" val="20353411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94E4C0E-6D42-9859-A288-13B3204AF1E0}"/>
              </a:ext>
            </a:extLst>
          </p:cNvPr>
          <p:cNvSpPr txBox="1"/>
          <p:nvPr/>
        </p:nvSpPr>
        <p:spPr>
          <a:xfrm>
            <a:off x="230406" y="226738"/>
            <a:ext cx="286488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600" dirty="0"/>
              <a:t>Слой записи</a:t>
            </a:r>
            <a:endParaRPr lang="en-US" sz="3600" dirty="0"/>
          </a:p>
        </p:txBody>
      </p:sp>
      <p:sp>
        <p:nvSpPr>
          <p:cNvPr id="5" name="Цилиндр 4">
            <a:extLst>
              <a:ext uri="{FF2B5EF4-FFF2-40B4-BE49-F238E27FC236}">
                <a16:creationId xmlns:a16="http://schemas.microsoft.com/office/drawing/2014/main" id="{25B27DA8-6A30-DC51-FCE8-1AEBF2CFE050}"/>
              </a:ext>
            </a:extLst>
          </p:cNvPr>
          <p:cNvSpPr/>
          <p:nvPr/>
        </p:nvSpPr>
        <p:spPr>
          <a:xfrm>
            <a:off x="5759545" y="1050304"/>
            <a:ext cx="1793569" cy="2140711"/>
          </a:xfrm>
          <a:prstGeom prst="can">
            <a:avLst/>
          </a:prstGeom>
          <a:solidFill>
            <a:schemeClr val="accent1"/>
          </a:solidFill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/>
              <a:t>master-2</a:t>
            </a:r>
            <a:endParaRPr lang="ru-BY" sz="2800" dirty="0"/>
          </a:p>
        </p:txBody>
      </p:sp>
      <p:sp>
        <p:nvSpPr>
          <p:cNvPr id="6" name="Цилиндр 5">
            <a:extLst>
              <a:ext uri="{FF2B5EF4-FFF2-40B4-BE49-F238E27FC236}">
                <a16:creationId xmlns:a16="http://schemas.microsoft.com/office/drawing/2014/main" id="{282ADDE9-8764-18B9-2468-FD65928CD413}"/>
              </a:ext>
            </a:extLst>
          </p:cNvPr>
          <p:cNvSpPr/>
          <p:nvPr/>
        </p:nvSpPr>
        <p:spPr>
          <a:xfrm>
            <a:off x="8983946" y="3530859"/>
            <a:ext cx="1793569" cy="2140711"/>
          </a:xfrm>
          <a:prstGeom prst="can">
            <a:avLst/>
          </a:prstGeom>
          <a:solidFill>
            <a:schemeClr val="accent1"/>
          </a:solidFill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/>
              <a:t>master-3</a:t>
            </a:r>
            <a:endParaRPr lang="ru-BY" dirty="0"/>
          </a:p>
        </p:txBody>
      </p:sp>
      <p:sp>
        <p:nvSpPr>
          <p:cNvPr id="7" name="Цилиндр 6">
            <a:extLst>
              <a:ext uri="{FF2B5EF4-FFF2-40B4-BE49-F238E27FC236}">
                <a16:creationId xmlns:a16="http://schemas.microsoft.com/office/drawing/2014/main" id="{3888F60E-57AA-D95A-8444-1C8E2F8CB893}"/>
              </a:ext>
            </a:extLst>
          </p:cNvPr>
          <p:cNvSpPr/>
          <p:nvPr/>
        </p:nvSpPr>
        <p:spPr>
          <a:xfrm>
            <a:off x="2535146" y="3530858"/>
            <a:ext cx="1793569" cy="2140711"/>
          </a:xfrm>
          <a:prstGeom prst="can">
            <a:avLst/>
          </a:prstGeom>
          <a:solidFill>
            <a:schemeClr val="accent1"/>
          </a:solidFill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/>
              <a:t>master-1</a:t>
            </a:r>
            <a:endParaRPr lang="ru-BY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C4F6345-B414-D87B-0E92-C663EF390483}"/>
              </a:ext>
            </a:extLst>
          </p:cNvPr>
          <p:cNvSpPr txBox="1"/>
          <p:nvPr/>
        </p:nvSpPr>
        <p:spPr>
          <a:xfrm>
            <a:off x="3780937" y="2229669"/>
            <a:ext cx="109555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replica</a:t>
            </a:r>
            <a:endParaRPr lang="ru-BY" sz="24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F8C81D9-D206-D3C7-A8A5-B0843BCD3886}"/>
              </a:ext>
            </a:extLst>
          </p:cNvPr>
          <p:cNvSpPr txBox="1"/>
          <p:nvPr/>
        </p:nvSpPr>
        <p:spPr>
          <a:xfrm>
            <a:off x="6108552" y="4030537"/>
            <a:ext cx="109555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replica</a:t>
            </a:r>
            <a:endParaRPr lang="ru-BY" sz="2400" dirty="0"/>
          </a:p>
        </p:txBody>
      </p:sp>
      <p:cxnSp>
        <p:nvCxnSpPr>
          <p:cNvPr id="19" name="Прямая со стрелкой 18">
            <a:extLst>
              <a:ext uri="{FF2B5EF4-FFF2-40B4-BE49-F238E27FC236}">
                <a16:creationId xmlns:a16="http://schemas.microsoft.com/office/drawing/2014/main" id="{6ABD6B91-4194-070A-FBC8-EC244D98A37F}"/>
              </a:ext>
            </a:extLst>
          </p:cNvPr>
          <p:cNvCxnSpPr>
            <a:cxnSpLocks/>
            <a:stCxn id="7" idx="4"/>
            <a:endCxn id="6" idx="2"/>
          </p:cNvCxnSpPr>
          <p:nvPr/>
        </p:nvCxnSpPr>
        <p:spPr>
          <a:xfrm>
            <a:off x="4328715" y="4601214"/>
            <a:ext cx="4655231" cy="1"/>
          </a:xfrm>
          <a:prstGeom prst="bentConnector3">
            <a:avLst>
              <a:gd name="adj1" fmla="val 50000"/>
            </a:avLst>
          </a:prstGeom>
          <a:ln w="31750"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Прямая со стрелкой 18">
            <a:extLst>
              <a:ext uri="{FF2B5EF4-FFF2-40B4-BE49-F238E27FC236}">
                <a16:creationId xmlns:a16="http://schemas.microsoft.com/office/drawing/2014/main" id="{F1008F3F-9A8E-D5B4-D352-431E2FB088D5}"/>
              </a:ext>
            </a:extLst>
          </p:cNvPr>
          <p:cNvCxnSpPr>
            <a:cxnSpLocks/>
            <a:stCxn id="7" idx="1"/>
            <a:endCxn id="5" idx="2"/>
          </p:cNvCxnSpPr>
          <p:nvPr/>
        </p:nvCxnSpPr>
        <p:spPr>
          <a:xfrm flipV="1">
            <a:off x="3431931" y="2120660"/>
            <a:ext cx="2327614" cy="1410198"/>
          </a:xfrm>
          <a:prstGeom prst="straightConnector1">
            <a:avLst/>
          </a:prstGeom>
          <a:ln w="31750"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Прямая со стрелкой 18">
            <a:extLst>
              <a:ext uri="{FF2B5EF4-FFF2-40B4-BE49-F238E27FC236}">
                <a16:creationId xmlns:a16="http://schemas.microsoft.com/office/drawing/2014/main" id="{6C81AD23-0B0C-E92C-134F-1834275D49FC}"/>
              </a:ext>
            </a:extLst>
          </p:cNvPr>
          <p:cNvCxnSpPr>
            <a:cxnSpLocks/>
            <a:stCxn id="5" idx="4"/>
            <a:endCxn id="6" idx="1"/>
          </p:cNvCxnSpPr>
          <p:nvPr/>
        </p:nvCxnSpPr>
        <p:spPr>
          <a:xfrm>
            <a:off x="7553114" y="2120660"/>
            <a:ext cx="2327617" cy="1410199"/>
          </a:xfrm>
          <a:prstGeom prst="straightConnector1">
            <a:avLst/>
          </a:prstGeom>
          <a:ln w="31750"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7E90120A-E132-F71A-F9CE-0169F2EB106D}"/>
              </a:ext>
            </a:extLst>
          </p:cNvPr>
          <p:cNvSpPr txBox="1"/>
          <p:nvPr/>
        </p:nvSpPr>
        <p:spPr>
          <a:xfrm>
            <a:off x="8798905" y="2224546"/>
            <a:ext cx="109555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replica</a:t>
            </a:r>
            <a:endParaRPr lang="ru-BY" sz="2400" dirty="0"/>
          </a:p>
        </p:txBody>
      </p:sp>
    </p:spTree>
    <p:extLst>
      <p:ext uri="{BB962C8B-B14F-4D97-AF65-F5344CB8AC3E}">
        <p14:creationId xmlns:p14="http://schemas.microsoft.com/office/powerpoint/2010/main" val="131903499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94E4C0E-6D42-9859-A288-13B3204AF1E0}"/>
              </a:ext>
            </a:extLst>
          </p:cNvPr>
          <p:cNvSpPr txBox="1"/>
          <p:nvPr/>
        </p:nvSpPr>
        <p:spPr>
          <a:xfrm>
            <a:off x="230406" y="226738"/>
            <a:ext cx="904286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600" dirty="0"/>
              <a:t>Связь между слоями блокировки</a:t>
            </a:r>
            <a:r>
              <a:rPr lang="en-US" sz="3600" dirty="0"/>
              <a:t> </a:t>
            </a:r>
            <a:r>
              <a:rPr lang="ru-RU" sz="3600" dirty="0"/>
              <a:t>и записи</a:t>
            </a:r>
            <a:endParaRPr lang="en-US" sz="3600" dirty="0"/>
          </a:p>
        </p:txBody>
      </p:sp>
      <p:sp>
        <p:nvSpPr>
          <p:cNvPr id="5" name="Цилиндр 4">
            <a:extLst>
              <a:ext uri="{FF2B5EF4-FFF2-40B4-BE49-F238E27FC236}">
                <a16:creationId xmlns:a16="http://schemas.microsoft.com/office/drawing/2014/main" id="{25B27DA8-6A30-DC51-FCE8-1AEBF2CFE050}"/>
              </a:ext>
            </a:extLst>
          </p:cNvPr>
          <p:cNvSpPr/>
          <p:nvPr/>
        </p:nvSpPr>
        <p:spPr>
          <a:xfrm>
            <a:off x="919249" y="2199989"/>
            <a:ext cx="1793569" cy="2140711"/>
          </a:xfrm>
          <a:prstGeom prst="can">
            <a:avLst/>
          </a:prstGeom>
          <a:solidFill>
            <a:schemeClr val="accent1"/>
          </a:solidFill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/>
              <a:t>master-2</a:t>
            </a:r>
            <a:endParaRPr lang="ru-BY" sz="2800" dirty="0"/>
          </a:p>
        </p:txBody>
      </p:sp>
      <p:sp>
        <p:nvSpPr>
          <p:cNvPr id="6" name="Цилиндр 5">
            <a:extLst>
              <a:ext uri="{FF2B5EF4-FFF2-40B4-BE49-F238E27FC236}">
                <a16:creationId xmlns:a16="http://schemas.microsoft.com/office/drawing/2014/main" id="{282ADDE9-8764-18B9-2468-FD65928CD413}"/>
              </a:ext>
            </a:extLst>
          </p:cNvPr>
          <p:cNvSpPr/>
          <p:nvPr/>
        </p:nvSpPr>
        <p:spPr>
          <a:xfrm>
            <a:off x="9613169" y="2202207"/>
            <a:ext cx="1793569" cy="2140711"/>
          </a:xfrm>
          <a:prstGeom prst="can">
            <a:avLst/>
          </a:prstGeom>
          <a:solidFill>
            <a:schemeClr val="accent1"/>
          </a:solidFill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/>
              <a:t>master-3</a:t>
            </a:r>
            <a:endParaRPr lang="ru-BY" dirty="0"/>
          </a:p>
        </p:txBody>
      </p:sp>
      <p:sp>
        <p:nvSpPr>
          <p:cNvPr id="7" name="Цилиндр 6">
            <a:extLst>
              <a:ext uri="{FF2B5EF4-FFF2-40B4-BE49-F238E27FC236}">
                <a16:creationId xmlns:a16="http://schemas.microsoft.com/office/drawing/2014/main" id="{3888F60E-57AA-D95A-8444-1C8E2F8CB893}"/>
              </a:ext>
            </a:extLst>
          </p:cNvPr>
          <p:cNvSpPr/>
          <p:nvPr/>
        </p:nvSpPr>
        <p:spPr>
          <a:xfrm>
            <a:off x="5199215" y="4582864"/>
            <a:ext cx="1793569" cy="2140711"/>
          </a:xfrm>
          <a:prstGeom prst="can">
            <a:avLst/>
          </a:prstGeom>
          <a:solidFill>
            <a:schemeClr val="accent1"/>
          </a:solidFill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/>
              <a:t>master-1</a:t>
            </a:r>
            <a:endParaRPr lang="ru-BY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C4F6345-B414-D87B-0E92-C663EF390483}"/>
              </a:ext>
            </a:extLst>
          </p:cNvPr>
          <p:cNvSpPr txBox="1"/>
          <p:nvPr/>
        </p:nvSpPr>
        <p:spPr>
          <a:xfrm>
            <a:off x="8203591" y="5495899"/>
            <a:ext cx="109555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replica</a:t>
            </a:r>
            <a:endParaRPr lang="ru-BY" sz="24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F8C81D9-D206-D3C7-A8A5-B0843BCD3886}"/>
              </a:ext>
            </a:extLst>
          </p:cNvPr>
          <p:cNvSpPr txBox="1"/>
          <p:nvPr/>
        </p:nvSpPr>
        <p:spPr>
          <a:xfrm>
            <a:off x="6162994" y="3907210"/>
            <a:ext cx="74571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lock</a:t>
            </a:r>
            <a:endParaRPr lang="ru-BY" sz="2400" dirty="0"/>
          </a:p>
        </p:txBody>
      </p:sp>
      <p:cxnSp>
        <p:nvCxnSpPr>
          <p:cNvPr id="19" name="Прямая со стрелкой 18">
            <a:extLst>
              <a:ext uri="{FF2B5EF4-FFF2-40B4-BE49-F238E27FC236}">
                <a16:creationId xmlns:a16="http://schemas.microsoft.com/office/drawing/2014/main" id="{6ABD6B91-4194-070A-FBC8-EC244D98A37F}"/>
              </a:ext>
            </a:extLst>
          </p:cNvPr>
          <p:cNvCxnSpPr>
            <a:cxnSpLocks/>
            <a:stCxn id="7" idx="4"/>
            <a:endCxn id="6" idx="3"/>
          </p:cNvCxnSpPr>
          <p:nvPr/>
        </p:nvCxnSpPr>
        <p:spPr>
          <a:xfrm flipV="1">
            <a:off x="6992784" y="4342918"/>
            <a:ext cx="3517170" cy="1310302"/>
          </a:xfrm>
          <a:prstGeom prst="curvedConnector2">
            <a:avLst/>
          </a:prstGeom>
          <a:ln w="31750"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Прямая со стрелкой 18">
            <a:extLst>
              <a:ext uri="{FF2B5EF4-FFF2-40B4-BE49-F238E27FC236}">
                <a16:creationId xmlns:a16="http://schemas.microsoft.com/office/drawing/2014/main" id="{F1008F3F-9A8E-D5B4-D352-431E2FB088D5}"/>
              </a:ext>
            </a:extLst>
          </p:cNvPr>
          <p:cNvCxnSpPr>
            <a:cxnSpLocks/>
            <a:stCxn id="7" idx="2"/>
            <a:endCxn id="5" idx="3"/>
          </p:cNvCxnSpPr>
          <p:nvPr/>
        </p:nvCxnSpPr>
        <p:spPr>
          <a:xfrm rot="10800000">
            <a:off x="1816035" y="4340700"/>
            <a:ext cx="3383181" cy="1312520"/>
          </a:xfrm>
          <a:prstGeom prst="curvedConnector2">
            <a:avLst/>
          </a:prstGeom>
          <a:ln w="31750"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Прямая со стрелкой 18">
            <a:extLst>
              <a:ext uri="{FF2B5EF4-FFF2-40B4-BE49-F238E27FC236}">
                <a16:creationId xmlns:a16="http://schemas.microsoft.com/office/drawing/2014/main" id="{6C81AD23-0B0C-E92C-134F-1834275D49FC}"/>
              </a:ext>
            </a:extLst>
          </p:cNvPr>
          <p:cNvCxnSpPr>
            <a:cxnSpLocks/>
            <a:stCxn id="5" idx="1"/>
            <a:endCxn id="6" idx="1"/>
          </p:cNvCxnSpPr>
          <p:nvPr/>
        </p:nvCxnSpPr>
        <p:spPr>
          <a:xfrm rot="16200000" flipH="1">
            <a:off x="6161885" y="-2145862"/>
            <a:ext cx="2218" cy="8693920"/>
          </a:xfrm>
          <a:prstGeom prst="curvedConnector3">
            <a:avLst>
              <a:gd name="adj1" fmla="val -47461136"/>
            </a:avLst>
          </a:prstGeom>
          <a:ln w="31750"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7E90120A-E132-F71A-F9CE-0169F2EB106D}"/>
              </a:ext>
            </a:extLst>
          </p:cNvPr>
          <p:cNvSpPr txBox="1"/>
          <p:nvPr/>
        </p:nvSpPr>
        <p:spPr>
          <a:xfrm>
            <a:off x="3057786" y="5495899"/>
            <a:ext cx="109555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replica</a:t>
            </a:r>
            <a:endParaRPr lang="ru-BY" sz="2400" dirty="0"/>
          </a:p>
        </p:txBody>
      </p:sp>
      <p:sp>
        <p:nvSpPr>
          <p:cNvPr id="23" name="Цилиндр 22">
            <a:extLst>
              <a:ext uri="{FF2B5EF4-FFF2-40B4-BE49-F238E27FC236}">
                <a16:creationId xmlns:a16="http://schemas.microsoft.com/office/drawing/2014/main" id="{EF1DB332-50CD-775B-ABA2-0817F517ECDA}"/>
              </a:ext>
            </a:extLst>
          </p:cNvPr>
          <p:cNvSpPr/>
          <p:nvPr/>
        </p:nvSpPr>
        <p:spPr>
          <a:xfrm>
            <a:off x="5199215" y="1557278"/>
            <a:ext cx="1793569" cy="2140710"/>
          </a:xfrm>
          <a:prstGeom prst="can">
            <a:avLst/>
          </a:prstGeom>
          <a:solidFill>
            <a:schemeClr val="accent5">
              <a:lumMod val="75000"/>
            </a:schemeClr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err="1"/>
              <a:t>pg</a:t>
            </a:r>
            <a:r>
              <a:rPr lang="en-US" sz="2800" dirty="0"/>
              <a:t>-locker</a:t>
            </a:r>
            <a:endParaRPr lang="ru-BY" sz="2800" dirty="0"/>
          </a:p>
        </p:txBody>
      </p:sp>
      <p:cxnSp>
        <p:nvCxnSpPr>
          <p:cNvPr id="24" name="Прямая со стрелкой 18">
            <a:extLst>
              <a:ext uri="{FF2B5EF4-FFF2-40B4-BE49-F238E27FC236}">
                <a16:creationId xmlns:a16="http://schemas.microsoft.com/office/drawing/2014/main" id="{8DA426C6-59CA-DA3A-D5CB-51EF9C2A4510}"/>
              </a:ext>
            </a:extLst>
          </p:cNvPr>
          <p:cNvCxnSpPr>
            <a:cxnSpLocks/>
            <a:stCxn id="23" idx="4"/>
            <a:endCxn id="6" idx="2"/>
          </p:cNvCxnSpPr>
          <p:nvPr/>
        </p:nvCxnSpPr>
        <p:spPr>
          <a:xfrm>
            <a:off x="6992784" y="2627633"/>
            <a:ext cx="2620385" cy="644930"/>
          </a:xfrm>
          <a:prstGeom prst="straightConnector1">
            <a:avLst/>
          </a:prstGeom>
          <a:ln w="31750"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Прямая со стрелкой 18">
            <a:extLst>
              <a:ext uri="{FF2B5EF4-FFF2-40B4-BE49-F238E27FC236}">
                <a16:creationId xmlns:a16="http://schemas.microsoft.com/office/drawing/2014/main" id="{B88E1360-ADC8-7A39-E28B-1D30D90CA2CC}"/>
              </a:ext>
            </a:extLst>
          </p:cNvPr>
          <p:cNvCxnSpPr>
            <a:cxnSpLocks/>
            <a:stCxn id="7" idx="1"/>
            <a:endCxn id="23" idx="3"/>
          </p:cNvCxnSpPr>
          <p:nvPr/>
        </p:nvCxnSpPr>
        <p:spPr>
          <a:xfrm flipV="1">
            <a:off x="6096000" y="3697988"/>
            <a:ext cx="0" cy="884876"/>
          </a:xfrm>
          <a:prstGeom prst="straightConnector1">
            <a:avLst/>
          </a:prstGeom>
          <a:ln w="31750"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Прямая со стрелкой 18">
            <a:extLst>
              <a:ext uri="{FF2B5EF4-FFF2-40B4-BE49-F238E27FC236}">
                <a16:creationId xmlns:a16="http://schemas.microsoft.com/office/drawing/2014/main" id="{B88E1360-ADC8-7A39-E28B-1D30D90CA2CC}"/>
              </a:ext>
            </a:extLst>
          </p:cNvPr>
          <p:cNvCxnSpPr>
            <a:cxnSpLocks/>
            <a:stCxn id="23" idx="2"/>
            <a:endCxn id="5" idx="4"/>
          </p:cNvCxnSpPr>
          <p:nvPr/>
        </p:nvCxnSpPr>
        <p:spPr>
          <a:xfrm flipH="1">
            <a:off x="2712818" y="2627633"/>
            <a:ext cx="2486397" cy="642712"/>
          </a:xfrm>
          <a:prstGeom prst="straightConnector1">
            <a:avLst/>
          </a:prstGeom>
          <a:ln w="31750"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7C2F3006-5DA3-2B7B-F1E8-E180ED457F80}"/>
              </a:ext>
            </a:extLst>
          </p:cNvPr>
          <p:cNvSpPr txBox="1"/>
          <p:nvPr/>
        </p:nvSpPr>
        <p:spPr>
          <a:xfrm>
            <a:off x="3372481" y="2396801"/>
            <a:ext cx="74571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lock</a:t>
            </a:r>
            <a:endParaRPr lang="ru-BY" sz="2400" dirty="0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A341EFB3-5068-E22C-8C0C-20129B36FF71}"/>
              </a:ext>
            </a:extLst>
          </p:cNvPr>
          <p:cNvSpPr txBox="1"/>
          <p:nvPr/>
        </p:nvSpPr>
        <p:spPr>
          <a:xfrm>
            <a:off x="8005652" y="2402725"/>
            <a:ext cx="74571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lock</a:t>
            </a:r>
            <a:endParaRPr lang="ru-BY" sz="2400" dirty="0"/>
          </a:p>
        </p:txBody>
      </p:sp>
      <p:sp>
        <p:nvSpPr>
          <p:cNvPr id="282" name="TextBox 281">
            <a:extLst>
              <a:ext uri="{FF2B5EF4-FFF2-40B4-BE49-F238E27FC236}">
                <a16:creationId xmlns:a16="http://schemas.microsoft.com/office/drawing/2014/main" id="{9ABCCABD-91F2-0259-0E53-B23407F47EAA}"/>
              </a:ext>
            </a:extLst>
          </p:cNvPr>
          <p:cNvSpPr txBox="1"/>
          <p:nvPr/>
        </p:nvSpPr>
        <p:spPr>
          <a:xfrm>
            <a:off x="919249" y="1557277"/>
            <a:ext cx="109555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replica</a:t>
            </a:r>
            <a:endParaRPr lang="ru-BY" sz="2400" dirty="0"/>
          </a:p>
        </p:txBody>
      </p:sp>
      <p:sp>
        <p:nvSpPr>
          <p:cNvPr id="283" name="TextBox 282">
            <a:extLst>
              <a:ext uri="{FF2B5EF4-FFF2-40B4-BE49-F238E27FC236}">
                <a16:creationId xmlns:a16="http://schemas.microsoft.com/office/drawing/2014/main" id="{A57A1599-C7ED-E8FA-003D-FA01025BA3A5}"/>
              </a:ext>
            </a:extLst>
          </p:cNvPr>
          <p:cNvSpPr txBox="1"/>
          <p:nvPr/>
        </p:nvSpPr>
        <p:spPr>
          <a:xfrm>
            <a:off x="10311182" y="1557278"/>
            <a:ext cx="109555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replica</a:t>
            </a:r>
            <a:endParaRPr lang="ru-BY" sz="2400" dirty="0"/>
          </a:p>
        </p:txBody>
      </p:sp>
    </p:spTree>
    <p:extLst>
      <p:ext uri="{BB962C8B-B14F-4D97-AF65-F5344CB8AC3E}">
        <p14:creationId xmlns:p14="http://schemas.microsoft.com/office/powerpoint/2010/main" val="84139492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94E4C0E-6D42-9859-A288-13B3204AF1E0}"/>
              </a:ext>
            </a:extLst>
          </p:cNvPr>
          <p:cNvSpPr txBox="1"/>
          <p:nvPr/>
        </p:nvSpPr>
        <p:spPr>
          <a:xfrm>
            <a:off x="230406" y="226738"/>
            <a:ext cx="290015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600" dirty="0"/>
              <a:t>Слой чтения</a:t>
            </a:r>
            <a:endParaRPr lang="en-US" sz="3600" dirty="0"/>
          </a:p>
        </p:txBody>
      </p:sp>
      <p:sp>
        <p:nvSpPr>
          <p:cNvPr id="7" name="Цилиндр 6">
            <a:extLst>
              <a:ext uri="{FF2B5EF4-FFF2-40B4-BE49-F238E27FC236}">
                <a16:creationId xmlns:a16="http://schemas.microsoft.com/office/drawing/2014/main" id="{3888F60E-57AA-D95A-8444-1C8E2F8CB893}"/>
              </a:ext>
            </a:extLst>
          </p:cNvPr>
          <p:cNvSpPr/>
          <p:nvPr/>
        </p:nvSpPr>
        <p:spPr>
          <a:xfrm>
            <a:off x="5162696" y="4403380"/>
            <a:ext cx="1866603" cy="2227881"/>
          </a:xfrm>
          <a:prstGeom prst="can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/>
              <a:t>worker-1-1</a:t>
            </a:r>
            <a:endParaRPr lang="ru-BY" sz="28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F8C81D9-D206-D3C7-A8A5-B0843BCD3886}"/>
              </a:ext>
            </a:extLst>
          </p:cNvPr>
          <p:cNvSpPr txBox="1"/>
          <p:nvPr/>
        </p:nvSpPr>
        <p:spPr>
          <a:xfrm>
            <a:off x="6095998" y="3198167"/>
            <a:ext cx="133139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sharding</a:t>
            </a:r>
            <a:endParaRPr lang="ru-BY" sz="2400" dirty="0"/>
          </a:p>
        </p:txBody>
      </p:sp>
      <p:sp>
        <p:nvSpPr>
          <p:cNvPr id="23" name="Цилиндр 22">
            <a:extLst>
              <a:ext uri="{FF2B5EF4-FFF2-40B4-BE49-F238E27FC236}">
                <a16:creationId xmlns:a16="http://schemas.microsoft.com/office/drawing/2014/main" id="{EF1DB332-50CD-775B-ABA2-0817F517ECDA}"/>
              </a:ext>
            </a:extLst>
          </p:cNvPr>
          <p:cNvSpPr/>
          <p:nvPr/>
        </p:nvSpPr>
        <p:spPr>
          <a:xfrm>
            <a:off x="5199214" y="879419"/>
            <a:ext cx="1793569" cy="2140710"/>
          </a:xfrm>
          <a:prstGeom prst="can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/>
              <a:t>coord-1</a:t>
            </a:r>
            <a:endParaRPr lang="ru-BY" sz="2800" dirty="0"/>
          </a:p>
        </p:txBody>
      </p:sp>
      <p:cxnSp>
        <p:nvCxnSpPr>
          <p:cNvPr id="24" name="Прямая со стрелкой 18">
            <a:extLst>
              <a:ext uri="{FF2B5EF4-FFF2-40B4-BE49-F238E27FC236}">
                <a16:creationId xmlns:a16="http://schemas.microsoft.com/office/drawing/2014/main" id="{8DA426C6-59CA-DA3A-D5CB-51EF9C2A4510}"/>
              </a:ext>
            </a:extLst>
          </p:cNvPr>
          <p:cNvCxnSpPr>
            <a:cxnSpLocks/>
            <a:stCxn id="23" idx="3"/>
            <a:endCxn id="43" idx="1"/>
          </p:cNvCxnSpPr>
          <p:nvPr/>
        </p:nvCxnSpPr>
        <p:spPr>
          <a:xfrm rot="16200000" flipH="1">
            <a:off x="7646274" y="1469854"/>
            <a:ext cx="1405413" cy="4505962"/>
          </a:xfrm>
          <a:prstGeom prst="bentConnector3">
            <a:avLst>
              <a:gd name="adj1" fmla="val 50000"/>
            </a:avLst>
          </a:prstGeom>
          <a:ln w="31750">
            <a:solidFill>
              <a:schemeClr val="accent2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Прямая со стрелкой 18">
            <a:extLst>
              <a:ext uri="{FF2B5EF4-FFF2-40B4-BE49-F238E27FC236}">
                <a16:creationId xmlns:a16="http://schemas.microsoft.com/office/drawing/2014/main" id="{B88E1360-ADC8-7A39-E28B-1D30D90CA2CC}"/>
              </a:ext>
            </a:extLst>
          </p:cNvPr>
          <p:cNvCxnSpPr>
            <a:cxnSpLocks/>
            <a:stCxn id="7" idx="1"/>
            <a:endCxn id="23" idx="3"/>
          </p:cNvCxnSpPr>
          <p:nvPr/>
        </p:nvCxnSpPr>
        <p:spPr>
          <a:xfrm rot="5400000" flipH="1" flipV="1">
            <a:off x="5404373" y="3711755"/>
            <a:ext cx="1383251" cy="1"/>
          </a:xfrm>
          <a:prstGeom prst="bentConnector3">
            <a:avLst>
              <a:gd name="adj1" fmla="val 50000"/>
            </a:avLst>
          </a:prstGeom>
          <a:ln w="31750">
            <a:solidFill>
              <a:schemeClr val="accent2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Прямая со стрелкой 18">
            <a:extLst>
              <a:ext uri="{FF2B5EF4-FFF2-40B4-BE49-F238E27FC236}">
                <a16:creationId xmlns:a16="http://schemas.microsoft.com/office/drawing/2014/main" id="{B88E1360-ADC8-7A39-E28B-1D30D90CA2CC}"/>
              </a:ext>
            </a:extLst>
          </p:cNvPr>
          <p:cNvCxnSpPr>
            <a:cxnSpLocks/>
            <a:stCxn id="23" idx="3"/>
            <a:endCxn id="44" idx="1"/>
          </p:cNvCxnSpPr>
          <p:nvPr/>
        </p:nvCxnSpPr>
        <p:spPr>
          <a:xfrm rot="5400000">
            <a:off x="3151391" y="1458773"/>
            <a:ext cx="1383252" cy="4505965"/>
          </a:xfrm>
          <a:prstGeom prst="bentConnector3">
            <a:avLst>
              <a:gd name="adj1" fmla="val 50000"/>
            </a:avLst>
          </a:prstGeom>
          <a:ln w="31750">
            <a:solidFill>
              <a:schemeClr val="accent2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Цилиндр 42">
            <a:extLst>
              <a:ext uri="{FF2B5EF4-FFF2-40B4-BE49-F238E27FC236}">
                <a16:creationId xmlns:a16="http://schemas.microsoft.com/office/drawing/2014/main" id="{5404405F-2CFE-CCC8-4944-BF5CE1CC588E}"/>
              </a:ext>
            </a:extLst>
          </p:cNvPr>
          <p:cNvSpPr/>
          <p:nvPr/>
        </p:nvSpPr>
        <p:spPr>
          <a:xfrm>
            <a:off x="9668659" y="4425542"/>
            <a:ext cx="1866603" cy="2227881"/>
          </a:xfrm>
          <a:prstGeom prst="can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/>
              <a:t>worker-1-2</a:t>
            </a:r>
            <a:endParaRPr lang="ru-BY" sz="2800" dirty="0"/>
          </a:p>
        </p:txBody>
      </p:sp>
      <p:sp>
        <p:nvSpPr>
          <p:cNvPr id="44" name="Цилиндр 43">
            <a:extLst>
              <a:ext uri="{FF2B5EF4-FFF2-40B4-BE49-F238E27FC236}">
                <a16:creationId xmlns:a16="http://schemas.microsoft.com/office/drawing/2014/main" id="{C985D333-0301-2C9A-AED8-5E670B193B4A}"/>
              </a:ext>
            </a:extLst>
          </p:cNvPr>
          <p:cNvSpPr/>
          <p:nvPr/>
        </p:nvSpPr>
        <p:spPr>
          <a:xfrm>
            <a:off x="656732" y="4403381"/>
            <a:ext cx="1866603" cy="2227881"/>
          </a:xfrm>
          <a:prstGeom prst="can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/>
              <a:t>worker-1-0</a:t>
            </a:r>
            <a:endParaRPr lang="ru-BY" sz="2800" dirty="0"/>
          </a:p>
        </p:txBody>
      </p:sp>
    </p:spTree>
    <p:extLst>
      <p:ext uri="{BB962C8B-B14F-4D97-AF65-F5344CB8AC3E}">
        <p14:creationId xmlns:p14="http://schemas.microsoft.com/office/powerpoint/2010/main" val="2985478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94E4C0E-6D42-9859-A288-13B3204AF1E0}"/>
              </a:ext>
            </a:extLst>
          </p:cNvPr>
          <p:cNvSpPr txBox="1"/>
          <p:nvPr/>
        </p:nvSpPr>
        <p:spPr>
          <a:xfrm>
            <a:off x="230406" y="226738"/>
            <a:ext cx="799449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600" dirty="0"/>
              <a:t>Связь между слоями записи и чтения</a:t>
            </a:r>
            <a:endParaRPr lang="en-US" sz="3600" dirty="0"/>
          </a:p>
        </p:txBody>
      </p:sp>
      <p:sp>
        <p:nvSpPr>
          <p:cNvPr id="7" name="Цилиндр 6">
            <a:extLst>
              <a:ext uri="{FF2B5EF4-FFF2-40B4-BE49-F238E27FC236}">
                <a16:creationId xmlns:a16="http://schemas.microsoft.com/office/drawing/2014/main" id="{3888F60E-57AA-D95A-8444-1C8E2F8CB893}"/>
              </a:ext>
            </a:extLst>
          </p:cNvPr>
          <p:cNvSpPr/>
          <p:nvPr/>
        </p:nvSpPr>
        <p:spPr>
          <a:xfrm>
            <a:off x="3117328" y="4425542"/>
            <a:ext cx="1866603" cy="2227881"/>
          </a:xfrm>
          <a:prstGeom prst="can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/>
              <a:t>worker-1-1</a:t>
            </a:r>
            <a:endParaRPr lang="ru-BY" sz="28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F8C81D9-D206-D3C7-A8A5-B0843BCD3886}"/>
              </a:ext>
            </a:extLst>
          </p:cNvPr>
          <p:cNvSpPr txBox="1"/>
          <p:nvPr/>
        </p:nvSpPr>
        <p:spPr>
          <a:xfrm>
            <a:off x="4680431" y="3434155"/>
            <a:ext cx="133139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sharding</a:t>
            </a:r>
            <a:endParaRPr lang="ru-BY" sz="2400" dirty="0"/>
          </a:p>
        </p:txBody>
      </p:sp>
      <p:sp>
        <p:nvSpPr>
          <p:cNvPr id="23" name="Цилиндр 22">
            <a:extLst>
              <a:ext uri="{FF2B5EF4-FFF2-40B4-BE49-F238E27FC236}">
                <a16:creationId xmlns:a16="http://schemas.microsoft.com/office/drawing/2014/main" id="{EF1DB332-50CD-775B-ABA2-0817F517ECDA}"/>
              </a:ext>
            </a:extLst>
          </p:cNvPr>
          <p:cNvSpPr/>
          <p:nvPr/>
        </p:nvSpPr>
        <p:spPr>
          <a:xfrm>
            <a:off x="3153844" y="1288289"/>
            <a:ext cx="1793569" cy="2140710"/>
          </a:xfrm>
          <a:prstGeom prst="can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/>
              <a:t>coord-1</a:t>
            </a:r>
            <a:endParaRPr lang="ru-BY" sz="2800" dirty="0"/>
          </a:p>
        </p:txBody>
      </p:sp>
      <p:cxnSp>
        <p:nvCxnSpPr>
          <p:cNvPr id="24" name="Прямая со стрелкой 18">
            <a:extLst>
              <a:ext uri="{FF2B5EF4-FFF2-40B4-BE49-F238E27FC236}">
                <a16:creationId xmlns:a16="http://schemas.microsoft.com/office/drawing/2014/main" id="{8DA426C6-59CA-DA3A-D5CB-51EF9C2A4510}"/>
              </a:ext>
            </a:extLst>
          </p:cNvPr>
          <p:cNvCxnSpPr>
            <a:cxnSpLocks/>
            <a:stCxn id="23" idx="3"/>
            <a:endCxn id="43" idx="1"/>
          </p:cNvCxnSpPr>
          <p:nvPr/>
        </p:nvCxnSpPr>
        <p:spPr>
          <a:xfrm rot="16200000" flipH="1">
            <a:off x="4785168" y="2694460"/>
            <a:ext cx="974381" cy="2443458"/>
          </a:xfrm>
          <a:prstGeom prst="bentConnector3">
            <a:avLst>
              <a:gd name="adj1" fmla="val 50000"/>
            </a:avLst>
          </a:prstGeom>
          <a:ln w="31750">
            <a:solidFill>
              <a:schemeClr val="accent2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Прямая со стрелкой 18">
            <a:extLst>
              <a:ext uri="{FF2B5EF4-FFF2-40B4-BE49-F238E27FC236}">
                <a16:creationId xmlns:a16="http://schemas.microsoft.com/office/drawing/2014/main" id="{B88E1360-ADC8-7A39-E28B-1D30D90CA2CC}"/>
              </a:ext>
            </a:extLst>
          </p:cNvPr>
          <p:cNvCxnSpPr>
            <a:cxnSpLocks/>
            <a:stCxn id="7" idx="1"/>
            <a:endCxn id="23" idx="3"/>
          </p:cNvCxnSpPr>
          <p:nvPr/>
        </p:nvCxnSpPr>
        <p:spPr>
          <a:xfrm rot="16200000" flipV="1">
            <a:off x="3552359" y="3927270"/>
            <a:ext cx="996543" cy="1"/>
          </a:xfrm>
          <a:prstGeom prst="bentConnector3">
            <a:avLst>
              <a:gd name="adj1" fmla="val 50000"/>
            </a:avLst>
          </a:prstGeom>
          <a:ln w="31750">
            <a:solidFill>
              <a:schemeClr val="accent2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Прямая со стрелкой 18">
            <a:extLst>
              <a:ext uri="{FF2B5EF4-FFF2-40B4-BE49-F238E27FC236}">
                <a16:creationId xmlns:a16="http://schemas.microsoft.com/office/drawing/2014/main" id="{B88E1360-ADC8-7A39-E28B-1D30D90CA2CC}"/>
              </a:ext>
            </a:extLst>
          </p:cNvPr>
          <p:cNvCxnSpPr>
            <a:cxnSpLocks/>
            <a:stCxn id="23" idx="3"/>
            <a:endCxn id="44" idx="1"/>
          </p:cNvCxnSpPr>
          <p:nvPr/>
        </p:nvCxnSpPr>
        <p:spPr>
          <a:xfrm rot="5400000">
            <a:off x="2333141" y="2685893"/>
            <a:ext cx="974382" cy="2460595"/>
          </a:xfrm>
          <a:prstGeom prst="bentConnector3">
            <a:avLst>
              <a:gd name="adj1" fmla="val 50000"/>
            </a:avLst>
          </a:prstGeom>
          <a:ln w="31750">
            <a:solidFill>
              <a:schemeClr val="accent2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Цилиндр 42">
            <a:extLst>
              <a:ext uri="{FF2B5EF4-FFF2-40B4-BE49-F238E27FC236}">
                <a16:creationId xmlns:a16="http://schemas.microsoft.com/office/drawing/2014/main" id="{5404405F-2CFE-CCC8-4944-BF5CE1CC588E}"/>
              </a:ext>
            </a:extLst>
          </p:cNvPr>
          <p:cNvSpPr/>
          <p:nvPr/>
        </p:nvSpPr>
        <p:spPr>
          <a:xfrm>
            <a:off x="5560785" y="4403380"/>
            <a:ext cx="1866603" cy="2227881"/>
          </a:xfrm>
          <a:prstGeom prst="can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/>
              <a:t>worker-1-2</a:t>
            </a:r>
            <a:endParaRPr lang="ru-BY" sz="2800" dirty="0"/>
          </a:p>
        </p:txBody>
      </p:sp>
      <p:sp>
        <p:nvSpPr>
          <p:cNvPr id="44" name="Цилиндр 43">
            <a:extLst>
              <a:ext uri="{FF2B5EF4-FFF2-40B4-BE49-F238E27FC236}">
                <a16:creationId xmlns:a16="http://schemas.microsoft.com/office/drawing/2014/main" id="{C985D333-0301-2C9A-AED8-5E670B193B4A}"/>
              </a:ext>
            </a:extLst>
          </p:cNvPr>
          <p:cNvSpPr/>
          <p:nvPr/>
        </p:nvSpPr>
        <p:spPr>
          <a:xfrm>
            <a:off x="656732" y="4403381"/>
            <a:ext cx="1866603" cy="2227881"/>
          </a:xfrm>
          <a:prstGeom prst="can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/>
              <a:t>worker-1-0</a:t>
            </a:r>
            <a:endParaRPr lang="ru-BY" sz="2800" dirty="0"/>
          </a:p>
        </p:txBody>
      </p:sp>
      <p:sp>
        <p:nvSpPr>
          <p:cNvPr id="9" name="Цилиндр 8">
            <a:extLst>
              <a:ext uri="{FF2B5EF4-FFF2-40B4-BE49-F238E27FC236}">
                <a16:creationId xmlns:a16="http://schemas.microsoft.com/office/drawing/2014/main" id="{A6CB4848-BD9F-00DA-AFBB-169D872B698A}"/>
              </a:ext>
            </a:extLst>
          </p:cNvPr>
          <p:cNvSpPr/>
          <p:nvPr/>
        </p:nvSpPr>
        <p:spPr>
          <a:xfrm>
            <a:off x="8805428" y="1288289"/>
            <a:ext cx="1793569" cy="2140711"/>
          </a:xfrm>
          <a:prstGeom prst="can">
            <a:avLst/>
          </a:prstGeom>
          <a:solidFill>
            <a:schemeClr val="accent1"/>
          </a:solidFill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/>
              <a:t>master-1</a:t>
            </a:r>
            <a:endParaRPr lang="ru-BY" dirty="0"/>
          </a:p>
        </p:txBody>
      </p:sp>
      <p:cxnSp>
        <p:nvCxnSpPr>
          <p:cNvPr id="10" name="Прямая со стрелкой 18">
            <a:extLst>
              <a:ext uri="{FF2B5EF4-FFF2-40B4-BE49-F238E27FC236}">
                <a16:creationId xmlns:a16="http://schemas.microsoft.com/office/drawing/2014/main" id="{6BDA3585-87B9-649E-1E95-BF31212098C0}"/>
              </a:ext>
            </a:extLst>
          </p:cNvPr>
          <p:cNvCxnSpPr>
            <a:cxnSpLocks/>
            <a:stCxn id="23" idx="4"/>
            <a:endCxn id="9" idx="2"/>
          </p:cNvCxnSpPr>
          <p:nvPr/>
        </p:nvCxnSpPr>
        <p:spPr>
          <a:xfrm>
            <a:off x="4947413" y="2358644"/>
            <a:ext cx="3858015" cy="1"/>
          </a:xfrm>
          <a:prstGeom prst="bentConnector3">
            <a:avLst>
              <a:gd name="adj1" fmla="val 50000"/>
            </a:avLst>
          </a:prstGeom>
          <a:ln w="31750">
            <a:solidFill>
              <a:schemeClr val="accent6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273A2584-B55C-170F-E6C7-B55FA12521EE}"/>
              </a:ext>
            </a:extLst>
          </p:cNvPr>
          <p:cNvSpPr txBox="1"/>
          <p:nvPr/>
        </p:nvSpPr>
        <p:spPr>
          <a:xfrm>
            <a:off x="6210725" y="1896977"/>
            <a:ext cx="109555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replica</a:t>
            </a:r>
            <a:endParaRPr lang="ru-BY" sz="2400" dirty="0"/>
          </a:p>
        </p:txBody>
      </p:sp>
    </p:spTree>
    <p:extLst>
      <p:ext uri="{BB962C8B-B14F-4D97-AF65-F5344CB8AC3E}">
        <p14:creationId xmlns:p14="http://schemas.microsoft.com/office/powerpoint/2010/main" val="214757965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94E4C0E-6D42-9859-A288-13B3204AF1E0}"/>
              </a:ext>
            </a:extLst>
          </p:cNvPr>
          <p:cNvSpPr txBox="1"/>
          <p:nvPr/>
        </p:nvSpPr>
        <p:spPr>
          <a:xfrm>
            <a:off x="230406" y="226738"/>
            <a:ext cx="635462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600" dirty="0"/>
              <a:t>Общая архитектура кластера</a:t>
            </a:r>
            <a:endParaRPr lang="en-US" sz="3600" dirty="0"/>
          </a:p>
        </p:txBody>
      </p:sp>
      <p:sp>
        <p:nvSpPr>
          <p:cNvPr id="23" name="Цилиндр 22">
            <a:extLst>
              <a:ext uri="{FF2B5EF4-FFF2-40B4-BE49-F238E27FC236}">
                <a16:creationId xmlns:a16="http://schemas.microsoft.com/office/drawing/2014/main" id="{EF1DB332-50CD-775B-ABA2-0817F517ECDA}"/>
              </a:ext>
            </a:extLst>
          </p:cNvPr>
          <p:cNvSpPr/>
          <p:nvPr/>
        </p:nvSpPr>
        <p:spPr>
          <a:xfrm>
            <a:off x="215162" y="3220803"/>
            <a:ext cx="1087933" cy="1298500"/>
          </a:xfrm>
          <a:prstGeom prst="can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coord-1</a:t>
            </a:r>
            <a:endParaRPr lang="ru-BY" dirty="0"/>
          </a:p>
        </p:txBody>
      </p:sp>
      <p:cxnSp>
        <p:nvCxnSpPr>
          <p:cNvPr id="24" name="Прямая со стрелкой 18">
            <a:extLst>
              <a:ext uri="{FF2B5EF4-FFF2-40B4-BE49-F238E27FC236}">
                <a16:creationId xmlns:a16="http://schemas.microsoft.com/office/drawing/2014/main" id="{8DA426C6-59CA-DA3A-D5CB-51EF9C2A4510}"/>
              </a:ext>
            </a:extLst>
          </p:cNvPr>
          <p:cNvCxnSpPr>
            <a:cxnSpLocks/>
            <a:stCxn id="23" idx="4"/>
            <a:endCxn id="77" idx="2"/>
          </p:cNvCxnSpPr>
          <p:nvPr/>
        </p:nvCxnSpPr>
        <p:spPr>
          <a:xfrm flipV="1">
            <a:off x="1303095" y="3852081"/>
            <a:ext cx="823068" cy="17972"/>
          </a:xfrm>
          <a:prstGeom prst="straightConnector1">
            <a:avLst/>
          </a:prstGeom>
          <a:ln w="31750">
            <a:solidFill>
              <a:schemeClr val="accent2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Прямая со стрелкой 18">
            <a:extLst>
              <a:ext uri="{FF2B5EF4-FFF2-40B4-BE49-F238E27FC236}">
                <a16:creationId xmlns:a16="http://schemas.microsoft.com/office/drawing/2014/main" id="{B88E1360-ADC8-7A39-E28B-1D30D90CA2CC}"/>
              </a:ext>
            </a:extLst>
          </p:cNvPr>
          <p:cNvCxnSpPr>
            <a:cxnSpLocks/>
            <a:stCxn id="78" idx="1"/>
            <a:endCxn id="23" idx="3"/>
          </p:cNvCxnSpPr>
          <p:nvPr/>
        </p:nvCxnSpPr>
        <p:spPr>
          <a:xfrm flipH="1" flipV="1">
            <a:off x="759129" y="4519303"/>
            <a:ext cx="1408013" cy="644414"/>
          </a:xfrm>
          <a:prstGeom prst="straightConnector1">
            <a:avLst/>
          </a:prstGeom>
          <a:ln w="31750">
            <a:solidFill>
              <a:schemeClr val="accent2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Прямая со стрелкой 18">
            <a:extLst>
              <a:ext uri="{FF2B5EF4-FFF2-40B4-BE49-F238E27FC236}">
                <a16:creationId xmlns:a16="http://schemas.microsoft.com/office/drawing/2014/main" id="{B88E1360-ADC8-7A39-E28B-1D30D90CA2CC}"/>
              </a:ext>
            </a:extLst>
          </p:cNvPr>
          <p:cNvCxnSpPr>
            <a:cxnSpLocks/>
            <a:stCxn id="23" idx="3"/>
            <a:endCxn id="79" idx="1"/>
          </p:cNvCxnSpPr>
          <p:nvPr/>
        </p:nvCxnSpPr>
        <p:spPr>
          <a:xfrm flipH="1">
            <a:off x="750020" y="4519303"/>
            <a:ext cx="9109" cy="644414"/>
          </a:xfrm>
          <a:prstGeom prst="straightConnector1">
            <a:avLst/>
          </a:prstGeom>
          <a:ln w="31750">
            <a:solidFill>
              <a:schemeClr val="accent2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Цилиндр 8">
            <a:extLst>
              <a:ext uri="{FF2B5EF4-FFF2-40B4-BE49-F238E27FC236}">
                <a16:creationId xmlns:a16="http://schemas.microsoft.com/office/drawing/2014/main" id="{A6CB4848-BD9F-00DA-AFBB-169D872B698A}"/>
              </a:ext>
            </a:extLst>
          </p:cNvPr>
          <p:cNvSpPr/>
          <p:nvPr/>
        </p:nvSpPr>
        <p:spPr>
          <a:xfrm>
            <a:off x="1669290" y="1348234"/>
            <a:ext cx="1087933" cy="1298500"/>
          </a:xfrm>
          <a:prstGeom prst="can">
            <a:avLst/>
          </a:prstGeom>
          <a:solidFill>
            <a:schemeClr val="accent1"/>
          </a:solidFill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master-1</a:t>
            </a:r>
            <a:endParaRPr lang="ru-BY" sz="1200" dirty="0"/>
          </a:p>
        </p:txBody>
      </p:sp>
      <p:cxnSp>
        <p:nvCxnSpPr>
          <p:cNvPr id="10" name="Прямая со стрелкой 18">
            <a:extLst>
              <a:ext uri="{FF2B5EF4-FFF2-40B4-BE49-F238E27FC236}">
                <a16:creationId xmlns:a16="http://schemas.microsoft.com/office/drawing/2014/main" id="{6BDA3585-87B9-649E-1E95-BF31212098C0}"/>
              </a:ext>
            </a:extLst>
          </p:cNvPr>
          <p:cNvCxnSpPr>
            <a:cxnSpLocks/>
            <a:stCxn id="23" idx="1"/>
            <a:endCxn id="9" idx="2"/>
          </p:cNvCxnSpPr>
          <p:nvPr/>
        </p:nvCxnSpPr>
        <p:spPr>
          <a:xfrm flipV="1">
            <a:off x="759129" y="1997484"/>
            <a:ext cx="910161" cy="1223319"/>
          </a:xfrm>
          <a:prstGeom prst="straightConnector1">
            <a:avLst/>
          </a:prstGeom>
          <a:ln w="31750">
            <a:solidFill>
              <a:schemeClr val="accent6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273A2584-B55C-170F-E6C7-B55FA12521EE}"/>
              </a:ext>
            </a:extLst>
          </p:cNvPr>
          <p:cNvSpPr txBox="1"/>
          <p:nvPr/>
        </p:nvSpPr>
        <p:spPr>
          <a:xfrm>
            <a:off x="400574" y="2252160"/>
            <a:ext cx="8678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1791FD8-19AD-0449-82A9-93DFE76667E6}"/>
              </a:ext>
            </a:extLst>
          </p:cNvPr>
          <p:cNvSpPr txBox="1"/>
          <p:nvPr/>
        </p:nvSpPr>
        <p:spPr>
          <a:xfrm>
            <a:off x="9354132" y="4629978"/>
            <a:ext cx="1043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sharding</a:t>
            </a:r>
            <a:endParaRPr lang="ru-BY" dirty="0"/>
          </a:p>
        </p:txBody>
      </p:sp>
      <p:sp>
        <p:nvSpPr>
          <p:cNvPr id="63" name="Цилиндр 62">
            <a:extLst>
              <a:ext uri="{FF2B5EF4-FFF2-40B4-BE49-F238E27FC236}">
                <a16:creationId xmlns:a16="http://schemas.microsoft.com/office/drawing/2014/main" id="{4B01D485-58C5-F64B-892A-4DB24B7AC6F5}"/>
              </a:ext>
            </a:extLst>
          </p:cNvPr>
          <p:cNvSpPr/>
          <p:nvPr/>
        </p:nvSpPr>
        <p:spPr>
          <a:xfrm>
            <a:off x="10888904" y="3220803"/>
            <a:ext cx="1087933" cy="1298500"/>
          </a:xfrm>
          <a:prstGeom prst="can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coord-3</a:t>
            </a:r>
            <a:endParaRPr lang="ru-BY" dirty="0"/>
          </a:p>
        </p:txBody>
      </p:sp>
      <p:cxnSp>
        <p:nvCxnSpPr>
          <p:cNvPr id="64" name="Прямая со стрелкой 18">
            <a:extLst>
              <a:ext uri="{FF2B5EF4-FFF2-40B4-BE49-F238E27FC236}">
                <a16:creationId xmlns:a16="http://schemas.microsoft.com/office/drawing/2014/main" id="{E0164565-70E0-C7C7-2C99-E337B9E0B7F3}"/>
              </a:ext>
            </a:extLst>
          </p:cNvPr>
          <p:cNvCxnSpPr>
            <a:cxnSpLocks/>
            <a:stCxn id="63" idx="3"/>
            <a:endCxn id="80" idx="1"/>
          </p:cNvCxnSpPr>
          <p:nvPr/>
        </p:nvCxnSpPr>
        <p:spPr>
          <a:xfrm>
            <a:off x="11432871" y="4519303"/>
            <a:ext cx="9110" cy="644414"/>
          </a:xfrm>
          <a:prstGeom prst="straightConnector1">
            <a:avLst/>
          </a:prstGeom>
          <a:ln w="31750">
            <a:solidFill>
              <a:schemeClr val="accent2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Прямая со стрелкой 18">
            <a:extLst>
              <a:ext uri="{FF2B5EF4-FFF2-40B4-BE49-F238E27FC236}">
                <a16:creationId xmlns:a16="http://schemas.microsoft.com/office/drawing/2014/main" id="{3B012901-C858-91F9-0976-418FE294860D}"/>
              </a:ext>
            </a:extLst>
          </p:cNvPr>
          <p:cNvCxnSpPr>
            <a:cxnSpLocks/>
            <a:stCxn id="75" idx="1"/>
            <a:endCxn id="63" idx="3"/>
          </p:cNvCxnSpPr>
          <p:nvPr/>
        </p:nvCxnSpPr>
        <p:spPr>
          <a:xfrm flipV="1">
            <a:off x="10024859" y="4519303"/>
            <a:ext cx="1408012" cy="644414"/>
          </a:xfrm>
          <a:prstGeom prst="straightConnector1">
            <a:avLst/>
          </a:prstGeom>
          <a:ln w="31750">
            <a:solidFill>
              <a:schemeClr val="accent2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Прямая со стрелкой 18">
            <a:extLst>
              <a:ext uri="{FF2B5EF4-FFF2-40B4-BE49-F238E27FC236}">
                <a16:creationId xmlns:a16="http://schemas.microsoft.com/office/drawing/2014/main" id="{C3FFC7E5-B5AC-380A-3E46-45A18ABA9FA2}"/>
              </a:ext>
            </a:extLst>
          </p:cNvPr>
          <p:cNvCxnSpPr>
            <a:cxnSpLocks/>
            <a:stCxn id="63" idx="2"/>
            <a:endCxn id="67" idx="4"/>
          </p:cNvCxnSpPr>
          <p:nvPr/>
        </p:nvCxnSpPr>
        <p:spPr>
          <a:xfrm flipH="1">
            <a:off x="10054688" y="3870053"/>
            <a:ext cx="834216" cy="4836"/>
          </a:xfrm>
          <a:prstGeom prst="straightConnector1">
            <a:avLst/>
          </a:prstGeom>
          <a:ln w="31750">
            <a:solidFill>
              <a:schemeClr val="accent2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Цилиндр 66">
            <a:extLst>
              <a:ext uri="{FF2B5EF4-FFF2-40B4-BE49-F238E27FC236}">
                <a16:creationId xmlns:a16="http://schemas.microsoft.com/office/drawing/2014/main" id="{128093ED-E928-3A89-4AAA-8DA88C49702D}"/>
              </a:ext>
            </a:extLst>
          </p:cNvPr>
          <p:cNvSpPr/>
          <p:nvPr/>
        </p:nvSpPr>
        <p:spPr>
          <a:xfrm>
            <a:off x="8751185" y="3096992"/>
            <a:ext cx="1303503" cy="1555794"/>
          </a:xfrm>
          <a:prstGeom prst="can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worker-3-0</a:t>
            </a:r>
            <a:endParaRPr lang="ru-BY" dirty="0"/>
          </a:p>
        </p:txBody>
      </p:sp>
      <p:sp>
        <p:nvSpPr>
          <p:cNvPr id="68" name="Цилиндр 67">
            <a:extLst>
              <a:ext uri="{FF2B5EF4-FFF2-40B4-BE49-F238E27FC236}">
                <a16:creationId xmlns:a16="http://schemas.microsoft.com/office/drawing/2014/main" id="{656280ED-80FF-2A22-8B12-8033CCBAAD4E}"/>
              </a:ext>
            </a:extLst>
          </p:cNvPr>
          <p:cNvSpPr/>
          <p:nvPr/>
        </p:nvSpPr>
        <p:spPr>
          <a:xfrm>
            <a:off x="9702221" y="1348234"/>
            <a:ext cx="1087933" cy="1298500"/>
          </a:xfrm>
          <a:prstGeom prst="can">
            <a:avLst/>
          </a:prstGeom>
          <a:solidFill>
            <a:schemeClr val="accent1"/>
          </a:solidFill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master-3</a:t>
            </a:r>
            <a:endParaRPr lang="ru-BY" sz="1200" dirty="0"/>
          </a:p>
        </p:txBody>
      </p:sp>
      <p:cxnSp>
        <p:nvCxnSpPr>
          <p:cNvPr id="69" name="Прямая со стрелкой 18">
            <a:extLst>
              <a:ext uri="{FF2B5EF4-FFF2-40B4-BE49-F238E27FC236}">
                <a16:creationId xmlns:a16="http://schemas.microsoft.com/office/drawing/2014/main" id="{3C276CDB-B51F-B4E7-01DB-6FE9E932957D}"/>
              </a:ext>
            </a:extLst>
          </p:cNvPr>
          <p:cNvCxnSpPr>
            <a:cxnSpLocks/>
            <a:stCxn id="63" idx="1"/>
            <a:endCxn id="68" idx="4"/>
          </p:cNvCxnSpPr>
          <p:nvPr/>
        </p:nvCxnSpPr>
        <p:spPr>
          <a:xfrm flipH="1" flipV="1">
            <a:off x="10790154" y="1997484"/>
            <a:ext cx="642717" cy="1223319"/>
          </a:xfrm>
          <a:prstGeom prst="straightConnector1">
            <a:avLst/>
          </a:prstGeom>
          <a:ln w="31750">
            <a:solidFill>
              <a:schemeClr val="accent6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FF4DE35B-CC66-B590-425F-C3360A92F914}"/>
              </a:ext>
            </a:extLst>
          </p:cNvPr>
          <p:cNvSpPr txBox="1"/>
          <p:nvPr/>
        </p:nvSpPr>
        <p:spPr>
          <a:xfrm>
            <a:off x="10998937" y="2271675"/>
            <a:ext cx="8678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sp>
        <p:nvSpPr>
          <p:cNvPr id="75" name="Цилиндр 74">
            <a:extLst>
              <a:ext uri="{FF2B5EF4-FFF2-40B4-BE49-F238E27FC236}">
                <a16:creationId xmlns:a16="http://schemas.microsoft.com/office/drawing/2014/main" id="{1081BE96-8EE3-23DD-00BD-4DE2FB885273}"/>
              </a:ext>
            </a:extLst>
          </p:cNvPr>
          <p:cNvSpPr/>
          <p:nvPr/>
        </p:nvSpPr>
        <p:spPr>
          <a:xfrm>
            <a:off x="9373107" y="5163717"/>
            <a:ext cx="1303503" cy="1555794"/>
          </a:xfrm>
          <a:prstGeom prst="can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worker-3-</a:t>
            </a:r>
            <a:r>
              <a:rPr lang="ru-RU" dirty="0"/>
              <a:t>1</a:t>
            </a:r>
            <a:endParaRPr lang="ru-BY" dirty="0"/>
          </a:p>
        </p:txBody>
      </p:sp>
      <p:sp>
        <p:nvSpPr>
          <p:cNvPr id="77" name="Цилиндр 76">
            <a:extLst>
              <a:ext uri="{FF2B5EF4-FFF2-40B4-BE49-F238E27FC236}">
                <a16:creationId xmlns:a16="http://schemas.microsoft.com/office/drawing/2014/main" id="{74E180FE-7261-B185-0C8D-C9C0042627B9}"/>
              </a:ext>
            </a:extLst>
          </p:cNvPr>
          <p:cNvSpPr/>
          <p:nvPr/>
        </p:nvSpPr>
        <p:spPr>
          <a:xfrm>
            <a:off x="2126163" y="3074184"/>
            <a:ext cx="1303503" cy="1555794"/>
          </a:xfrm>
          <a:prstGeom prst="can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</a:t>
            </a:r>
            <a:r>
              <a:rPr lang="ru-RU" dirty="0"/>
              <a:t>1</a:t>
            </a:r>
            <a:r>
              <a:rPr lang="en-US" dirty="0"/>
              <a:t>-</a:t>
            </a:r>
            <a:r>
              <a:rPr lang="ru-RU" dirty="0"/>
              <a:t>2</a:t>
            </a:r>
            <a:endParaRPr lang="ru-BY" dirty="0"/>
          </a:p>
        </p:txBody>
      </p:sp>
      <p:sp>
        <p:nvSpPr>
          <p:cNvPr id="78" name="Цилиндр 77">
            <a:extLst>
              <a:ext uri="{FF2B5EF4-FFF2-40B4-BE49-F238E27FC236}">
                <a16:creationId xmlns:a16="http://schemas.microsoft.com/office/drawing/2014/main" id="{669EF9BA-FD3C-AD21-BB9F-57CF7987C597}"/>
              </a:ext>
            </a:extLst>
          </p:cNvPr>
          <p:cNvSpPr/>
          <p:nvPr/>
        </p:nvSpPr>
        <p:spPr>
          <a:xfrm>
            <a:off x="1515390" y="5163717"/>
            <a:ext cx="1303503" cy="1555794"/>
          </a:xfrm>
          <a:prstGeom prst="can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</a:t>
            </a:r>
            <a:r>
              <a:rPr lang="ru-RU" dirty="0"/>
              <a:t>1</a:t>
            </a:r>
            <a:r>
              <a:rPr lang="en-US" dirty="0"/>
              <a:t>-</a:t>
            </a:r>
            <a:r>
              <a:rPr lang="ru-RU" dirty="0"/>
              <a:t>1</a:t>
            </a:r>
            <a:endParaRPr lang="ru-BY" dirty="0"/>
          </a:p>
        </p:txBody>
      </p:sp>
      <p:sp>
        <p:nvSpPr>
          <p:cNvPr id="79" name="Цилиндр 78">
            <a:extLst>
              <a:ext uri="{FF2B5EF4-FFF2-40B4-BE49-F238E27FC236}">
                <a16:creationId xmlns:a16="http://schemas.microsoft.com/office/drawing/2014/main" id="{90EF0D7E-9F2C-1E4A-15C1-C868A4B7BA30}"/>
              </a:ext>
            </a:extLst>
          </p:cNvPr>
          <p:cNvSpPr/>
          <p:nvPr/>
        </p:nvSpPr>
        <p:spPr>
          <a:xfrm>
            <a:off x="98268" y="5163717"/>
            <a:ext cx="1303503" cy="1555794"/>
          </a:xfrm>
          <a:prstGeom prst="can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</a:t>
            </a:r>
            <a:r>
              <a:rPr lang="ru-RU" dirty="0"/>
              <a:t>1</a:t>
            </a:r>
            <a:r>
              <a:rPr lang="en-US" dirty="0"/>
              <a:t>-0</a:t>
            </a:r>
            <a:endParaRPr lang="ru-BY" dirty="0"/>
          </a:p>
        </p:txBody>
      </p:sp>
      <p:sp>
        <p:nvSpPr>
          <p:cNvPr id="80" name="Цилиндр 79">
            <a:extLst>
              <a:ext uri="{FF2B5EF4-FFF2-40B4-BE49-F238E27FC236}">
                <a16:creationId xmlns:a16="http://schemas.microsoft.com/office/drawing/2014/main" id="{CAE1BEEA-12C6-891C-CD6E-5AD101581989}"/>
              </a:ext>
            </a:extLst>
          </p:cNvPr>
          <p:cNvSpPr/>
          <p:nvPr/>
        </p:nvSpPr>
        <p:spPr>
          <a:xfrm>
            <a:off x="10790229" y="5163717"/>
            <a:ext cx="1303503" cy="1555794"/>
          </a:xfrm>
          <a:prstGeom prst="can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worker-3-</a:t>
            </a:r>
            <a:r>
              <a:rPr lang="ru-RU" dirty="0"/>
              <a:t>2</a:t>
            </a:r>
            <a:endParaRPr lang="ru-BY" dirty="0"/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2E24B429-77BF-4902-7BC8-2E29AEE76BA6}"/>
              </a:ext>
            </a:extLst>
          </p:cNvPr>
          <p:cNvSpPr txBox="1"/>
          <p:nvPr/>
        </p:nvSpPr>
        <p:spPr>
          <a:xfrm>
            <a:off x="1667169" y="4648857"/>
            <a:ext cx="1043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sharding</a:t>
            </a:r>
            <a:endParaRPr lang="ru-BY" dirty="0"/>
          </a:p>
        </p:txBody>
      </p:sp>
      <p:sp>
        <p:nvSpPr>
          <p:cNvPr id="133" name="Цилиндр 132">
            <a:extLst>
              <a:ext uri="{FF2B5EF4-FFF2-40B4-BE49-F238E27FC236}">
                <a16:creationId xmlns:a16="http://schemas.microsoft.com/office/drawing/2014/main" id="{10422A75-5CBF-D970-425D-012B72501D29}"/>
              </a:ext>
            </a:extLst>
          </p:cNvPr>
          <p:cNvSpPr/>
          <p:nvPr/>
        </p:nvSpPr>
        <p:spPr>
          <a:xfrm>
            <a:off x="3933963" y="3516144"/>
            <a:ext cx="1087933" cy="1298500"/>
          </a:xfrm>
          <a:prstGeom prst="can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coord-2</a:t>
            </a:r>
            <a:endParaRPr lang="ru-BY" dirty="0"/>
          </a:p>
        </p:txBody>
      </p:sp>
      <p:cxnSp>
        <p:nvCxnSpPr>
          <p:cNvPr id="134" name="Прямая со стрелкой 18">
            <a:extLst>
              <a:ext uri="{FF2B5EF4-FFF2-40B4-BE49-F238E27FC236}">
                <a16:creationId xmlns:a16="http://schemas.microsoft.com/office/drawing/2014/main" id="{DE6C28DF-FDB8-8101-9E67-6B6088DA23CF}"/>
              </a:ext>
            </a:extLst>
          </p:cNvPr>
          <p:cNvCxnSpPr>
            <a:cxnSpLocks/>
            <a:stCxn id="133" idx="3"/>
            <a:endCxn id="142" idx="1"/>
          </p:cNvCxnSpPr>
          <p:nvPr/>
        </p:nvCxnSpPr>
        <p:spPr>
          <a:xfrm>
            <a:off x="4477930" y="4814644"/>
            <a:ext cx="3035191" cy="349073"/>
          </a:xfrm>
          <a:prstGeom prst="straightConnector1">
            <a:avLst/>
          </a:prstGeom>
          <a:ln w="31750">
            <a:solidFill>
              <a:schemeClr val="accent2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Прямая со стрелкой 18">
            <a:extLst>
              <a:ext uri="{FF2B5EF4-FFF2-40B4-BE49-F238E27FC236}">
                <a16:creationId xmlns:a16="http://schemas.microsoft.com/office/drawing/2014/main" id="{03579E49-243C-2684-AA5D-46796F02523B}"/>
              </a:ext>
            </a:extLst>
          </p:cNvPr>
          <p:cNvCxnSpPr>
            <a:cxnSpLocks/>
            <a:stCxn id="141" idx="1"/>
            <a:endCxn id="133" idx="3"/>
          </p:cNvCxnSpPr>
          <p:nvPr/>
        </p:nvCxnSpPr>
        <p:spPr>
          <a:xfrm flipH="1" flipV="1">
            <a:off x="4477930" y="4814644"/>
            <a:ext cx="1618071" cy="349073"/>
          </a:xfrm>
          <a:prstGeom prst="straightConnector1">
            <a:avLst/>
          </a:prstGeom>
          <a:ln w="31750">
            <a:solidFill>
              <a:schemeClr val="accent2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Прямая со стрелкой 18">
            <a:extLst>
              <a:ext uri="{FF2B5EF4-FFF2-40B4-BE49-F238E27FC236}">
                <a16:creationId xmlns:a16="http://schemas.microsoft.com/office/drawing/2014/main" id="{C44AAD08-2943-690B-31A8-0A09B9E072FD}"/>
              </a:ext>
            </a:extLst>
          </p:cNvPr>
          <p:cNvCxnSpPr>
            <a:cxnSpLocks/>
            <a:stCxn id="133" idx="3"/>
            <a:endCxn id="137" idx="1"/>
          </p:cNvCxnSpPr>
          <p:nvPr/>
        </p:nvCxnSpPr>
        <p:spPr>
          <a:xfrm>
            <a:off x="4477930" y="4814644"/>
            <a:ext cx="200891" cy="349073"/>
          </a:xfrm>
          <a:prstGeom prst="straightConnector1">
            <a:avLst/>
          </a:prstGeom>
          <a:ln w="31750">
            <a:solidFill>
              <a:schemeClr val="accent2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7" name="Цилиндр 136">
            <a:extLst>
              <a:ext uri="{FF2B5EF4-FFF2-40B4-BE49-F238E27FC236}">
                <a16:creationId xmlns:a16="http://schemas.microsoft.com/office/drawing/2014/main" id="{CC73C14A-0919-2FE7-F8E9-5C086C1BA19A}"/>
              </a:ext>
            </a:extLst>
          </p:cNvPr>
          <p:cNvSpPr/>
          <p:nvPr/>
        </p:nvSpPr>
        <p:spPr>
          <a:xfrm>
            <a:off x="4027069" y="5163717"/>
            <a:ext cx="1303503" cy="1555794"/>
          </a:xfrm>
          <a:prstGeom prst="can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worker-2-0</a:t>
            </a:r>
            <a:endParaRPr lang="ru-BY" dirty="0"/>
          </a:p>
        </p:txBody>
      </p:sp>
      <p:sp>
        <p:nvSpPr>
          <p:cNvPr id="138" name="Цилиндр 137">
            <a:extLst>
              <a:ext uri="{FF2B5EF4-FFF2-40B4-BE49-F238E27FC236}">
                <a16:creationId xmlns:a16="http://schemas.microsoft.com/office/drawing/2014/main" id="{7764FAA7-A17D-C3BE-BCE9-AF49FE66AF99}"/>
              </a:ext>
            </a:extLst>
          </p:cNvPr>
          <p:cNvSpPr/>
          <p:nvPr/>
        </p:nvSpPr>
        <p:spPr>
          <a:xfrm>
            <a:off x="5230679" y="2515673"/>
            <a:ext cx="1087933" cy="1298500"/>
          </a:xfrm>
          <a:prstGeom prst="can">
            <a:avLst/>
          </a:prstGeom>
          <a:solidFill>
            <a:schemeClr val="accent1"/>
          </a:solidFill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master-2</a:t>
            </a:r>
            <a:endParaRPr lang="ru-BY" sz="1200" dirty="0"/>
          </a:p>
        </p:txBody>
      </p:sp>
      <p:cxnSp>
        <p:nvCxnSpPr>
          <p:cNvPr id="139" name="Прямая со стрелкой 18">
            <a:extLst>
              <a:ext uri="{FF2B5EF4-FFF2-40B4-BE49-F238E27FC236}">
                <a16:creationId xmlns:a16="http://schemas.microsoft.com/office/drawing/2014/main" id="{437692CA-6BAB-8682-E077-7E4A2777BBE4}"/>
              </a:ext>
            </a:extLst>
          </p:cNvPr>
          <p:cNvCxnSpPr>
            <a:cxnSpLocks/>
            <a:stCxn id="133" idx="4"/>
            <a:endCxn id="138" idx="3"/>
          </p:cNvCxnSpPr>
          <p:nvPr/>
        </p:nvCxnSpPr>
        <p:spPr>
          <a:xfrm flipV="1">
            <a:off x="5021896" y="3814173"/>
            <a:ext cx="752750" cy="351221"/>
          </a:xfrm>
          <a:prstGeom prst="straightConnector1">
            <a:avLst/>
          </a:prstGeom>
          <a:ln w="31750">
            <a:solidFill>
              <a:schemeClr val="accent6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1" name="Цилиндр 140">
            <a:extLst>
              <a:ext uri="{FF2B5EF4-FFF2-40B4-BE49-F238E27FC236}">
                <a16:creationId xmlns:a16="http://schemas.microsoft.com/office/drawing/2014/main" id="{3039488A-90E7-C053-C3A5-6D2078D0D8AA}"/>
              </a:ext>
            </a:extLst>
          </p:cNvPr>
          <p:cNvSpPr/>
          <p:nvPr/>
        </p:nvSpPr>
        <p:spPr>
          <a:xfrm>
            <a:off x="5444249" y="5163717"/>
            <a:ext cx="1303503" cy="1555794"/>
          </a:xfrm>
          <a:prstGeom prst="can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worker-2-</a:t>
            </a:r>
            <a:r>
              <a:rPr lang="ru-RU" dirty="0"/>
              <a:t>1</a:t>
            </a:r>
            <a:endParaRPr lang="ru-BY" dirty="0"/>
          </a:p>
        </p:txBody>
      </p:sp>
      <p:sp>
        <p:nvSpPr>
          <p:cNvPr id="142" name="Цилиндр 141">
            <a:extLst>
              <a:ext uri="{FF2B5EF4-FFF2-40B4-BE49-F238E27FC236}">
                <a16:creationId xmlns:a16="http://schemas.microsoft.com/office/drawing/2014/main" id="{C08D3B91-888D-4E44-94BF-FDCCFE5A5B8B}"/>
              </a:ext>
            </a:extLst>
          </p:cNvPr>
          <p:cNvSpPr/>
          <p:nvPr/>
        </p:nvSpPr>
        <p:spPr>
          <a:xfrm>
            <a:off x="6861369" y="5163717"/>
            <a:ext cx="1303503" cy="1555794"/>
          </a:xfrm>
          <a:prstGeom prst="can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worker-2-</a:t>
            </a:r>
            <a:r>
              <a:rPr lang="ru-RU" dirty="0"/>
              <a:t>2</a:t>
            </a:r>
            <a:endParaRPr lang="ru-BY" dirty="0"/>
          </a:p>
        </p:txBody>
      </p:sp>
      <p:sp>
        <p:nvSpPr>
          <p:cNvPr id="185" name="TextBox 184">
            <a:extLst>
              <a:ext uri="{FF2B5EF4-FFF2-40B4-BE49-F238E27FC236}">
                <a16:creationId xmlns:a16="http://schemas.microsoft.com/office/drawing/2014/main" id="{E3A12764-859C-06BB-191F-3E87ABBE4FF9}"/>
              </a:ext>
            </a:extLst>
          </p:cNvPr>
          <p:cNvSpPr txBox="1"/>
          <p:nvPr/>
        </p:nvSpPr>
        <p:spPr>
          <a:xfrm>
            <a:off x="6867978" y="4656844"/>
            <a:ext cx="1043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sharding</a:t>
            </a:r>
            <a:endParaRPr lang="ru-BY" dirty="0"/>
          </a:p>
        </p:txBody>
      </p:sp>
      <p:sp>
        <p:nvSpPr>
          <p:cNvPr id="197" name="TextBox 196">
            <a:extLst>
              <a:ext uri="{FF2B5EF4-FFF2-40B4-BE49-F238E27FC236}">
                <a16:creationId xmlns:a16="http://schemas.microsoft.com/office/drawing/2014/main" id="{79EA9046-390B-7DC2-0A45-D3698290DFF2}"/>
              </a:ext>
            </a:extLst>
          </p:cNvPr>
          <p:cNvSpPr txBox="1"/>
          <p:nvPr/>
        </p:nvSpPr>
        <p:spPr>
          <a:xfrm>
            <a:off x="5165803" y="4045431"/>
            <a:ext cx="8678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cxnSp>
        <p:nvCxnSpPr>
          <p:cNvPr id="198" name="Прямая со стрелкой 18">
            <a:extLst>
              <a:ext uri="{FF2B5EF4-FFF2-40B4-BE49-F238E27FC236}">
                <a16:creationId xmlns:a16="http://schemas.microsoft.com/office/drawing/2014/main" id="{E24C86D1-B1B2-0973-0C35-766D2673E24F}"/>
              </a:ext>
            </a:extLst>
          </p:cNvPr>
          <p:cNvCxnSpPr>
            <a:cxnSpLocks/>
            <a:stCxn id="68" idx="3"/>
            <a:endCxn id="138" idx="4"/>
          </p:cNvCxnSpPr>
          <p:nvPr/>
        </p:nvCxnSpPr>
        <p:spPr>
          <a:xfrm rot="5400000">
            <a:off x="8023306" y="942040"/>
            <a:ext cx="518189" cy="3927576"/>
          </a:xfrm>
          <a:prstGeom prst="curvedConnector2">
            <a:avLst/>
          </a:prstGeom>
          <a:ln w="31750">
            <a:solidFill>
              <a:schemeClr val="tx2"/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1" name="Прямая со стрелкой 18">
            <a:extLst>
              <a:ext uri="{FF2B5EF4-FFF2-40B4-BE49-F238E27FC236}">
                <a16:creationId xmlns:a16="http://schemas.microsoft.com/office/drawing/2014/main" id="{E6610087-EEA6-8CB3-DB1C-596299E7C6E4}"/>
              </a:ext>
            </a:extLst>
          </p:cNvPr>
          <p:cNvCxnSpPr>
            <a:cxnSpLocks/>
            <a:stCxn id="138" idx="2"/>
            <a:endCxn id="9" idx="3"/>
          </p:cNvCxnSpPr>
          <p:nvPr/>
        </p:nvCxnSpPr>
        <p:spPr>
          <a:xfrm rot="10800000">
            <a:off x="2213257" y="2646735"/>
            <a:ext cx="3017422" cy="518189"/>
          </a:xfrm>
          <a:prstGeom prst="curvedConnector2">
            <a:avLst/>
          </a:prstGeom>
          <a:ln w="31750">
            <a:solidFill>
              <a:schemeClr val="accent1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4" name="Прямая со стрелкой 18">
            <a:extLst>
              <a:ext uri="{FF2B5EF4-FFF2-40B4-BE49-F238E27FC236}">
                <a16:creationId xmlns:a16="http://schemas.microsoft.com/office/drawing/2014/main" id="{367169FA-98EA-11DB-5DDF-4A37DA71E9A0}"/>
              </a:ext>
            </a:extLst>
          </p:cNvPr>
          <p:cNvCxnSpPr>
            <a:cxnSpLocks/>
            <a:stCxn id="68" idx="1"/>
            <a:endCxn id="9" idx="1"/>
          </p:cNvCxnSpPr>
          <p:nvPr/>
        </p:nvCxnSpPr>
        <p:spPr>
          <a:xfrm rot="16200000" flipV="1">
            <a:off x="6229723" y="-2668232"/>
            <a:ext cx="12700" cy="8032931"/>
          </a:xfrm>
          <a:prstGeom prst="curvedConnector3">
            <a:avLst>
              <a:gd name="adj1" fmla="val 3124142"/>
            </a:avLst>
          </a:prstGeom>
          <a:ln w="31750">
            <a:solidFill>
              <a:schemeClr val="tx2"/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9" name="Цилиндр 218">
            <a:extLst>
              <a:ext uri="{FF2B5EF4-FFF2-40B4-BE49-F238E27FC236}">
                <a16:creationId xmlns:a16="http://schemas.microsoft.com/office/drawing/2014/main" id="{F97146B8-7B39-B451-1FBC-DE4AC56132F9}"/>
              </a:ext>
            </a:extLst>
          </p:cNvPr>
          <p:cNvSpPr/>
          <p:nvPr/>
        </p:nvSpPr>
        <p:spPr>
          <a:xfrm>
            <a:off x="6585031" y="1165451"/>
            <a:ext cx="1187095" cy="1416855"/>
          </a:xfrm>
          <a:prstGeom prst="can">
            <a:avLst/>
          </a:prstGeom>
          <a:solidFill>
            <a:schemeClr val="accent5">
              <a:lumMod val="75000"/>
            </a:schemeClr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pg</a:t>
            </a:r>
            <a:r>
              <a:rPr lang="en-US" dirty="0"/>
              <a:t>-locker</a:t>
            </a:r>
            <a:endParaRPr lang="ru-BY" dirty="0"/>
          </a:p>
        </p:txBody>
      </p:sp>
      <p:sp>
        <p:nvSpPr>
          <p:cNvPr id="256" name="TextBox 255">
            <a:extLst>
              <a:ext uri="{FF2B5EF4-FFF2-40B4-BE49-F238E27FC236}">
                <a16:creationId xmlns:a16="http://schemas.microsoft.com/office/drawing/2014/main" id="{58279774-7160-836C-6405-54333B773624}"/>
              </a:ext>
            </a:extLst>
          </p:cNvPr>
          <p:cNvSpPr txBox="1"/>
          <p:nvPr/>
        </p:nvSpPr>
        <p:spPr>
          <a:xfrm>
            <a:off x="7477985" y="2681788"/>
            <a:ext cx="8678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sp>
        <p:nvSpPr>
          <p:cNvPr id="257" name="TextBox 256">
            <a:extLst>
              <a:ext uri="{FF2B5EF4-FFF2-40B4-BE49-F238E27FC236}">
                <a16:creationId xmlns:a16="http://schemas.microsoft.com/office/drawing/2014/main" id="{DD53FC2A-CEAB-0AD0-B55F-D0A914B98D3C}"/>
              </a:ext>
            </a:extLst>
          </p:cNvPr>
          <p:cNvSpPr txBox="1"/>
          <p:nvPr/>
        </p:nvSpPr>
        <p:spPr>
          <a:xfrm>
            <a:off x="3023642" y="2536496"/>
            <a:ext cx="8678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sp>
        <p:nvSpPr>
          <p:cNvPr id="258" name="TextBox 257">
            <a:extLst>
              <a:ext uri="{FF2B5EF4-FFF2-40B4-BE49-F238E27FC236}">
                <a16:creationId xmlns:a16="http://schemas.microsoft.com/office/drawing/2014/main" id="{54BDDF33-7B5B-73FC-63C5-23E52053FDAB}"/>
              </a:ext>
            </a:extLst>
          </p:cNvPr>
          <p:cNvSpPr txBox="1"/>
          <p:nvPr/>
        </p:nvSpPr>
        <p:spPr>
          <a:xfrm>
            <a:off x="8730673" y="1107687"/>
            <a:ext cx="8678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sp>
        <p:nvSpPr>
          <p:cNvPr id="259" name="TextBox 258">
            <a:extLst>
              <a:ext uri="{FF2B5EF4-FFF2-40B4-BE49-F238E27FC236}">
                <a16:creationId xmlns:a16="http://schemas.microsoft.com/office/drawing/2014/main" id="{F59F23C3-6E7B-BAAF-769B-9EDF4ADABFE5}"/>
              </a:ext>
            </a:extLst>
          </p:cNvPr>
          <p:cNvSpPr txBox="1"/>
          <p:nvPr/>
        </p:nvSpPr>
        <p:spPr>
          <a:xfrm>
            <a:off x="2973785" y="1181682"/>
            <a:ext cx="8678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cxnSp>
        <p:nvCxnSpPr>
          <p:cNvPr id="260" name="Прямая со стрелкой 18">
            <a:extLst>
              <a:ext uri="{FF2B5EF4-FFF2-40B4-BE49-F238E27FC236}">
                <a16:creationId xmlns:a16="http://schemas.microsoft.com/office/drawing/2014/main" id="{1638CF53-861A-7EA7-7816-D17722443F84}"/>
              </a:ext>
            </a:extLst>
          </p:cNvPr>
          <p:cNvCxnSpPr>
            <a:cxnSpLocks/>
            <a:stCxn id="219" idx="2"/>
            <a:endCxn id="138" idx="1"/>
          </p:cNvCxnSpPr>
          <p:nvPr/>
        </p:nvCxnSpPr>
        <p:spPr>
          <a:xfrm rot="10800000" flipV="1">
            <a:off x="5774647" y="1873879"/>
            <a:ext cx="810385" cy="641794"/>
          </a:xfrm>
          <a:prstGeom prst="curvedConnector2">
            <a:avLst/>
          </a:prstGeom>
          <a:ln w="31750">
            <a:solidFill>
              <a:schemeClr val="accent5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3" name="Прямая со стрелкой 18">
            <a:extLst>
              <a:ext uri="{FF2B5EF4-FFF2-40B4-BE49-F238E27FC236}">
                <a16:creationId xmlns:a16="http://schemas.microsoft.com/office/drawing/2014/main" id="{53F97DCD-6CB1-67FC-5E16-26E146F51A93}"/>
              </a:ext>
            </a:extLst>
          </p:cNvPr>
          <p:cNvCxnSpPr>
            <a:cxnSpLocks/>
            <a:stCxn id="219" idx="2"/>
            <a:endCxn id="9" idx="4"/>
          </p:cNvCxnSpPr>
          <p:nvPr/>
        </p:nvCxnSpPr>
        <p:spPr>
          <a:xfrm rot="10800000" flipV="1">
            <a:off x="2757223" y="1873878"/>
            <a:ext cx="3827808" cy="123605"/>
          </a:xfrm>
          <a:prstGeom prst="curvedConnector3">
            <a:avLst>
              <a:gd name="adj1" fmla="val 50000"/>
            </a:avLst>
          </a:prstGeom>
          <a:ln w="31750">
            <a:solidFill>
              <a:schemeClr val="accent5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6" name="Прямая со стрелкой 18">
            <a:extLst>
              <a:ext uri="{FF2B5EF4-FFF2-40B4-BE49-F238E27FC236}">
                <a16:creationId xmlns:a16="http://schemas.microsoft.com/office/drawing/2014/main" id="{CFAEA455-C352-AAFE-3A31-354F9E3B482B}"/>
              </a:ext>
            </a:extLst>
          </p:cNvPr>
          <p:cNvCxnSpPr>
            <a:cxnSpLocks/>
            <a:stCxn id="219" idx="4"/>
            <a:endCxn id="68" idx="2"/>
          </p:cNvCxnSpPr>
          <p:nvPr/>
        </p:nvCxnSpPr>
        <p:spPr>
          <a:xfrm>
            <a:off x="7772126" y="1873879"/>
            <a:ext cx="1930095" cy="123605"/>
          </a:xfrm>
          <a:prstGeom prst="curvedConnector3">
            <a:avLst>
              <a:gd name="adj1" fmla="val 50000"/>
            </a:avLst>
          </a:prstGeom>
          <a:ln w="31750">
            <a:solidFill>
              <a:schemeClr val="accent5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9" name="TextBox 268">
            <a:extLst>
              <a:ext uri="{FF2B5EF4-FFF2-40B4-BE49-F238E27FC236}">
                <a16:creationId xmlns:a16="http://schemas.microsoft.com/office/drawing/2014/main" id="{49A2AAB3-1A49-2A61-5531-BDF57480A889}"/>
              </a:ext>
            </a:extLst>
          </p:cNvPr>
          <p:cNvSpPr txBox="1"/>
          <p:nvPr/>
        </p:nvSpPr>
        <p:spPr>
          <a:xfrm>
            <a:off x="8434847" y="1584764"/>
            <a:ext cx="6046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lock</a:t>
            </a:r>
            <a:endParaRPr lang="ru-BY" dirty="0"/>
          </a:p>
        </p:txBody>
      </p:sp>
      <p:sp>
        <p:nvSpPr>
          <p:cNvPr id="270" name="TextBox 269">
            <a:extLst>
              <a:ext uri="{FF2B5EF4-FFF2-40B4-BE49-F238E27FC236}">
                <a16:creationId xmlns:a16="http://schemas.microsoft.com/office/drawing/2014/main" id="{69A33C7D-9720-EB54-0886-65F6F5998EB5}"/>
              </a:ext>
            </a:extLst>
          </p:cNvPr>
          <p:cNvSpPr txBox="1"/>
          <p:nvPr/>
        </p:nvSpPr>
        <p:spPr>
          <a:xfrm>
            <a:off x="3933963" y="1610311"/>
            <a:ext cx="6046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lock</a:t>
            </a:r>
            <a:endParaRPr lang="ru-BY" dirty="0"/>
          </a:p>
        </p:txBody>
      </p:sp>
      <p:sp>
        <p:nvSpPr>
          <p:cNvPr id="271" name="TextBox 270">
            <a:extLst>
              <a:ext uri="{FF2B5EF4-FFF2-40B4-BE49-F238E27FC236}">
                <a16:creationId xmlns:a16="http://schemas.microsoft.com/office/drawing/2014/main" id="{23985170-98D4-49F9-2456-59DFBED5B3A1}"/>
              </a:ext>
            </a:extLst>
          </p:cNvPr>
          <p:cNvSpPr txBox="1"/>
          <p:nvPr/>
        </p:nvSpPr>
        <p:spPr>
          <a:xfrm>
            <a:off x="5327376" y="1935680"/>
            <a:ext cx="6046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lock</a:t>
            </a:r>
            <a:endParaRPr lang="ru-BY" dirty="0"/>
          </a:p>
        </p:txBody>
      </p:sp>
    </p:spTree>
    <p:extLst>
      <p:ext uri="{BB962C8B-B14F-4D97-AF65-F5344CB8AC3E}">
        <p14:creationId xmlns:p14="http://schemas.microsoft.com/office/powerpoint/2010/main" val="1852395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94E4C0E-6D42-9859-A288-13B3204AF1E0}"/>
              </a:ext>
            </a:extLst>
          </p:cNvPr>
          <p:cNvSpPr txBox="1"/>
          <p:nvPr/>
        </p:nvSpPr>
        <p:spPr>
          <a:xfrm>
            <a:off x="230406" y="226738"/>
            <a:ext cx="290015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600" dirty="0"/>
              <a:t>Слой чтения</a:t>
            </a:r>
            <a:endParaRPr lang="en-US" sz="3600" dirty="0"/>
          </a:p>
        </p:txBody>
      </p:sp>
      <p:sp>
        <p:nvSpPr>
          <p:cNvPr id="23" name="Цилиндр 22">
            <a:extLst>
              <a:ext uri="{FF2B5EF4-FFF2-40B4-BE49-F238E27FC236}">
                <a16:creationId xmlns:a16="http://schemas.microsoft.com/office/drawing/2014/main" id="{EF1DB332-50CD-775B-ABA2-0817F517ECDA}"/>
              </a:ext>
            </a:extLst>
          </p:cNvPr>
          <p:cNvSpPr/>
          <p:nvPr/>
        </p:nvSpPr>
        <p:spPr>
          <a:xfrm>
            <a:off x="215162" y="3220803"/>
            <a:ext cx="1087933" cy="1298500"/>
          </a:xfrm>
          <a:prstGeom prst="can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coord-1</a:t>
            </a:r>
            <a:endParaRPr lang="ru-BY" dirty="0"/>
          </a:p>
        </p:txBody>
      </p:sp>
      <p:cxnSp>
        <p:nvCxnSpPr>
          <p:cNvPr id="24" name="Прямая со стрелкой 18">
            <a:extLst>
              <a:ext uri="{FF2B5EF4-FFF2-40B4-BE49-F238E27FC236}">
                <a16:creationId xmlns:a16="http://schemas.microsoft.com/office/drawing/2014/main" id="{8DA426C6-59CA-DA3A-D5CB-51EF9C2A4510}"/>
              </a:ext>
            </a:extLst>
          </p:cNvPr>
          <p:cNvCxnSpPr>
            <a:cxnSpLocks/>
            <a:stCxn id="23" idx="4"/>
            <a:endCxn id="77" idx="2"/>
          </p:cNvCxnSpPr>
          <p:nvPr/>
        </p:nvCxnSpPr>
        <p:spPr>
          <a:xfrm flipV="1">
            <a:off x="1303095" y="3852081"/>
            <a:ext cx="823068" cy="17972"/>
          </a:xfrm>
          <a:prstGeom prst="straightConnector1">
            <a:avLst/>
          </a:prstGeom>
          <a:ln w="31750">
            <a:solidFill>
              <a:schemeClr val="accent2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Прямая со стрелкой 18">
            <a:extLst>
              <a:ext uri="{FF2B5EF4-FFF2-40B4-BE49-F238E27FC236}">
                <a16:creationId xmlns:a16="http://schemas.microsoft.com/office/drawing/2014/main" id="{B88E1360-ADC8-7A39-E28B-1D30D90CA2CC}"/>
              </a:ext>
            </a:extLst>
          </p:cNvPr>
          <p:cNvCxnSpPr>
            <a:cxnSpLocks/>
            <a:stCxn id="78" idx="1"/>
            <a:endCxn id="23" idx="3"/>
          </p:cNvCxnSpPr>
          <p:nvPr/>
        </p:nvCxnSpPr>
        <p:spPr>
          <a:xfrm flipH="1" flipV="1">
            <a:off x="759129" y="4519303"/>
            <a:ext cx="1408013" cy="644414"/>
          </a:xfrm>
          <a:prstGeom prst="straightConnector1">
            <a:avLst/>
          </a:prstGeom>
          <a:ln w="31750">
            <a:solidFill>
              <a:schemeClr val="accent2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Прямая со стрелкой 18">
            <a:extLst>
              <a:ext uri="{FF2B5EF4-FFF2-40B4-BE49-F238E27FC236}">
                <a16:creationId xmlns:a16="http://schemas.microsoft.com/office/drawing/2014/main" id="{B88E1360-ADC8-7A39-E28B-1D30D90CA2CC}"/>
              </a:ext>
            </a:extLst>
          </p:cNvPr>
          <p:cNvCxnSpPr>
            <a:cxnSpLocks/>
            <a:stCxn id="23" idx="3"/>
            <a:endCxn id="79" idx="1"/>
          </p:cNvCxnSpPr>
          <p:nvPr/>
        </p:nvCxnSpPr>
        <p:spPr>
          <a:xfrm flipH="1">
            <a:off x="750020" y="4519303"/>
            <a:ext cx="9109" cy="644414"/>
          </a:xfrm>
          <a:prstGeom prst="straightConnector1">
            <a:avLst/>
          </a:prstGeom>
          <a:ln w="31750">
            <a:solidFill>
              <a:schemeClr val="accent2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Цилиндр 8">
            <a:extLst>
              <a:ext uri="{FF2B5EF4-FFF2-40B4-BE49-F238E27FC236}">
                <a16:creationId xmlns:a16="http://schemas.microsoft.com/office/drawing/2014/main" id="{A6CB4848-BD9F-00DA-AFBB-169D872B698A}"/>
              </a:ext>
            </a:extLst>
          </p:cNvPr>
          <p:cNvSpPr/>
          <p:nvPr/>
        </p:nvSpPr>
        <p:spPr>
          <a:xfrm>
            <a:off x="1669290" y="1348234"/>
            <a:ext cx="1087933" cy="1298500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master-1</a:t>
            </a:r>
            <a:endParaRPr lang="ru-BY" sz="1200" dirty="0"/>
          </a:p>
        </p:txBody>
      </p:sp>
      <p:cxnSp>
        <p:nvCxnSpPr>
          <p:cNvPr id="10" name="Прямая со стрелкой 18">
            <a:extLst>
              <a:ext uri="{FF2B5EF4-FFF2-40B4-BE49-F238E27FC236}">
                <a16:creationId xmlns:a16="http://schemas.microsoft.com/office/drawing/2014/main" id="{6BDA3585-87B9-649E-1E95-BF31212098C0}"/>
              </a:ext>
            </a:extLst>
          </p:cNvPr>
          <p:cNvCxnSpPr>
            <a:cxnSpLocks/>
            <a:stCxn id="23" idx="1"/>
            <a:endCxn id="9" idx="2"/>
          </p:cNvCxnSpPr>
          <p:nvPr/>
        </p:nvCxnSpPr>
        <p:spPr>
          <a:xfrm flipV="1">
            <a:off x="759129" y="1997484"/>
            <a:ext cx="910161" cy="1223319"/>
          </a:xfrm>
          <a:prstGeom prst="straightConnector1">
            <a:avLst/>
          </a:prstGeom>
          <a:ln w="31750">
            <a:solidFill>
              <a:schemeClr val="tx1"/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273A2584-B55C-170F-E6C7-B55FA12521EE}"/>
              </a:ext>
            </a:extLst>
          </p:cNvPr>
          <p:cNvSpPr txBox="1"/>
          <p:nvPr/>
        </p:nvSpPr>
        <p:spPr>
          <a:xfrm>
            <a:off x="400574" y="2252160"/>
            <a:ext cx="8678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1791FD8-19AD-0449-82A9-93DFE76667E6}"/>
              </a:ext>
            </a:extLst>
          </p:cNvPr>
          <p:cNvSpPr txBox="1"/>
          <p:nvPr/>
        </p:nvSpPr>
        <p:spPr>
          <a:xfrm>
            <a:off x="9354132" y="4629978"/>
            <a:ext cx="1043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sharding</a:t>
            </a:r>
            <a:endParaRPr lang="ru-BY" dirty="0"/>
          </a:p>
        </p:txBody>
      </p:sp>
      <p:sp>
        <p:nvSpPr>
          <p:cNvPr id="63" name="Цилиндр 62">
            <a:extLst>
              <a:ext uri="{FF2B5EF4-FFF2-40B4-BE49-F238E27FC236}">
                <a16:creationId xmlns:a16="http://schemas.microsoft.com/office/drawing/2014/main" id="{4B01D485-58C5-F64B-892A-4DB24B7AC6F5}"/>
              </a:ext>
            </a:extLst>
          </p:cNvPr>
          <p:cNvSpPr/>
          <p:nvPr/>
        </p:nvSpPr>
        <p:spPr>
          <a:xfrm>
            <a:off x="10888904" y="3220803"/>
            <a:ext cx="1087933" cy="1298500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coord-3</a:t>
            </a:r>
            <a:endParaRPr lang="ru-BY" dirty="0"/>
          </a:p>
        </p:txBody>
      </p:sp>
      <p:cxnSp>
        <p:nvCxnSpPr>
          <p:cNvPr id="64" name="Прямая со стрелкой 18">
            <a:extLst>
              <a:ext uri="{FF2B5EF4-FFF2-40B4-BE49-F238E27FC236}">
                <a16:creationId xmlns:a16="http://schemas.microsoft.com/office/drawing/2014/main" id="{E0164565-70E0-C7C7-2C99-E337B9E0B7F3}"/>
              </a:ext>
            </a:extLst>
          </p:cNvPr>
          <p:cNvCxnSpPr>
            <a:cxnSpLocks/>
            <a:stCxn id="63" idx="3"/>
            <a:endCxn id="80" idx="1"/>
          </p:cNvCxnSpPr>
          <p:nvPr/>
        </p:nvCxnSpPr>
        <p:spPr>
          <a:xfrm>
            <a:off x="11432871" y="4519303"/>
            <a:ext cx="9110" cy="644414"/>
          </a:xfrm>
          <a:prstGeom prst="straightConnector1">
            <a:avLst/>
          </a:prstGeom>
          <a:ln w="31750">
            <a:solidFill>
              <a:schemeClr val="tx1"/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Прямая со стрелкой 18">
            <a:extLst>
              <a:ext uri="{FF2B5EF4-FFF2-40B4-BE49-F238E27FC236}">
                <a16:creationId xmlns:a16="http://schemas.microsoft.com/office/drawing/2014/main" id="{3B012901-C858-91F9-0976-418FE294860D}"/>
              </a:ext>
            </a:extLst>
          </p:cNvPr>
          <p:cNvCxnSpPr>
            <a:cxnSpLocks/>
            <a:stCxn id="75" idx="1"/>
            <a:endCxn id="63" idx="3"/>
          </p:cNvCxnSpPr>
          <p:nvPr/>
        </p:nvCxnSpPr>
        <p:spPr>
          <a:xfrm flipV="1">
            <a:off x="10024859" y="4519303"/>
            <a:ext cx="1408012" cy="644414"/>
          </a:xfrm>
          <a:prstGeom prst="straightConnector1">
            <a:avLst/>
          </a:prstGeom>
          <a:ln w="31750">
            <a:solidFill>
              <a:schemeClr val="tx1"/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Прямая со стрелкой 18">
            <a:extLst>
              <a:ext uri="{FF2B5EF4-FFF2-40B4-BE49-F238E27FC236}">
                <a16:creationId xmlns:a16="http://schemas.microsoft.com/office/drawing/2014/main" id="{C3FFC7E5-B5AC-380A-3E46-45A18ABA9FA2}"/>
              </a:ext>
            </a:extLst>
          </p:cNvPr>
          <p:cNvCxnSpPr>
            <a:cxnSpLocks/>
            <a:stCxn id="63" idx="2"/>
            <a:endCxn id="67" idx="4"/>
          </p:cNvCxnSpPr>
          <p:nvPr/>
        </p:nvCxnSpPr>
        <p:spPr>
          <a:xfrm flipH="1">
            <a:off x="10054688" y="3870053"/>
            <a:ext cx="834216" cy="4836"/>
          </a:xfrm>
          <a:prstGeom prst="straightConnector1">
            <a:avLst/>
          </a:prstGeom>
          <a:ln w="31750">
            <a:solidFill>
              <a:schemeClr val="tx1"/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Цилиндр 66">
            <a:extLst>
              <a:ext uri="{FF2B5EF4-FFF2-40B4-BE49-F238E27FC236}">
                <a16:creationId xmlns:a16="http://schemas.microsoft.com/office/drawing/2014/main" id="{128093ED-E928-3A89-4AAA-8DA88C49702D}"/>
              </a:ext>
            </a:extLst>
          </p:cNvPr>
          <p:cNvSpPr/>
          <p:nvPr/>
        </p:nvSpPr>
        <p:spPr>
          <a:xfrm>
            <a:off x="8751185" y="3096992"/>
            <a:ext cx="1303503" cy="1555794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worker-3-0</a:t>
            </a:r>
            <a:endParaRPr lang="ru-BY" dirty="0"/>
          </a:p>
        </p:txBody>
      </p:sp>
      <p:sp>
        <p:nvSpPr>
          <p:cNvPr id="68" name="Цилиндр 67">
            <a:extLst>
              <a:ext uri="{FF2B5EF4-FFF2-40B4-BE49-F238E27FC236}">
                <a16:creationId xmlns:a16="http://schemas.microsoft.com/office/drawing/2014/main" id="{656280ED-80FF-2A22-8B12-8033CCBAAD4E}"/>
              </a:ext>
            </a:extLst>
          </p:cNvPr>
          <p:cNvSpPr/>
          <p:nvPr/>
        </p:nvSpPr>
        <p:spPr>
          <a:xfrm>
            <a:off x="9702221" y="1348234"/>
            <a:ext cx="1087933" cy="1298500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master-3</a:t>
            </a:r>
            <a:endParaRPr lang="ru-BY" sz="1200" dirty="0"/>
          </a:p>
        </p:txBody>
      </p:sp>
      <p:cxnSp>
        <p:nvCxnSpPr>
          <p:cNvPr id="69" name="Прямая со стрелкой 18">
            <a:extLst>
              <a:ext uri="{FF2B5EF4-FFF2-40B4-BE49-F238E27FC236}">
                <a16:creationId xmlns:a16="http://schemas.microsoft.com/office/drawing/2014/main" id="{3C276CDB-B51F-B4E7-01DB-6FE9E932957D}"/>
              </a:ext>
            </a:extLst>
          </p:cNvPr>
          <p:cNvCxnSpPr>
            <a:cxnSpLocks/>
            <a:stCxn id="63" idx="1"/>
            <a:endCxn id="68" idx="4"/>
          </p:cNvCxnSpPr>
          <p:nvPr/>
        </p:nvCxnSpPr>
        <p:spPr>
          <a:xfrm flipH="1" flipV="1">
            <a:off x="10790154" y="1997484"/>
            <a:ext cx="642717" cy="1223319"/>
          </a:xfrm>
          <a:prstGeom prst="straightConnector1">
            <a:avLst/>
          </a:prstGeom>
          <a:ln w="31750">
            <a:solidFill>
              <a:schemeClr val="tx1"/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FF4DE35B-CC66-B590-425F-C3360A92F914}"/>
              </a:ext>
            </a:extLst>
          </p:cNvPr>
          <p:cNvSpPr txBox="1"/>
          <p:nvPr/>
        </p:nvSpPr>
        <p:spPr>
          <a:xfrm>
            <a:off x="10998937" y="2271675"/>
            <a:ext cx="8678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sp>
        <p:nvSpPr>
          <p:cNvPr id="75" name="Цилиндр 74">
            <a:extLst>
              <a:ext uri="{FF2B5EF4-FFF2-40B4-BE49-F238E27FC236}">
                <a16:creationId xmlns:a16="http://schemas.microsoft.com/office/drawing/2014/main" id="{1081BE96-8EE3-23DD-00BD-4DE2FB885273}"/>
              </a:ext>
            </a:extLst>
          </p:cNvPr>
          <p:cNvSpPr/>
          <p:nvPr/>
        </p:nvSpPr>
        <p:spPr>
          <a:xfrm>
            <a:off x="9373107" y="5163717"/>
            <a:ext cx="1303503" cy="1555794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worker-3-</a:t>
            </a:r>
            <a:r>
              <a:rPr lang="ru-RU" dirty="0"/>
              <a:t>1</a:t>
            </a:r>
            <a:endParaRPr lang="ru-BY" dirty="0"/>
          </a:p>
        </p:txBody>
      </p:sp>
      <p:sp>
        <p:nvSpPr>
          <p:cNvPr id="77" name="Цилиндр 76">
            <a:extLst>
              <a:ext uri="{FF2B5EF4-FFF2-40B4-BE49-F238E27FC236}">
                <a16:creationId xmlns:a16="http://schemas.microsoft.com/office/drawing/2014/main" id="{74E180FE-7261-B185-0C8D-C9C0042627B9}"/>
              </a:ext>
            </a:extLst>
          </p:cNvPr>
          <p:cNvSpPr/>
          <p:nvPr/>
        </p:nvSpPr>
        <p:spPr>
          <a:xfrm>
            <a:off x="2126163" y="3074184"/>
            <a:ext cx="1303503" cy="1555794"/>
          </a:xfrm>
          <a:prstGeom prst="can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</a:t>
            </a:r>
            <a:r>
              <a:rPr lang="ru-RU" dirty="0"/>
              <a:t>1</a:t>
            </a:r>
            <a:r>
              <a:rPr lang="en-US" dirty="0"/>
              <a:t>-</a:t>
            </a:r>
            <a:r>
              <a:rPr lang="ru-RU" dirty="0"/>
              <a:t>2</a:t>
            </a:r>
            <a:endParaRPr lang="ru-BY" dirty="0"/>
          </a:p>
        </p:txBody>
      </p:sp>
      <p:sp>
        <p:nvSpPr>
          <p:cNvPr id="78" name="Цилиндр 77">
            <a:extLst>
              <a:ext uri="{FF2B5EF4-FFF2-40B4-BE49-F238E27FC236}">
                <a16:creationId xmlns:a16="http://schemas.microsoft.com/office/drawing/2014/main" id="{669EF9BA-FD3C-AD21-BB9F-57CF7987C597}"/>
              </a:ext>
            </a:extLst>
          </p:cNvPr>
          <p:cNvSpPr/>
          <p:nvPr/>
        </p:nvSpPr>
        <p:spPr>
          <a:xfrm>
            <a:off x="1515390" y="5163717"/>
            <a:ext cx="1303503" cy="1555794"/>
          </a:xfrm>
          <a:prstGeom prst="can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</a:t>
            </a:r>
            <a:r>
              <a:rPr lang="ru-RU" dirty="0"/>
              <a:t>1</a:t>
            </a:r>
            <a:r>
              <a:rPr lang="en-US" dirty="0"/>
              <a:t>-</a:t>
            </a:r>
            <a:r>
              <a:rPr lang="ru-RU" dirty="0"/>
              <a:t>1</a:t>
            </a:r>
            <a:endParaRPr lang="ru-BY" dirty="0"/>
          </a:p>
        </p:txBody>
      </p:sp>
      <p:sp>
        <p:nvSpPr>
          <p:cNvPr id="79" name="Цилиндр 78">
            <a:extLst>
              <a:ext uri="{FF2B5EF4-FFF2-40B4-BE49-F238E27FC236}">
                <a16:creationId xmlns:a16="http://schemas.microsoft.com/office/drawing/2014/main" id="{90EF0D7E-9F2C-1E4A-15C1-C868A4B7BA30}"/>
              </a:ext>
            </a:extLst>
          </p:cNvPr>
          <p:cNvSpPr/>
          <p:nvPr/>
        </p:nvSpPr>
        <p:spPr>
          <a:xfrm>
            <a:off x="98268" y="5163717"/>
            <a:ext cx="1303503" cy="1555794"/>
          </a:xfrm>
          <a:prstGeom prst="can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</a:t>
            </a:r>
            <a:r>
              <a:rPr lang="ru-RU" dirty="0"/>
              <a:t>1</a:t>
            </a:r>
            <a:r>
              <a:rPr lang="en-US" dirty="0"/>
              <a:t>-0</a:t>
            </a:r>
            <a:endParaRPr lang="ru-BY" dirty="0"/>
          </a:p>
        </p:txBody>
      </p:sp>
      <p:sp>
        <p:nvSpPr>
          <p:cNvPr id="80" name="Цилиндр 79">
            <a:extLst>
              <a:ext uri="{FF2B5EF4-FFF2-40B4-BE49-F238E27FC236}">
                <a16:creationId xmlns:a16="http://schemas.microsoft.com/office/drawing/2014/main" id="{CAE1BEEA-12C6-891C-CD6E-5AD101581989}"/>
              </a:ext>
            </a:extLst>
          </p:cNvPr>
          <p:cNvSpPr/>
          <p:nvPr/>
        </p:nvSpPr>
        <p:spPr>
          <a:xfrm>
            <a:off x="10790229" y="5163717"/>
            <a:ext cx="1303503" cy="1555794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worker-3-</a:t>
            </a:r>
            <a:r>
              <a:rPr lang="ru-RU" dirty="0"/>
              <a:t>2</a:t>
            </a:r>
            <a:endParaRPr lang="ru-BY" dirty="0"/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2E24B429-77BF-4902-7BC8-2E29AEE76BA6}"/>
              </a:ext>
            </a:extLst>
          </p:cNvPr>
          <p:cNvSpPr txBox="1"/>
          <p:nvPr/>
        </p:nvSpPr>
        <p:spPr>
          <a:xfrm>
            <a:off x="1667169" y="4648857"/>
            <a:ext cx="1043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sharding</a:t>
            </a:r>
            <a:endParaRPr lang="ru-BY" dirty="0"/>
          </a:p>
        </p:txBody>
      </p:sp>
      <p:sp>
        <p:nvSpPr>
          <p:cNvPr id="133" name="Цилиндр 132">
            <a:extLst>
              <a:ext uri="{FF2B5EF4-FFF2-40B4-BE49-F238E27FC236}">
                <a16:creationId xmlns:a16="http://schemas.microsoft.com/office/drawing/2014/main" id="{10422A75-5CBF-D970-425D-012B72501D29}"/>
              </a:ext>
            </a:extLst>
          </p:cNvPr>
          <p:cNvSpPr/>
          <p:nvPr/>
        </p:nvSpPr>
        <p:spPr>
          <a:xfrm>
            <a:off x="3933963" y="3516144"/>
            <a:ext cx="1087933" cy="1298500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coord-2</a:t>
            </a:r>
            <a:endParaRPr lang="ru-BY" dirty="0"/>
          </a:p>
        </p:txBody>
      </p:sp>
      <p:cxnSp>
        <p:nvCxnSpPr>
          <p:cNvPr id="134" name="Прямая со стрелкой 18">
            <a:extLst>
              <a:ext uri="{FF2B5EF4-FFF2-40B4-BE49-F238E27FC236}">
                <a16:creationId xmlns:a16="http://schemas.microsoft.com/office/drawing/2014/main" id="{DE6C28DF-FDB8-8101-9E67-6B6088DA23CF}"/>
              </a:ext>
            </a:extLst>
          </p:cNvPr>
          <p:cNvCxnSpPr>
            <a:cxnSpLocks/>
            <a:stCxn id="133" idx="3"/>
            <a:endCxn id="142" idx="1"/>
          </p:cNvCxnSpPr>
          <p:nvPr/>
        </p:nvCxnSpPr>
        <p:spPr>
          <a:xfrm>
            <a:off x="4477930" y="4814644"/>
            <a:ext cx="3035191" cy="349073"/>
          </a:xfrm>
          <a:prstGeom prst="straightConnector1">
            <a:avLst/>
          </a:prstGeom>
          <a:ln w="31750">
            <a:solidFill>
              <a:schemeClr val="tx1"/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Прямая со стрелкой 18">
            <a:extLst>
              <a:ext uri="{FF2B5EF4-FFF2-40B4-BE49-F238E27FC236}">
                <a16:creationId xmlns:a16="http://schemas.microsoft.com/office/drawing/2014/main" id="{03579E49-243C-2684-AA5D-46796F02523B}"/>
              </a:ext>
            </a:extLst>
          </p:cNvPr>
          <p:cNvCxnSpPr>
            <a:cxnSpLocks/>
            <a:stCxn id="141" idx="1"/>
            <a:endCxn id="133" idx="3"/>
          </p:cNvCxnSpPr>
          <p:nvPr/>
        </p:nvCxnSpPr>
        <p:spPr>
          <a:xfrm flipH="1" flipV="1">
            <a:off x="4477930" y="4814644"/>
            <a:ext cx="1618071" cy="349073"/>
          </a:xfrm>
          <a:prstGeom prst="straightConnector1">
            <a:avLst/>
          </a:prstGeom>
          <a:ln w="31750">
            <a:solidFill>
              <a:schemeClr val="tx1"/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Прямая со стрелкой 18">
            <a:extLst>
              <a:ext uri="{FF2B5EF4-FFF2-40B4-BE49-F238E27FC236}">
                <a16:creationId xmlns:a16="http://schemas.microsoft.com/office/drawing/2014/main" id="{C44AAD08-2943-690B-31A8-0A09B9E072FD}"/>
              </a:ext>
            </a:extLst>
          </p:cNvPr>
          <p:cNvCxnSpPr>
            <a:cxnSpLocks/>
            <a:stCxn id="133" idx="3"/>
            <a:endCxn id="137" idx="1"/>
          </p:cNvCxnSpPr>
          <p:nvPr/>
        </p:nvCxnSpPr>
        <p:spPr>
          <a:xfrm>
            <a:off x="4477930" y="4814644"/>
            <a:ext cx="200891" cy="349073"/>
          </a:xfrm>
          <a:prstGeom prst="straightConnector1">
            <a:avLst/>
          </a:prstGeom>
          <a:ln w="31750">
            <a:solidFill>
              <a:schemeClr val="tx1"/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7" name="Цилиндр 136">
            <a:extLst>
              <a:ext uri="{FF2B5EF4-FFF2-40B4-BE49-F238E27FC236}">
                <a16:creationId xmlns:a16="http://schemas.microsoft.com/office/drawing/2014/main" id="{CC73C14A-0919-2FE7-F8E9-5C086C1BA19A}"/>
              </a:ext>
            </a:extLst>
          </p:cNvPr>
          <p:cNvSpPr/>
          <p:nvPr/>
        </p:nvSpPr>
        <p:spPr>
          <a:xfrm>
            <a:off x="4027069" y="5163717"/>
            <a:ext cx="1303503" cy="1555794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worker-2-0</a:t>
            </a:r>
            <a:endParaRPr lang="ru-BY" dirty="0"/>
          </a:p>
        </p:txBody>
      </p:sp>
      <p:sp>
        <p:nvSpPr>
          <p:cNvPr id="138" name="Цилиндр 137">
            <a:extLst>
              <a:ext uri="{FF2B5EF4-FFF2-40B4-BE49-F238E27FC236}">
                <a16:creationId xmlns:a16="http://schemas.microsoft.com/office/drawing/2014/main" id="{7764FAA7-A17D-C3BE-BCE9-AF49FE66AF99}"/>
              </a:ext>
            </a:extLst>
          </p:cNvPr>
          <p:cNvSpPr/>
          <p:nvPr/>
        </p:nvSpPr>
        <p:spPr>
          <a:xfrm>
            <a:off x="5230679" y="2515673"/>
            <a:ext cx="1087933" cy="1298500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master-2</a:t>
            </a:r>
            <a:endParaRPr lang="ru-BY" sz="1200" dirty="0"/>
          </a:p>
        </p:txBody>
      </p:sp>
      <p:cxnSp>
        <p:nvCxnSpPr>
          <p:cNvPr id="139" name="Прямая со стрелкой 18">
            <a:extLst>
              <a:ext uri="{FF2B5EF4-FFF2-40B4-BE49-F238E27FC236}">
                <a16:creationId xmlns:a16="http://schemas.microsoft.com/office/drawing/2014/main" id="{437692CA-6BAB-8682-E077-7E4A2777BBE4}"/>
              </a:ext>
            </a:extLst>
          </p:cNvPr>
          <p:cNvCxnSpPr>
            <a:cxnSpLocks/>
            <a:stCxn id="133" idx="4"/>
            <a:endCxn id="138" idx="3"/>
          </p:cNvCxnSpPr>
          <p:nvPr/>
        </p:nvCxnSpPr>
        <p:spPr>
          <a:xfrm flipV="1">
            <a:off x="5021896" y="3814173"/>
            <a:ext cx="752750" cy="351221"/>
          </a:xfrm>
          <a:prstGeom prst="straightConnector1">
            <a:avLst/>
          </a:prstGeom>
          <a:ln w="31750">
            <a:solidFill>
              <a:schemeClr val="tx1"/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1" name="Цилиндр 140">
            <a:extLst>
              <a:ext uri="{FF2B5EF4-FFF2-40B4-BE49-F238E27FC236}">
                <a16:creationId xmlns:a16="http://schemas.microsoft.com/office/drawing/2014/main" id="{3039488A-90E7-C053-C3A5-6D2078D0D8AA}"/>
              </a:ext>
            </a:extLst>
          </p:cNvPr>
          <p:cNvSpPr/>
          <p:nvPr/>
        </p:nvSpPr>
        <p:spPr>
          <a:xfrm>
            <a:off x="5444249" y="5163717"/>
            <a:ext cx="1303503" cy="1555794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worker-2-</a:t>
            </a:r>
            <a:r>
              <a:rPr lang="ru-RU" dirty="0"/>
              <a:t>1</a:t>
            </a:r>
            <a:endParaRPr lang="ru-BY" dirty="0"/>
          </a:p>
        </p:txBody>
      </p:sp>
      <p:sp>
        <p:nvSpPr>
          <p:cNvPr id="142" name="Цилиндр 141">
            <a:extLst>
              <a:ext uri="{FF2B5EF4-FFF2-40B4-BE49-F238E27FC236}">
                <a16:creationId xmlns:a16="http://schemas.microsoft.com/office/drawing/2014/main" id="{C08D3B91-888D-4E44-94BF-FDCCFE5A5B8B}"/>
              </a:ext>
            </a:extLst>
          </p:cNvPr>
          <p:cNvSpPr/>
          <p:nvPr/>
        </p:nvSpPr>
        <p:spPr>
          <a:xfrm>
            <a:off x="6861369" y="5163717"/>
            <a:ext cx="1303503" cy="1555794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worker-2-</a:t>
            </a:r>
            <a:r>
              <a:rPr lang="ru-RU" dirty="0"/>
              <a:t>2</a:t>
            </a:r>
            <a:endParaRPr lang="ru-BY" dirty="0"/>
          </a:p>
        </p:txBody>
      </p:sp>
      <p:sp>
        <p:nvSpPr>
          <p:cNvPr id="185" name="TextBox 184">
            <a:extLst>
              <a:ext uri="{FF2B5EF4-FFF2-40B4-BE49-F238E27FC236}">
                <a16:creationId xmlns:a16="http://schemas.microsoft.com/office/drawing/2014/main" id="{E3A12764-859C-06BB-191F-3E87ABBE4FF9}"/>
              </a:ext>
            </a:extLst>
          </p:cNvPr>
          <p:cNvSpPr txBox="1"/>
          <p:nvPr/>
        </p:nvSpPr>
        <p:spPr>
          <a:xfrm>
            <a:off x="6867978" y="4656844"/>
            <a:ext cx="1043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sharding</a:t>
            </a:r>
            <a:endParaRPr lang="ru-BY" dirty="0"/>
          </a:p>
        </p:txBody>
      </p:sp>
      <p:sp>
        <p:nvSpPr>
          <p:cNvPr id="197" name="TextBox 196">
            <a:extLst>
              <a:ext uri="{FF2B5EF4-FFF2-40B4-BE49-F238E27FC236}">
                <a16:creationId xmlns:a16="http://schemas.microsoft.com/office/drawing/2014/main" id="{79EA9046-390B-7DC2-0A45-D3698290DFF2}"/>
              </a:ext>
            </a:extLst>
          </p:cNvPr>
          <p:cNvSpPr txBox="1"/>
          <p:nvPr/>
        </p:nvSpPr>
        <p:spPr>
          <a:xfrm>
            <a:off x="5165803" y="4045431"/>
            <a:ext cx="8678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cxnSp>
        <p:nvCxnSpPr>
          <p:cNvPr id="198" name="Прямая со стрелкой 18">
            <a:extLst>
              <a:ext uri="{FF2B5EF4-FFF2-40B4-BE49-F238E27FC236}">
                <a16:creationId xmlns:a16="http://schemas.microsoft.com/office/drawing/2014/main" id="{E24C86D1-B1B2-0973-0C35-766D2673E24F}"/>
              </a:ext>
            </a:extLst>
          </p:cNvPr>
          <p:cNvCxnSpPr>
            <a:cxnSpLocks/>
            <a:stCxn id="68" idx="3"/>
            <a:endCxn id="138" idx="4"/>
          </p:cNvCxnSpPr>
          <p:nvPr/>
        </p:nvCxnSpPr>
        <p:spPr>
          <a:xfrm rot="5400000">
            <a:off x="8023306" y="942040"/>
            <a:ext cx="518189" cy="3927576"/>
          </a:xfrm>
          <a:prstGeom prst="curvedConnector2">
            <a:avLst/>
          </a:prstGeom>
          <a:ln w="31750">
            <a:solidFill>
              <a:schemeClr val="tx1"/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1" name="Прямая со стрелкой 18">
            <a:extLst>
              <a:ext uri="{FF2B5EF4-FFF2-40B4-BE49-F238E27FC236}">
                <a16:creationId xmlns:a16="http://schemas.microsoft.com/office/drawing/2014/main" id="{E6610087-EEA6-8CB3-DB1C-596299E7C6E4}"/>
              </a:ext>
            </a:extLst>
          </p:cNvPr>
          <p:cNvCxnSpPr>
            <a:cxnSpLocks/>
            <a:stCxn id="138" idx="2"/>
            <a:endCxn id="9" idx="3"/>
          </p:cNvCxnSpPr>
          <p:nvPr/>
        </p:nvCxnSpPr>
        <p:spPr>
          <a:xfrm rot="10800000">
            <a:off x="2213257" y="2646735"/>
            <a:ext cx="3017422" cy="518189"/>
          </a:xfrm>
          <a:prstGeom prst="curvedConnector2">
            <a:avLst/>
          </a:prstGeom>
          <a:ln w="31750">
            <a:solidFill>
              <a:schemeClr val="tx1"/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4" name="Прямая со стрелкой 18">
            <a:extLst>
              <a:ext uri="{FF2B5EF4-FFF2-40B4-BE49-F238E27FC236}">
                <a16:creationId xmlns:a16="http://schemas.microsoft.com/office/drawing/2014/main" id="{367169FA-98EA-11DB-5DDF-4A37DA71E9A0}"/>
              </a:ext>
            </a:extLst>
          </p:cNvPr>
          <p:cNvCxnSpPr>
            <a:cxnSpLocks/>
            <a:stCxn id="68" idx="1"/>
            <a:endCxn id="9" idx="1"/>
          </p:cNvCxnSpPr>
          <p:nvPr/>
        </p:nvCxnSpPr>
        <p:spPr>
          <a:xfrm rot="16200000" flipV="1">
            <a:off x="6229723" y="-2668232"/>
            <a:ext cx="12700" cy="8032931"/>
          </a:xfrm>
          <a:prstGeom prst="curvedConnector3">
            <a:avLst>
              <a:gd name="adj1" fmla="val 3124142"/>
            </a:avLst>
          </a:prstGeom>
          <a:ln w="31750">
            <a:solidFill>
              <a:schemeClr val="tx1"/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9" name="Цилиндр 218">
            <a:extLst>
              <a:ext uri="{FF2B5EF4-FFF2-40B4-BE49-F238E27FC236}">
                <a16:creationId xmlns:a16="http://schemas.microsoft.com/office/drawing/2014/main" id="{F97146B8-7B39-B451-1FBC-DE4AC56132F9}"/>
              </a:ext>
            </a:extLst>
          </p:cNvPr>
          <p:cNvSpPr/>
          <p:nvPr/>
        </p:nvSpPr>
        <p:spPr>
          <a:xfrm>
            <a:off x="6585031" y="1165451"/>
            <a:ext cx="1187095" cy="1416855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pg</a:t>
            </a:r>
            <a:r>
              <a:rPr lang="en-US" dirty="0"/>
              <a:t>-locker</a:t>
            </a:r>
            <a:endParaRPr lang="ru-BY" dirty="0"/>
          </a:p>
        </p:txBody>
      </p:sp>
      <p:sp>
        <p:nvSpPr>
          <p:cNvPr id="256" name="TextBox 255">
            <a:extLst>
              <a:ext uri="{FF2B5EF4-FFF2-40B4-BE49-F238E27FC236}">
                <a16:creationId xmlns:a16="http://schemas.microsoft.com/office/drawing/2014/main" id="{58279774-7160-836C-6405-54333B773624}"/>
              </a:ext>
            </a:extLst>
          </p:cNvPr>
          <p:cNvSpPr txBox="1"/>
          <p:nvPr/>
        </p:nvSpPr>
        <p:spPr>
          <a:xfrm>
            <a:off x="7477985" y="2681788"/>
            <a:ext cx="8678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sp>
        <p:nvSpPr>
          <p:cNvPr id="257" name="TextBox 256">
            <a:extLst>
              <a:ext uri="{FF2B5EF4-FFF2-40B4-BE49-F238E27FC236}">
                <a16:creationId xmlns:a16="http://schemas.microsoft.com/office/drawing/2014/main" id="{DD53FC2A-CEAB-0AD0-B55F-D0A914B98D3C}"/>
              </a:ext>
            </a:extLst>
          </p:cNvPr>
          <p:cNvSpPr txBox="1"/>
          <p:nvPr/>
        </p:nvSpPr>
        <p:spPr>
          <a:xfrm>
            <a:off x="3023642" y="2536496"/>
            <a:ext cx="8678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sp>
        <p:nvSpPr>
          <p:cNvPr id="258" name="TextBox 257">
            <a:extLst>
              <a:ext uri="{FF2B5EF4-FFF2-40B4-BE49-F238E27FC236}">
                <a16:creationId xmlns:a16="http://schemas.microsoft.com/office/drawing/2014/main" id="{54BDDF33-7B5B-73FC-63C5-23E52053FDAB}"/>
              </a:ext>
            </a:extLst>
          </p:cNvPr>
          <p:cNvSpPr txBox="1"/>
          <p:nvPr/>
        </p:nvSpPr>
        <p:spPr>
          <a:xfrm>
            <a:off x="8730673" y="1107687"/>
            <a:ext cx="8678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sp>
        <p:nvSpPr>
          <p:cNvPr id="259" name="TextBox 258">
            <a:extLst>
              <a:ext uri="{FF2B5EF4-FFF2-40B4-BE49-F238E27FC236}">
                <a16:creationId xmlns:a16="http://schemas.microsoft.com/office/drawing/2014/main" id="{F59F23C3-6E7B-BAAF-769B-9EDF4ADABFE5}"/>
              </a:ext>
            </a:extLst>
          </p:cNvPr>
          <p:cNvSpPr txBox="1"/>
          <p:nvPr/>
        </p:nvSpPr>
        <p:spPr>
          <a:xfrm>
            <a:off x="2973785" y="1181682"/>
            <a:ext cx="8678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cxnSp>
        <p:nvCxnSpPr>
          <p:cNvPr id="260" name="Прямая со стрелкой 18">
            <a:extLst>
              <a:ext uri="{FF2B5EF4-FFF2-40B4-BE49-F238E27FC236}">
                <a16:creationId xmlns:a16="http://schemas.microsoft.com/office/drawing/2014/main" id="{1638CF53-861A-7EA7-7816-D17722443F84}"/>
              </a:ext>
            </a:extLst>
          </p:cNvPr>
          <p:cNvCxnSpPr>
            <a:cxnSpLocks/>
            <a:stCxn id="219" idx="2"/>
            <a:endCxn id="138" idx="1"/>
          </p:cNvCxnSpPr>
          <p:nvPr/>
        </p:nvCxnSpPr>
        <p:spPr>
          <a:xfrm rot="10800000" flipV="1">
            <a:off x="5774647" y="1873879"/>
            <a:ext cx="810385" cy="641794"/>
          </a:xfrm>
          <a:prstGeom prst="curvedConnector2">
            <a:avLst/>
          </a:prstGeom>
          <a:ln w="31750">
            <a:solidFill>
              <a:schemeClr val="tx1"/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3" name="Прямая со стрелкой 18">
            <a:extLst>
              <a:ext uri="{FF2B5EF4-FFF2-40B4-BE49-F238E27FC236}">
                <a16:creationId xmlns:a16="http://schemas.microsoft.com/office/drawing/2014/main" id="{53F97DCD-6CB1-67FC-5E16-26E146F51A93}"/>
              </a:ext>
            </a:extLst>
          </p:cNvPr>
          <p:cNvCxnSpPr>
            <a:cxnSpLocks/>
            <a:stCxn id="219" idx="2"/>
            <a:endCxn id="9" idx="4"/>
          </p:cNvCxnSpPr>
          <p:nvPr/>
        </p:nvCxnSpPr>
        <p:spPr>
          <a:xfrm rot="10800000" flipV="1">
            <a:off x="2757223" y="1873878"/>
            <a:ext cx="3827808" cy="123605"/>
          </a:xfrm>
          <a:prstGeom prst="curvedConnector3">
            <a:avLst>
              <a:gd name="adj1" fmla="val 50000"/>
            </a:avLst>
          </a:prstGeom>
          <a:ln w="31750">
            <a:solidFill>
              <a:schemeClr val="tx1"/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6" name="Прямая со стрелкой 18">
            <a:extLst>
              <a:ext uri="{FF2B5EF4-FFF2-40B4-BE49-F238E27FC236}">
                <a16:creationId xmlns:a16="http://schemas.microsoft.com/office/drawing/2014/main" id="{CFAEA455-C352-AAFE-3A31-354F9E3B482B}"/>
              </a:ext>
            </a:extLst>
          </p:cNvPr>
          <p:cNvCxnSpPr>
            <a:cxnSpLocks/>
            <a:stCxn id="219" idx="4"/>
            <a:endCxn id="68" idx="2"/>
          </p:cNvCxnSpPr>
          <p:nvPr/>
        </p:nvCxnSpPr>
        <p:spPr>
          <a:xfrm>
            <a:off x="7772126" y="1873879"/>
            <a:ext cx="1930095" cy="123605"/>
          </a:xfrm>
          <a:prstGeom prst="curvedConnector3">
            <a:avLst>
              <a:gd name="adj1" fmla="val 50000"/>
            </a:avLst>
          </a:prstGeom>
          <a:ln w="31750">
            <a:solidFill>
              <a:schemeClr val="tx1"/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9" name="TextBox 268">
            <a:extLst>
              <a:ext uri="{FF2B5EF4-FFF2-40B4-BE49-F238E27FC236}">
                <a16:creationId xmlns:a16="http://schemas.microsoft.com/office/drawing/2014/main" id="{49A2AAB3-1A49-2A61-5531-BDF57480A889}"/>
              </a:ext>
            </a:extLst>
          </p:cNvPr>
          <p:cNvSpPr txBox="1"/>
          <p:nvPr/>
        </p:nvSpPr>
        <p:spPr>
          <a:xfrm>
            <a:off x="8434847" y="1584764"/>
            <a:ext cx="6046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lock</a:t>
            </a:r>
            <a:endParaRPr lang="ru-BY" dirty="0"/>
          </a:p>
        </p:txBody>
      </p:sp>
      <p:sp>
        <p:nvSpPr>
          <p:cNvPr id="270" name="TextBox 269">
            <a:extLst>
              <a:ext uri="{FF2B5EF4-FFF2-40B4-BE49-F238E27FC236}">
                <a16:creationId xmlns:a16="http://schemas.microsoft.com/office/drawing/2014/main" id="{69A33C7D-9720-EB54-0886-65F6F5998EB5}"/>
              </a:ext>
            </a:extLst>
          </p:cNvPr>
          <p:cNvSpPr txBox="1"/>
          <p:nvPr/>
        </p:nvSpPr>
        <p:spPr>
          <a:xfrm>
            <a:off x="3933963" y="1610311"/>
            <a:ext cx="6046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lock</a:t>
            </a:r>
            <a:endParaRPr lang="ru-BY" dirty="0"/>
          </a:p>
        </p:txBody>
      </p:sp>
      <p:sp>
        <p:nvSpPr>
          <p:cNvPr id="271" name="TextBox 270">
            <a:extLst>
              <a:ext uri="{FF2B5EF4-FFF2-40B4-BE49-F238E27FC236}">
                <a16:creationId xmlns:a16="http://schemas.microsoft.com/office/drawing/2014/main" id="{23985170-98D4-49F9-2456-59DFBED5B3A1}"/>
              </a:ext>
            </a:extLst>
          </p:cNvPr>
          <p:cNvSpPr txBox="1"/>
          <p:nvPr/>
        </p:nvSpPr>
        <p:spPr>
          <a:xfrm>
            <a:off x="5327376" y="1935680"/>
            <a:ext cx="6046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lock</a:t>
            </a:r>
            <a:endParaRPr lang="ru-BY" dirty="0"/>
          </a:p>
        </p:txBody>
      </p:sp>
    </p:spTree>
    <p:extLst>
      <p:ext uri="{BB962C8B-B14F-4D97-AF65-F5344CB8AC3E}">
        <p14:creationId xmlns:p14="http://schemas.microsoft.com/office/powerpoint/2010/main" val="167788156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94E4C0E-6D42-9859-A288-13B3204AF1E0}"/>
              </a:ext>
            </a:extLst>
          </p:cNvPr>
          <p:cNvSpPr txBox="1"/>
          <p:nvPr/>
        </p:nvSpPr>
        <p:spPr>
          <a:xfrm>
            <a:off x="230406" y="226738"/>
            <a:ext cx="290015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600" dirty="0"/>
              <a:t>Слой чтения</a:t>
            </a:r>
            <a:endParaRPr lang="en-US" sz="3600" dirty="0"/>
          </a:p>
        </p:txBody>
      </p:sp>
      <p:sp>
        <p:nvSpPr>
          <p:cNvPr id="23" name="Цилиндр 22">
            <a:extLst>
              <a:ext uri="{FF2B5EF4-FFF2-40B4-BE49-F238E27FC236}">
                <a16:creationId xmlns:a16="http://schemas.microsoft.com/office/drawing/2014/main" id="{EF1DB332-50CD-775B-ABA2-0817F517ECDA}"/>
              </a:ext>
            </a:extLst>
          </p:cNvPr>
          <p:cNvSpPr/>
          <p:nvPr/>
        </p:nvSpPr>
        <p:spPr>
          <a:xfrm>
            <a:off x="215162" y="3220803"/>
            <a:ext cx="1087933" cy="1298500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coord-1</a:t>
            </a:r>
            <a:endParaRPr lang="ru-BY" dirty="0"/>
          </a:p>
        </p:txBody>
      </p:sp>
      <p:cxnSp>
        <p:nvCxnSpPr>
          <p:cNvPr id="24" name="Прямая со стрелкой 18">
            <a:extLst>
              <a:ext uri="{FF2B5EF4-FFF2-40B4-BE49-F238E27FC236}">
                <a16:creationId xmlns:a16="http://schemas.microsoft.com/office/drawing/2014/main" id="{8DA426C6-59CA-DA3A-D5CB-51EF9C2A4510}"/>
              </a:ext>
            </a:extLst>
          </p:cNvPr>
          <p:cNvCxnSpPr>
            <a:cxnSpLocks/>
            <a:stCxn id="23" idx="4"/>
            <a:endCxn id="77" idx="2"/>
          </p:cNvCxnSpPr>
          <p:nvPr/>
        </p:nvCxnSpPr>
        <p:spPr>
          <a:xfrm flipV="1">
            <a:off x="1303095" y="3852081"/>
            <a:ext cx="823068" cy="17972"/>
          </a:xfrm>
          <a:prstGeom prst="straightConnector1">
            <a:avLst/>
          </a:prstGeom>
          <a:ln w="31750">
            <a:solidFill>
              <a:schemeClr val="tx1"/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Прямая со стрелкой 18">
            <a:extLst>
              <a:ext uri="{FF2B5EF4-FFF2-40B4-BE49-F238E27FC236}">
                <a16:creationId xmlns:a16="http://schemas.microsoft.com/office/drawing/2014/main" id="{B88E1360-ADC8-7A39-E28B-1D30D90CA2CC}"/>
              </a:ext>
            </a:extLst>
          </p:cNvPr>
          <p:cNvCxnSpPr>
            <a:cxnSpLocks/>
            <a:stCxn id="78" idx="1"/>
            <a:endCxn id="23" idx="3"/>
          </p:cNvCxnSpPr>
          <p:nvPr/>
        </p:nvCxnSpPr>
        <p:spPr>
          <a:xfrm flipH="1" flipV="1">
            <a:off x="759129" y="4519303"/>
            <a:ext cx="1408013" cy="644414"/>
          </a:xfrm>
          <a:prstGeom prst="straightConnector1">
            <a:avLst/>
          </a:prstGeom>
          <a:ln w="31750">
            <a:solidFill>
              <a:schemeClr val="tx1"/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Прямая со стрелкой 18">
            <a:extLst>
              <a:ext uri="{FF2B5EF4-FFF2-40B4-BE49-F238E27FC236}">
                <a16:creationId xmlns:a16="http://schemas.microsoft.com/office/drawing/2014/main" id="{B88E1360-ADC8-7A39-E28B-1D30D90CA2CC}"/>
              </a:ext>
            </a:extLst>
          </p:cNvPr>
          <p:cNvCxnSpPr>
            <a:cxnSpLocks/>
            <a:stCxn id="23" idx="3"/>
            <a:endCxn id="79" idx="1"/>
          </p:cNvCxnSpPr>
          <p:nvPr/>
        </p:nvCxnSpPr>
        <p:spPr>
          <a:xfrm flipH="1">
            <a:off x="750020" y="4519303"/>
            <a:ext cx="9109" cy="644414"/>
          </a:xfrm>
          <a:prstGeom prst="straightConnector1">
            <a:avLst/>
          </a:prstGeom>
          <a:ln w="31750">
            <a:solidFill>
              <a:schemeClr val="tx1"/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Цилиндр 8">
            <a:extLst>
              <a:ext uri="{FF2B5EF4-FFF2-40B4-BE49-F238E27FC236}">
                <a16:creationId xmlns:a16="http://schemas.microsoft.com/office/drawing/2014/main" id="{A6CB4848-BD9F-00DA-AFBB-169D872B698A}"/>
              </a:ext>
            </a:extLst>
          </p:cNvPr>
          <p:cNvSpPr/>
          <p:nvPr/>
        </p:nvSpPr>
        <p:spPr>
          <a:xfrm>
            <a:off x="1669290" y="1348234"/>
            <a:ext cx="1087933" cy="1298500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master-1</a:t>
            </a:r>
            <a:endParaRPr lang="ru-BY" sz="1200" dirty="0"/>
          </a:p>
        </p:txBody>
      </p:sp>
      <p:cxnSp>
        <p:nvCxnSpPr>
          <p:cNvPr id="10" name="Прямая со стрелкой 18">
            <a:extLst>
              <a:ext uri="{FF2B5EF4-FFF2-40B4-BE49-F238E27FC236}">
                <a16:creationId xmlns:a16="http://schemas.microsoft.com/office/drawing/2014/main" id="{6BDA3585-87B9-649E-1E95-BF31212098C0}"/>
              </a:ext>
            </a:extLst>
          </p:cNvPr>
          <p:cNvCxnSpPr>
            <a:cxnSpLocks/>
            <a:stCxn id="23" idx="1"/>
            <a:endCxn id="9" idx="2"/>
          </p:cNvCxnSpPr>
          <p:nvPr/>
        </p:nvCxnSpPr>
        <p:spPr>
          <a:xfrm flipV="1">
            <a:off x="759129" y="1997484"/>
            <a:ext cx="910161" cy="1223319"/>
          </a:xfrm>
          <a:prstGeom prst="straightConnector1">
            <a:avLst/>
          </a:prstGeom>
          <a:ln w="31750">
            <a:solidFill>
              <a:schemeClr val="tx1"/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273A2584-B55C-170F-E6C7-B55FA12521EE}"/>
              </a:ext>
            </a:extLst>
          </p:cNvPr>
          <p:cNvSpPr txBox="1"/>
          <p:nvPr/>
        </p:nvSpPr>
        <p:spPr>
          <a:xfrm>
            <a:off x="400574" y="2252160"/>
            <a:ext cx="8678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1791FD8-19AD-0449-82A9-93DFE76667E6}"/>
              </a:ext>
            </a:extLst>
          </p:cNvPr>
          <p:cNvSpPr txBox="1"/>
          <p:nvPr/>
        </p:nvSpPr>
        <p:spPr>
          <a:xfrm>
            <a:off x="9354132" y="4629978"/>
            <a:ext cx="1043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sharding</a:t>
            </a:r>
            <a:endParaRPr lang="ru-BY" dirty="0"/>
          </a:p>
        </p:txBody>
      </p:sp>
      <p:sp>
        <p:nvSpPr>
          <p:cNvPr id="63" name="Цилиндр 62">
            <a:extLst>
              <a:ext uri="{FF2B5EF4-FFF2-40B4-BE49-F238E27FC236}">
                <a16:creationId xmlns:a16="http://schemas.microsoft.com/office/drawing/2014/main" id="{4B01D485-58C5-F64B-892A-4DB24B7AC6F5}"/>
              </a:ext>
            </a:extLst>
          </p:cNvPr>
          <p:cNvSpPr/>
          <p:nvPr/>
        </p:nvSpPr>
        <p:spPr>
          <a:xfrm>
            <a:off x="10888904" y="3220803"/>
            <a:ext cx="1087933" cy="1298500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coord-3</a:t>
            </a:r>
            <a:endParaRPr lang="ru-BY" dirty="0"/>
          </a:p>
        </p:txBody>
      </p:sp>
      <p:cxnSp>
        <p:nvCxnSpPr>
          <p:cNvPr id="64" name="Прямая со стрелкой 18">
            <a:extLst>
              <a:ext uri="{FF2B5EF4-FFF2-40B4-BE49-F238E27FC236}">
                <a16:creationId xmlns:a16="http://schemas.microsoft.com/office/drawing/2014/main" id="{E0164565-70E0-C7C7-2C99-E337B9E0B7F3}"/>
              </a:ext>
            </a:extLst>
          </p:cNvPr>
          <p:cNvCxnSpPr>
            <a:cxnSpLocks/>
            <a:stCxn id="63" idx="3"/>
            <a:endCxn id="80" idx="1"/>
          </p:cNvCxnSpPr>
          <p:nvPr/>
        </p:nvCxnSpPr>
        <p:spPr>
          <a:xfrm>
            <a:off x="11432871" y="4519303"/>
            <a:ext cx="9110" cy="644414"/>
          </a:xfrm>
          <a:prstGeom prst="straightConnector1">
            <a:avLst/>
          </a:prstGeom>
          <a:ln w="31750">
            <a:solidFill>
              <a:schemeClr val="tx1"/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Прямая со стрелкой 18">
            <a:extLst>
              <a:ext uri="{FF2B5EF4-FFF2-40B4-BE49-F238E27FC236}">
                <a16:creationId xmlns:a16="http://schemas.microsoft.com/office/drawing/2014/main" id="{3B012901-C858-91F9-0976-418FE294860D}"/>
              </a:ext>
            </a:extLst>
          </p:cNvPr>
          <p:cNvCxnSpPr>
            <a:cxnSpLocks/>
            <a:stCxn id="75" idx="1"/>
            <a:endCxn id="63" idx="3"/>
          </p:cNvCxnSpPr>
          <p:nvPr/>
        </p:nvCxnSpPr>
        <p:spPr>
          <a:xfrm flipV="1">
            <a:off x="10024859" y="4519303"/>
            <a:ext cx="1408012" cy="644414"/>
          </a:xfrm>
          <a:prstGeom prst="straightConnector1">
            <a:avLst/>
          </a:prstGeom>
          <a:ln w="31750">
            <a:solidFill>
              <a:schemeClr val="tx1"/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Прямая со стрелкой 18">
            <a:extLst>
              <a:ext uri="{FF2B5EF4-FFF2-40B4-BE49-F238E27FC236}">
                <a16:creationId xmlns:a16="http://schemas.microsoft.com/office/drawing/2014/main" id="{C3FFC7E5-B5AC-380A-3E46-45A18ABA9FA2}"/>
              </a:ext>
            </a:extLst>
          </p:cNvPr>
          <p:cNvCxnSpPr>
            <a:cxnSpLocks/>
            <a:stCxn id="63" idx="2"/>
            <a:endCxn id="67" idx="4"/>
          </p:cNvCxnSpPr>
          <p:nvPr/>
        </p:nvCxnSpPr>
        <p:spPr>
          <a:xfrm flipH="1">
            <a:off x="10054688" y="3870053"/>
            <a:ext cx="834216" cy="4836"/>
          </a:xfrm>
          <a:prstGeom prst="straightConnector1">
            <a:avLst/>
          </a:prstGeom>
          <a:ln w="31750">
            <a:solidFill>
              <a:schemeClr val="tx1"/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Цилиндр 66">
            <a:extLst>
              <a:ext uri="{FF2B5EF4-FFF2-40B4-BE49-F238E27FC236}">
                <a16:creationId xmlns:a16="http://schemas.microsoft.com/office/drawing/2014/main" id="{128093ED-E928-3A89-4AAA-8DA88C49702D}"/>
              </a:ext>
            </a:extLst>
          </p:cNvPr>
          <p:cNvSpPr/>
          <p:nvPr/>
        </p:nvSpPr>
        <p:spPr>
          <a:xfrm>
            <a:off x="8751185" y="3096992"/>
            <a:ext cx="1303503" cy="1555794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worker-3-0</a:t>
            </a:r>
            <a:endParaRPr lang="ru-BY" dirty="0"/>
          </a:p>
        </p:txBody>
      </p:sp>
      <p:sp>
        <p:nvSpPr>
          <p:cNvPr id="68" name="Цилиндр 67">
            <a:extLst>
              <a:ext uri="{FF2B5EF4-FFF2-40B4-BE49-F238E27FC236}">
                <a16:creationId xmlns:a16="http://schemas.microsoft.com/office/drawing/2014/main" id="{656280ED-80FF-2A22-8B12-8033CCBAAD4E}"/>
              </a:ext>
            </a:extLst>
          </p:cNvPr>
          <p:cNvSpPr/>
          <p:nvPr/>
        </p:nvSpPr>
        <p:spPr>
          <a:xfrm>
            <a:off x="9702221" y="1348234"/>
            <a:ext cx="1087933" cy="1298500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master-3</a:t>
            </a:r>
            <a:endParaRPr lang="ru-BY" sz="1200" dirty="0"/>
          </a:p>
        </p:txBody>
      </p:sp>
      <p:cxnSp>
        <p:nvCxnSpPr>
          <p:cNvPr id="69" name="Прямая со стрелкой 18">
            <a:extLst>
              <a:ext uri="{FF2B5EF4-FFF2-40B4-BE49-F238E27FC236}">
                <a16:creationId xmlns:a16="http://schemas.microsoft.com/office/drawing/2014/main" id="{3C276CDB-B51F-B4E7-01DB-6FE9E932957D}"/>
              </a:ext>
            </a:extLst>
          </p:cNvPr>
          <p:cNvCxnSpPr>
            <a:cxnSpLocks/>
            <a:stCxn id="63" idx="1"/>
            <a:endCxn id="68" idx="4"/>
          </p:cNvCxnSpPr>
          <p:nvPr/>
        </p:nvCxnSpPr>
        <p:spPr>
          <a:xfrm flipH="1" flipV="1">
            <a:off x="10790154" y="1997484"/>
            <a:ext cx="642717" cy="1223319"/>
          </a:xfrm>
          <a:prstGeom prst="straightConnector1">
            <a:avLst/>
          </a:prstGeom>
          <a:ln w="31750">
            <a:solidFill>
              <a:schemeClr val="tx1"/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FF4DE35B-CC66-B590-425F-C3360A92F914}"/>
              </a:ext>
            </a:extLst>
          </p:cNvPr>
          <p:cNvSpPr txBox="1"/>
          <p:nvPr/>
        </p:nvSpPr>
        <p:spPr>
          <a:xfrm>
            <a:off x="10998937" y="2271675"/>
            <a:ext cx="8678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sp>
        <p:nvSpPr>
          <p:cNvPr id="75" name="Цилиндр 74">
            <a:extLst>
              <a:ext uri="{FF2B5EF4-FFF2-40B4-BE49-F238E27FC236}">
                <a16:creationId xmlns:a16="http://schemas.microsoft.com/office/drawing/2014/main" id="{1081BE96-8EE3-23DD-00BD-4DE2FB885273}"/>
              </a:ext>
            </a:extLst>
          </p:cNvPr>
          <p:cNvSpPr/>
          <p:nvPr/>
        </p:nvSpPr>
        <p:spPr>
          <a:xfrm>
            <a:off x="9373107" y="5163717"/>
            <a:ext cx="1303503" cy="1555794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worker-3-</a:t>
            </a:r>
            <a:r>
              <a:rPr lang="ru-RU" dirty="0"/>
              <a:t>1</a:t>
            </a:r>
            <a:endParaRPr lang="ru-BY" dirty="0"/>
          </a:p>
        </p:txBody>
      </p:sp>
      <p:sp>
        <p:nvSpPr>
          <p:cNvPr id="77" name="Цилиндр 76">
            <a:extLst>
              <a:ext uri="{FF2B5EF4-FFF2-40B4-BE49-F238E27FC236}">
                <a16:creationId xmlns:a16="http://schemas.microsoft.com/office/drawing/2014/main" id="{74E180FE-7261-B185-0C8D-C9C0042627B9}"/>
              </a:ext>
            </a:extLst>
          </p:cNvPr>
          <p:cNvSpPr/>
          <p:nvPr/>
        </p:nvSpPr>
        <p:spPr>
          <a:xfrm>
            <a:off x="2126163" y="3074184"/>
            <a:ext cx="1303503" cy="1555794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</a:t>
            </a:r>
            <a:r>
              <a:rPr lang="ru-RU" dirty="0"/>
              <a:t>1</a:t>
            </a:r>
            <a:r>
              <a:rPr lang="en-US" dirty="0"/>
              <a:t>-</a:t>
            </a:r>
            <a:r>
              <a:rPr lang="ru-RU" dirty="0"/>
              <a:t>2</a:t>
            </a:r>
            <a:endParaRPr lang="ru-BY" dirty="0"/>
          </a:p>
        </p:txBody>
      </p:sp>
      <p:sp>
        <p:nvSpPr>
          <p:cNvPr id="78" name="Цилиндр 77">
            <a:extLst>
              <a:ext uri="{FF2B5EF4-FFF2-40B4-BE49-F238E27FC236}">
                <a16:creationId xmlns:a16="http://schemas.microsoft.com/office/drawing/2014/main" id="{669EF9BA-FD3C-AD21-BB9F-57CF7987C597}"/>
              </a:ext>
            </a:extLst>
          </p:cNvPr>
          <p:cNvSpPr/>
          <p:nvPr/>
        </p:nvSpPr>
        <p:spPr>
          <a:xfrm>
            <a:off x="1515390" y="5163717"/>
            <a:ext cx="1303503" cy="1555794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</a:t>
            </a:r>
            <a:r>
              <a:rPr lang="ru-RU" dirty="0"/>
              <a:t>1</a:t>
            </a:r>
            <a:r>
              <a:rPr lang="en-US" dirty="0"/>
              <a:t>-</a:t>
            </a:r>
            <a:r>
              <a:rPr lang="ru-RU" dirty="0"/>
              <a:t>1</a:t>
            </a:r>
            <a:endParaRPr lang="ru-BY" dirty="0"/>
          </a:p>
        </p:txBody>
      </p:sp>
      <p:sp>
        <p:nvSpPr>
          <p:cNvPr id="79" name="Цилиндр 78">
            <a:extLst>
              <a:ext uri="{FF2B5EF4-FFF2-40B4-BE49-F238E27FC236}">
                <a16:creationId xmlns:a16="http://schemas.microsoft.com/office/drawing/2014/main" id="{90EF0D7E-9F2C-1E4A-15C1-C868A4B7BA30}"/>
              </a:ext>
            </a:extLst>
          </p:cNvPr>
          <p:cNvSpPr/>
          <p:nvPr/>
        </p:nvSpPr>
        <p:spPr>
          <a:xfrm>
            <a:off x="98268" y="5163717"/>
            <a:ext cx="1303503" cy="1555794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</a:t>
            </a:r>
            <a:r>
              <a:rPr lang="ru-RU" dirty="0"/>
              <a:t>1</a:t>
            </a:r>
            <a:r>
              <a:rPr lang="en-US" dirty="0"/>
              <a:t>-0</a:t>
            </a:r>
            <a:endParaRPr lang="ru-BY" dirty="0"/>
          </a:p>
        </p:txBody>
      </p:sp>
      <p:sp>
        <p:nvSpPr>
          <p:cNvPr id="80" name="Цилиндр 79">
            <a:extLst>
              <a:ext uri="{FF2B5EF4-FFF2-40B4-BE49-F238E27FC236}">
                <a16:creationId xmlns:a16="http://schemas.microsoft.com/office/drawing/2014/main" id="{CAE1BEEA-12C6-891C-CD6E-5AD101581989}"/>
              </a:ext>
            </a:extLst>
          </p:cNvPr>
          <p:cNvSpPr/>
          <p:nvPr/>
        </p:nvSpPr>
        <p:spPr>
          <a:xfrm>
            <a:off x="10790229" y="5163717"/>
            <a:ext cx="1303503" cy="1555794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worker-3-</a:t>
            </a:r>
            <a:r>
              <a:rPr lang="ru-RU" dirty="0"/>
              <a:t>2</a:t>
            </a:r>
            <a:endParaRPr lang="ru-BY" dirty="0"/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2E24B429-77BF-4902-7BC8-2E29AEE76BA6}"/>
              </a:ext>
            </a:extLst>
          </p:cNvPr>
          <p:cNvSpPr txBox="1"/>
          <p:nvPr/>
        </p:nvSpPr>
        <p:spPr>
          <a:xfrm>
            <a:off x="1667169" y="4648857"/>
            <a:ext cx="1043940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sharding</a:t>
            </a:r>
            <a:endParaRPr lang="ru-BY" dirty="0"/>
          </a:p>
        </p:txBody>
      </p:sp>
      <p:sp>
        <p:nvSpPr>
          <p:cNvPr id="133" name="Цилиндр 132">
            <a:extLst>
              <a:ext uri="{FF2B5EF4-FFF2-40B4-BE49-F238E27FC236}">
                <a16:creationId xmlns:a16="http://schemas.microsoft.com/office/drawing/2014/main" id="{10422A75-5CBF-D970-425D-012B72501D29}"/>
              </a:ext>
            </a:extLst>
          </p:cNvPr>
          <p:cNvSpPr/>
          <p:nvPr/>
        </p:nvSpPr>
        <p:spPr>
          <a:xfrm>
            <a:off x="3933963" y="3516144"/>
            <a:ext cx="1087933" cy="1298500"/>
          </a:xfrm>
          <a:prstGeom prst="can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coord-2</a:t>
            </a:r>
            <a:endParaRPr lang="ru-BY" dirty="0"/>
          </a:p>
        </p:txBody>
      </p:sp>
      <p:cxnSp>
        <p:nvCxnSpPr>
          <p:cNvPr id="134" name="Прямая со стрелкой 18">
            <a:extLst>
              <a:ext uri="{FF2B5EF4-FFF2-40B4-BE49-F238E27FC236}">
                <a16:creationId xmlns:a16="http://schemas.microsoft.com/office/drawing/2014/main" id="{DE6C28DF-FDB8-8101-9E67-6B6088DA23CF}"/>
              </a:ext>
            </a:extLst>
          </p:cNvPr>
          <p:cNvCxnSpPr>
            <a:cxnSpLocks/>
            <a:stCxn id="133" idx="3"/>
            <a:endCxn id="142" idx="1"/>
          </p:cNvCxnSpPr>
          <p:nvPr/>
        </p:nvCxnSpPr>
        <p:spPr>
          <a:xfrm>
            <a:off x="4477930" y="4814644"/>
            <a:ext cx="3035191" cy="349073"/>
          </a:xfrm>
          <a:prstGeom prst="straightConnector1">
            <a:avLst/>
          </a:prstGeom>
          <a:ln w="31750">
            <a:solidFill>
              <a:schemeClr val="accent2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Прямая со стрелкой 18">
            <a:extLst>
              <a:ext uri="{FF2B5EF4-FFF2-40B4-BE49-F238E27FC236}">
                <a16:creationId xmlns:a16="http://schemas.microsoft.com/office/drawing/2014/main" id="{03579E49-243C-2684-AA5D-46796F02523B}"/>
              </a:ext>
            </a:extLst>
          </p:cNvPr>
          <p:cNvCxnSpPr>
            <a:cxnSpLocks/>
            <a:stCxn id="141" idx="1"/>
            <a:endCxn id="133" idx="3"/>
          </p:cNvCxnSpPr>
          <p:nvPr/>
        </p:nvCxnSpPr>
        <p:spPr>
          <a:xfrm flipH="1" flipV="1">
            <a:off x="4477930" y="4814644"/>
            <a:ext cx="1618071" cy="349073"/>
          </a:xfrm>
          <a:prstGeom prst="straightConnector1">
            <a:avLst/>
          </a:prstGeom>
          <a:ln w="31750">
            <a:solidFill>
              <a:schemeClr val="accent2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Прямая со стрелкой 18">
            <a:extLst>
              <a:ext uri="{FF2B5EF4-FFF2-40B4-BE49-F238E27FC236}">
                <a16:creationId xmlns:a16="http://schemas.microsoft.com/office/drawing/2014/main" id="{C44AAD08-2943-690B-31A8-0A09B9E072FD}"/>
              </a:ext>
            </a:extLst>
          </p:cNvPr>
          <p:cNvCxnSpPr>
            <a:cxnSpLocks/>
            <a:stCxn id="133" idx="3"/>
            <a:endCxn id="137" idx="1"/>
          </p:cNvCxnSpPr>
          <p:nvPr/>
        </p:nvCxnSpPr>
        <p:spPr>
          <a:xfrm>
            <a:off x="4477930" y="4814644"/>
            <a:ext cx="200891" cy="349073"/>
          </a:xfrm>
          <a:prstGeom prst="straightConnector1">
            <a:avLst/>
          </a:prstGeom>
          <a:ln w="31750">
            <a:solidFill>
              <a:schemeClr val="accent2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7" name="Цилиндр 136">
            <a:extLst>
              <a:ext uri="{FF2B5EF4-FFF2-40B4-BE49-F238E27FC236}">
                <a16:creationId xmlns:a16="http://schemas.microsoft.com/office/drawing/2014/main" id="{CC73C14A-0919-2FE7-F8E9-5C086C1BA19A}"/>
              </a:ext>
            </a:extLst>
          </p:cNvPr>
          <p:cNvSpPr/>
          <p:nvPr/>
        </p:nvSpPr>
        <p:spPr>
          <a:xfrm>
            <a:off x="4027069" y="5163717"/>
            <a:ext cx="1303503" cy="1555794"/>
          </a:xfrm>
          <a:prstGeom prst="can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worker-2-0</a:t>
            </a:r>
            <a:endParaRPr lang="ru-BY" dirty="0"/>
          </a:p>
        </p:txBody>
      </p:sp>
      <p:sp>
        <p:nvSpPr>
          <p:cNvPr id="138" name="Цилиндр 137">
            <a:extLst>
              <a:ext uri="{FF2B5EF4-FFF2-40B4-BE49-F238E27FC236}">
                <a16:creationId xmlns:a16="http://schemas.microsoft.com/office/drawing/2014/main" id="{7764FAA7-A17D-C3BE-BCE9-AF49FE66AF99}"/>
              </a:ext>
            </a:extLst>
          </p:cNvPr>
          <p:cNvSpPr/>
          <p:nvPr/>
        </p:nvSpPr>
        <p:spPr>
          <a:xfrm>
            <a:off x="5230679" y="2515673"/>
            <a:ext cx="1087933" cy="1298500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master-2</a:t>
            </a:r>
            <a:endParaRPr lang="ru-BY" sz="1200" dirty="0"/>
          </a:p>
        </p:txBody>
      </p:sp>
      <p:cxnSp>
        <p:nvCxnSpPr>
          <p:cNvPr id="139" name="Прямая со стрелкой 18">
            <a:extLst>
              <a:ext uri="{FF2B5EF4-FFF2-40B4-BE49-F238E27FC236}">
                <a16:creationId xmlns:a16="http://schemas.microsoft.com/office/drawing/2014/main" id="{437692CA-6BAB-8682-E077-7E4A2777BBE4}"/>
              </a:ext>
            </a:extLst>
          </p:cNvPr>
          <p:cNvCxnSpPr>
            <a:cxnSpLocks/>
            <a:stCxn id="133" idx="4"/>
            <a:endCxn id="138" idx="3"/>
          </p:cNvCxnSpPr>
          <p:nvPr/>
        </p:nvCxnSpPr>
        <p:spPr>
          <a:xfrm flipV="1">
            <a:off x="5021896" y="3814173"/>
            <a:ext cx="752750" cy="351221"/>
          </a:xfrm>
          <a:prstGeom prst="straightConnector1">
            <a:avLst/>
          </a:prstGeom>
          <a:ln w="31750">
            <a:solidFill>
              <a:schemeClr val="tx1"/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1" name="Цилиндр 140">
            <a:extLst>
              <a:ext uri="{FF2B5EF4-FFF2-40B4-BE49-F238E27FC236}">
                <a16:creationId xmlns:a16="http://schemas.microsoft.com/office/drawing/2014/main" id="{3039488A-90E7-C053-C3A5-6D2078D0D8AA}"/>
              </a:ext>
            </a:extLst>
          </p:cNvPr>
          <p:cNvSpPr/>
          <p:nvPr/>
        </p:nvSpPr>
        <p:spPr>
          <a:xfrm>
            <a:off x="5444249" y="5163717"/>
            <a:ext cx="1303503" cy="1555794"/>
          </a:xfrm>
          <a:prstGeom prst="can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worker-2-</a:t>
            </a:r>
            <a:r>
              <a:rPr lang="ru-RU" dirty="0"/>
              <a:t>1</a:t>
            </a:r>
            <a:endParaRPr lang="ru-BY" dirty="0"/>
          </a:p>
        </p:txBody>
      </p:sp>
      <p:sp>
        <p:nvSpPr>
          <p:cNvPr id="142" name="Цилиндр 141">
            <a:extLst>
              <a:ext uri="{FF2B5EF4-FFF2-40B4-BE49-F238E27FC236}">
                <a16:creationId xmlns:a16="http://schemas.microsoft.com/office/drawing/2014/main" id="{C08D3B91-888D-4E44-94BF-FDCCFE5A5B8B}"/>
              </a:ext>
            </a:extLst>
          </p:cNvPr>
          <p:cNvSpPr/>
          <p:nvPr/>
        </p:nvSpPr>
        <p:spPr>
          <a:xfrm>
            <a:off x="6861369" y="5163717"/>
            <a:ext cx="1303503" cy="1555794"/>
          </a:xfrm>
          <a:prstGeom prst="can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worker-2-</a:t>
            </a:r>
            <a:r>
              <a:rPr lang="ru-RU" dirty="0"/>
              <a:t>2</a:t>
            </a:r>
            <a:endParaRPr lang="ru-BY" dirty="0"/>
          </a:p>
        </p:txBody>
      </p:sp>
      <p:sp>
        <p:nvSpPr>
          <p:cNvPr id="185" name="TextBox 184">
            <a:extLst>
              <a:ext uri="{FF2B5EF4-FFF2-40B4-BE49-F238E27FC236}">
                <a16:creationId xmlns:a16="http://schemas.microsoft.com/office/drawing/2014/main" id="{E3A12764-859C-06BB-191F-3E87ABBE4FF9}"/>
              </a:ext>
            </a:extLst>
          </p:cNvPr>
          <p:cNvSpPr txBox="1"/>
          <p:nvPr/>
        </p:nvSpPr>
        <p:spPr>
          <a:xfrm>
            <a:off x="6867978" y="4656844"/>
            <a:ext cx="1043940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sharding</a:t>
            </a:r>
            <a:endParaRPr lang="ru-BY" dirty="0"/>
          </a:p>
        </p:txBody>
      </p:sp>
      <p:sp>
        <p:nvSpPr>
          <p:cNvPr id="197" name="TextBox 196">
            <a:extLst>
              <a:ext uri="{FF2B5EF4-FFF2-40B4-BE49-F238E27FC236}">
                <a16:creationId xmlns:a16="http://schemas.microsoft.com/office/drawing/2014/main" id="{79EA9046-390B-7DC2-0A45-D3698290DFF2}"/>
              </a:ext>
            </a:extLst>
          </p:cNvPr>
          <p:cNvSpPr txBox="1"/>
          <p:nvPr/>
        </p:nvSpPr>
        <p:spPr>
          <a:xfrm>
            <a:off x="5165803" y="4045431"/>
            <a:ext cx="8678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cxnSp>
        <p:nvCxnSpPr>
          <p:cNvPr id="198" name="Прямая со стрелкой 18">
            <a:extLst>
              <a:ext uri="{FF2B5EF4-FFF2-40B4-BE49-F238E27FC236}">
                <a16:creationId xmlns:a16="http://schemas.microsoft.com/office/drawing/2014/main" id="{E24C86D1-B1B2-0973-0C35-766D2673E24F}"/>
              </a:ext>
            </a:extLst>
          </p:cNvPr>
          <p:cNvCxnSpPr>
            <a:cxnSpLocks/>
            <a:stCxn id="68" idx="3"/>
            <a:endCxn id="138" idx="4"/>
          </p:cNvCxnSpPr>
          <p:nvPr/>
        </p:nvCxnSpPr>
        <p:spPr>
          <a:xfrm rot="5400000">
            <a:off x="8023306" y="942040"/>
            <a:ext cx="518189" cy="3927576"/>
          </a:xfrm>
          <a:prstGeom prst="curvedConnector2">
            <a:avLst/>
          </a:prstGeom>
          <a:ln w="31750">
            <a:solidFill>
              <a:schemeClr val="tx1"/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1" name="Прямая со стрелкой 18">
            <a:extLst>
              <a:ext uri="{FF2B5EF4-FFF2-40B4-BE49-F238E27FC236}">
                <a16:creationId xmlns:a16="http://schemas.microsoft.com/office/drawing/2014/main" id="{E6610087-EEA6-8CB3-DB1C-596299E7C6E4}"/>
              </a:ext>
            </a:extLst>
          </p:cNvPr>
          <p:cNvCxnSpPr>
            <a:cxnSpLocks/>
            <a:stCxn id="138" idx="2"/>
            <a:endCxn id="9" idx="3"/>
          </p:cNvCxnSpPr>
          <p:nvPr/>
        </p:nvCxnSpPr>
        <p:spPr>
          <a:xfrm rot="10800000">
            <a:off x="2213257" y="2646735"/>
            <a:ext cx="3017422" cy="518189"/>
          </a:xfrm>
          <a:prstGeom prst="curvedConnector2">
            <a:avLst/>
          </a:prstGeom>
          <a:ln w="31750">
            <a:solidFill>
              <a:schemeClr val="tx1"/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4" name="Прямая со стрелкой 18">
            <a:extLst>
              <a:ext uri="{FF2B5EF4-FFF2-40B4-BE49-F238E27FC236}">
                <a16:creationId xmlns:a16="http://schemas.microsoft.com/office/drawing/2014/main" id="{367169FA-98EA-11DB-5DDF-4A37DA71E9A0}"/>
              </a:ext>
            </a:extLst>
          </p:cNvPr>
          <p:cNvCxnSpPr>
            <a:cxnSpLocks/>
            <a:stCxn id="68" idx="1"/>
            <a:endCxn id="9" idx="1"/>
          </p:cNvCxnSpPr>
          <p:nvPr/>
        </p:nvCxnSpPr>
        <p:spPr>
          <a:xfrm rot="16200000" flipV="1">
            <a:off x="6229723" y="-2668232"/>
            <a:ext cx="12700" cy="8032931"/>
          </a:xfrm>
          <a:prstGeom prst="curvedConnector3">
            <a:avLst>
              <a:gd name="adj1" fmla="val 3124142"/>
            </a:avLst>
          </a:prstGeom>
          <a:ln w="31750">
            <a:solidFill>
              <a:schemeClr val="tx1"/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9" name="Цилиндр 218">
            <a:extLst>
              <a:ext uri="{FF2B5EF4-FFF2-40B4-BE49-F238E27FC236}">
                <a16:creationId xmlns:a16="http://schemas.microsoft.com/office/drawing/2014/main" id="{F97146B8-7B39-B451-1FBC-DE4AC56132F9}"/>
              </a:ext>
            </a:extLst>
          </p:cNvPr>
          <p:cNvSpPr/>
          <p:nvPr/>
        </p:nvSpPr>
        <p:spPr>
          <a:xfrm>
            <a:off x="6585031" y="1165451"/>
            <a:ext cx="1187095" cy="1416855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pg</a:t>
            </a:r>
            <a:r>
              <a:rPr lang="en-US" dirty="0"/>
              <a:t>-locker</a:t>
            </a:r>
            <a:endParaRPr lang="ru-BY" dirty="0"/>
          </a:p>
        </p:txBody>
      </p:sp>
      <p:sp>
        <p:nvSpPr>
          <p:cNvPr id="256" name="TextBox 255">
            <a:extLst>
              <a:ext uri="{FF2B5EF4-FFF2-40B4-BE49-F238E27FC236}">
                <a16:creationId xmlns:a16="http://schemas.microsoft.com/office/drawing/2014/main" id="{58279774-7160-836C-6405-54333B773624}"/>
              </a:ext>
            </a:extLst>
          </p:cNvPr>
          <p:cNvSpPr txBox="1"/>
          <p:nvPr/>
        </p:nvSpPr>
        <p:spPr>
          <a:xfrm>
            <a:off x="7477985" y="2681788"/>
            <a:ext cx="8678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sp>
        <p:nvSpPr>
          <p:cNvPr id="257" name="TextBox 256">
            <a:extLst>
              <a:ext uri="{FF2B5EF4-FFF2-40B4-BE49-F238E27FC236}">
                <a16:creationId xmlns:a16="http://schemas.microsoft.com/office/drawing/2014/main" id="{DD53FC2A-CEAB-0AD0-B55F-D0A914B98D3C}"/>
              </a:ext>
            </a:extLst>
          </p:cNvPr>
          <p:cNvSpPr txBox="1"/>
          <p:nvPr/>
        </p:nvSpPr>
        <p:spPr>
          <a:xfrm>
            <a:off x="3023642" y="2536496"/>
            <a:ext cx="8678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sp>
        <p:nvSpPr>
          <p:cNvPr id="258" name="TextBox 257">
            <a:extLst>
              <a:ext uri="{FF2B5EF4-FFF2-40B4-BE49-F238E27FC236}">
                <a16:creationId xmlns:a16="http://schemas.microsoft.com/office/drawing/2014/main" id="{54BDDF33-7B5B-73FC-63C5-23E52053FDAB}"/>
              </a:ext>
            </a:extLst>
          </p:cNvPr>
          <p:cNvSpPr txBox="1"/>
          <p:nvPr/>
        </p:nvSpPr>
        <p:spPr>
          <a:xfrm>
            <a:off x="8730673" y="1107687"/>
            <a:ext cx="8678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sp>
        <p:nvSpPr>
          <p:cNvPr id="259" name="TextBox 258">
            <a:extLst>
              <a:ext uri="{FF2B5EF4-FFF2-40B4-BE49-F238E27FC236}">
                <a16:creationId xmlns:a16="http://schemas.microsoft.com/office/drawing/2014/main" id="{F59F23C3-6E7B-BAAF-769B-9EDF4ADABFE5}"/>
              </a:ext>
            </a:extLst>
          </p:cNvPr>
          <p:cNvSpPr txBox="1"/>
          <p:nvPr/>
        </p:nvSpPr>
        <p:spPr>
          <a:xfrm>
            <a:off x="2973785" y="1181682"/>
            <a:ext cx="8678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cxnSp>
        <p:nvCxnSpPr>
          <p:cNvPr id="260" name="Прямая со стрелкой 18">
            <a:extLst>
              <a:ext uri="{FF2B5EF4-FFF2-40B4-BE49-F238E27FC236}">
                <a16:creationId xmlns:a16="http://schemas.microsoft.com/office/drawing/2014/main" id="{1638CF53-861A-7EA7-7816-D17722443F84}"/>
              </a:ext>
            </a:extLst>
          </p:cNvPr>
          <p:cNvCxnSpPr>
            <a:cxnSpLocks/>
            <a:stCxn id="219" idx="2"/>
            <a:endCxn id="138" idx="1"/>
          </p:cNvCxnSpPr>
          <p:nvPr/>
        </p:nvCxnSpPr>
        <p:spPr>
          <a:xfrm rot="10800000" flipV="1">
            <a:off x="5774647" y="1873879"/>
            <a:ext cx="810385" cy="641794"/>
          </a:xfrm>
          <a:prstGeom prst="curvedConnector2">
            <a:avLst/>
          </a:prstGeom>
          <a:ln w="31750">
            <a:solidFill>
              <a:schemeClr val="tx1"/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3" name="Прямая со стрелкой 18">
            <a:extLst>
              <a:ext uri="{FF2B5EF4-FFF2-40B4-BE49-F238E27FC236}">
                <a16:creationId xmlns:a16="http://schemas.microsoft.com/office/drawing/2014/main" id="{53F97DCD-6CB1-67FC-5E16-26E146F51A93}"/>
              </a:ext>
            </a:extLst>
          </p:cNvPr>
          <p:cNvCxnSpPr>
            <a:cxnSpLocks/>
            <a:stCxn id="219" idx="2"/>
            <a:endCxn id="9" idx="4"/>
          </p:cNvCxnSpPr>
          <p:nvPr/>
        </p:nvCxnSpPr>
        <p:spPr>
          <a:xfrm rot="10800000" flipV="1">
            <a:off x="2757223" y="1873878"/>
            <a:ext cx="3827808" cy="123605"/>
          </a:xfrm>
          <a:prstGeom prst="curvedConnector3">
            <a:avLst>
              <a:gd name="adj1" fmla="val 50000"/>
            </a:avLst>
          </a:prstGeom>
          <a:ln w="31750">
            <a:solidFill>
              <a:schemeClr val="tx1"/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6" name="Прямая со стрелкой 18">
            <a:extLst>
              <a:ext uri="{FF2B5EF4-FFF2-40B4-BE49-F238E27FC236}">
                <a16:creationId xmlns:a16="http://schemas.microsoft.com/office/drawing/2014/main" id="{CFAEA455-C352-AAFE-3A31-354F9E3B482B}"/>
              </a:ext>
            </a:extLst>
          </p:cNvPr>
          <p:cNvCxnSpPr>
            <a:cxnSpLocks/>
            <a:stCxn id="219" idx="4"/>
            <a:endCxn id="68" idx="2"/>
          </p:cNvCxnSpPr>
          <p:nvPr/>
        </p:nvCxnSpPr>
        <p:spPr>
          <a:xfrm>
            <a:off x="7772126" y="1873879"/>
            <a:ext cx="1930095" cy="123605"/>
          </a:xfrm>
          <a:prstGeom prst="curvedConnector3">
            <a:avLst>
              <a:gd name="adj1" fmla="val 50000"/>
            </a:avLst>
          </a:prstGeom>
          <a:ln w="31750">
            <a:solidFill>
              <a:schemeClr val="tx1"/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9" name="TextBox 268">
            <a:extLst>
              <a:ext uri="{FF2B5EF4-FFF2-40B4-BE49-F238E27FC236}">
                <a16:creationId xmlns:a16="http://schemas.microsoft.com/office/drawing/2014/main" id="{49A2AAB3-1A49-2A61-5531-BDF57480A889}"/>
              </a:ext>
            </a:extLst>
          </p:cNvPr>
          <p:cNvSpPr txBox="1"/>
          <p:nvPr/>
        </p:nvSpPr>
        <p:spPr>
          <a:xfrm>
            <a:off x="8434847" y="1584764"/>
            <a:ext cx="6046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lock</a:t>
            </a:r>
            <a:endParaRPr lang="ru-BY" dirty="0"/>
          </a:p>
        </p:txBody>
      </p:sp>
      <p:sp>
        <p:nvSpPr>
          <p:cNvPr id="270" name="TextBox 269">
            <a:extLst>
              <a:ext uri="{FF2B5EF4-FFF2-40B4-BE49-F238E27FC236}">
                <a16:creationId xmlns:a16="http://schemas.microsoft.com/office/drawing/2014/main" id="{69A33C7D-9720-EB54-0886-65F6F5998EB5}"/>
              </a:ext>
            </a:extLst>
          </p:cNvPr>
          <p:cNvSpPr txBox="1"/>
          <p:nvPr/>
        </p:nvSpPr>
        <p:spPr>
          <a:xfrm>
            <a:off x="3933963" y="1610311"/>
            <a:ext cx="6046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lock</a:t>
            </a:r>
            <a:endParaRPr lang="ru-BY" dirty="0"/>
          </a:p>
        </p:txBody>
      </p:sp>
      <p:sp>
        <p:nvSpPr>
          <p:cNvPr id="271" name="TextBox 270">
            <a:extLst>
              <a:ext uri="{FF2B5EF4-FFF2-40B4-BE49-F238E27FC236}">
                <a16:creationId xmlns:a16="http://schemas.microsoft.com/office/drawing/2014/main" id="{23985170-98D4-49F9-2456-59DFBED5B3A1}"/>
              </a:ext>
            </a:extLst>
          </p:cNvPr>
          <p:cNvSpPr txBox="1"/>
          <p:nvPr/>
        </p:nvSpPr>
        <p:spPr>
          <a:xfrm>
            <a:off x="5327376" y="1935680"/>
            <a:ext cx="6046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lock</a:t>
            </a:r>
            <a:endParaRPr lang="ru-BY" dirty="0"/>
          </a:p>
        </p:txBody>
      </p:sp>
    </p:spTree>
    <p:extLst>
      <p:ext uri="{BB962C8B-B14F-4D97-AF65-F5344CB8AC3E}">
        <p14:creationId xmlns:p14="http://schemas.microsoft.com/office/powerpoint/2010/main" val="29511395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94E4C0E-6D42-9859-A288-13B3204AF1E0}"/>
              </a:ext>
            </a:extLst>
          </p:cNvPr>
          <p:cNvSpPr txBox="1"/>
          <p:nvPr/>
        </p:nvSpPr>
        <p:spPr>
          <a:xfrm>
            <a:off x="230406" y="226738"/>
            <a:ext cx="290015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600" dirty="0"/>
              <a:t>Слой чтения</a:t>
            </a:r>
            <a:endParaRPr lang="en-US" sz="3600" dirty="0"/>
          </a:p>
        </p:txBody>
      </p:sp>
      <p:sp>
        <p:nvSpPr>
          <p:cNvPr id="23" name="Цилиндр 22">
            <a:extLst>
              <a:ext uri="{FF2B5EF4-FFF2-40B4-BE49-F238E27FC236}">
                <a16:creationId xmlns:a16="http://schemas.microsoft.com/office/drawing/2014/main" id="{EF1DB332-50CD-775B-ABA2-0817F517ECDA}"/>
              </a:ext>
            </a:extLst>
          </p:cNvPr>
          <p:cNvSpPr/>
          <p:nvPr/>
        </p:nvSpPr>
        <p:spPr>
          <a:xfrm>
            <a:off x="215162" y="3220803"/>
            <a:ext cx="1087933" cy="1298500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coord-1</a:t>
            </a:r>
            <a:endParaRPr lang="ru-BY" dirty="0"/>
          </a:p>
        </p:txBody>
      </p:sp>
      <p:cxnSp>
        <p:nvCxnSpPr>
          <p:cNvPr id="24" name="Прямая со стрелкой 18">
            <a:extLst>
              <a:ext uri="{FF2B5EF4-FFF2-40B4-BE49-F238E27FC236}">
                <a16:creationId xmlns:a16="http://schemas.microsoft.com/office/drawing/2014/main" id="{8DA426C6-59CA-DA3A-D5CB-51EF9C2A4510}"/>
              </a:ext>
            </a:extLst>
          </p:cNvPr>
          <p:cNvCxnSpPr>
            <a:cxnSpLocks/>
            <a:stCxn id="23" idx="4"/>
            <a:endCxn id="77" idx="2"/>
          </p:cNvCxnSpPr>
          <p:nvPr/>
        </p:nvCxnSpPr>
        <p:spPr>
          <a:xfrm flipV="1">
            <a:off x="1303095" y="3852081"/>
            <a:ext cx="823068" cy="17972"/>
          </a:xfrm>
          <a:prstGeom prst="straightConnector1">
            <a:avLst/>
          </a:prstGeom>
          <a:ln w="31750">
            <a:solidFill>
              <a:schemeClr val="tx1"/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Прямая со стрелкой 18">
            <a:extLst>
              <a:ext uri="{FF2B5EF4-FFF2-40B4-BE49-F238E27FC236}">
                <a16:creationId xmlns:a16="http://schemas.microsoft.com/office/drawing/2014/main" id="{B88E1360-ADC8-7A39-E28B-1D30D90CA2CC}"/>
              </a:ext>
            </a:extLst>
          </p:cNvPr>
          <p:cNvCxnSpPr>
            <a:cxnSpLocks/>
            <a:stCxn id="78" idx="1"/>
            <a:endCxn id="23" idx="3"/>
          </p:cNvCxnSpPr>
          <p:nvPr/>
        </p:nvCxnSpPr>
        <p:spPr>
          <a:xfrm flipH="1" flipV="1">
            <a:off x="759129" y="4519303"/>
            <a:ext cx="1408013" cy="644414"/>
          </a:xfrm>
          <a:prstGeom prst="straightConnector1">
            <a:avLst/>
          </a:prstGeom>
          <a:ln w="31750">
            <a:solidFill>
              <a:schemeClr val="tx1"/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Прямая со стрелкой 18">
            <a:extLst>
              <a:ext uri="{FF2B5EF4-FFF2-40B4-BE49-F238E27FC236}">
                <a16:creationId xmlns:a16="http://schemas.microsoft.com/office/drawing/2014/main" id="{B88E1360-ADC8-7A39-E28B-1D30D90CA2CC}"/>
              </a:ext>
            </a:extLst>
          </p:cNvPr>
          <p:cNvCxnSpPr>
            <a:cxnSpLocks/>
            <a:stCxn id="23" idx="3"/>
            <a:endCxn id="79" idx="1"/>
          </p:cNvCxnSpPr>
          <p:nvPr/>
        </p:nvCxnSpPr>
        <p:spPr>
          <a:xfrm flipH="1">
            <a:off x="750020" y="4519303"/>
            <a:ext cx="9109" cy="644414"/>
          </a:xfrm>
          <a:prstGeom prst="straightConnector1">
            <a:avLst/>
          </a:prstGeom>
          <a:ln w="31750">
            <a:solidFill>
              <a:schemeClr val="tx1"/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Цилиндр 8">
            <a:extLst>
              <a:ext uri="{FF2B5EF4-FFF2-40B4-BE49-F238E27FC236}">
                <a16:creationId xmlns:a16="http://schemas.microsoft.com/office/drawing/2014/main" id="{A6CB4848-BD9F-00DA-AFBB-169D872B698A}"/>
              </a:ext>
            </a:extLst>
          </p:cNvPr>
          <p:cNvSpPr/>
          <p:nvPr/>
        </p:nvSpPr>
        <p:spPr>
          <a:xfrm>
            <a:off x="1669290" y="1348234"/>
            <a:ext cx="1087933" cy="1298500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master-1</a:t>
            </a:r>
            <a:endParaRPr lang="ru-BY" sz="1200" dirty="0"/>
          </a:p>
        </p:txBody>
      </p:sp>
      <p:cxnSp>
        <p:nvCxnSpPr>
          <p:cNvPr id="10" name="Прямая со стрелкой 18">
            <a:extLst>
              <a:ext uri="{FF2B5EF4-FFF2-40B4-BE49-F238E27FC236}">
                <a16:creationId xmlns:a16="http://schemas.microsoft.com/office/drawing/2014/main" id="{6BDA3585-87B9-649E-1E95-BF31212098C0}"/>
              </a:ext>
            </a:extLst>
          </p:cNvPr>
          <p:cNvCxnSpPr>
            <a:cxnSpLocks/>
            <a:stCxn id="23" idx="1"/>
            <a:endCxn id="9" idx="2"/>
          </p:cNvCxnSpPr>
          <p:nvPr/>
        </p:nvCxnSpPr>
        <p:spPr>
          <a:xfrm flipV="1">
            <a:off x="759129" y="1997484"/>
            <a:ext cx="910161" cy="1223319"/>
          </a:xfrm>
          <a:prstGeom prst="straightConnector1">
            <a:avLst/>
          </a:prstGeom>
          <a:ln w="31750">
            <a:solidFill>
              <a:schemeClr val="tx1"/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273A2584-B55C-170F-E6C7-B55FA12521EE}"/>
              </a:ext>
            </a:extLst>
          </p:cNvPr>
          <p:cNvSpPr txBox="1"/>
          <p:nvPr/>
        </p:nvSpPr>
        <p:spPr>
          <a:xfrm>
            <a:off x="400574" y="2252160"/>
            <a:ext cx="8678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1791FD8-19AD-0449-82A9-93DFE76667E6}"/>
              </a:ext>
            </a:extLst>
          </p:cNvPr>
          <p:cNvSpPr txBox="1"/>
          <p:nvPr/>
        </p:nvSpPr>
        <p:spPr>
          <a:xfrm>
            <a:off x="9354132" y="4629978"/>
            <a:ext cx="1043940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sharding</a:t>
            </a:r>
            <a:endParaRPr lang="ru-BY" dirty="0"/>
          </a:p>
        </p:txBody>
      </p:sp>
      <p:sp>
        <p:nvSpPr>
          <p:cNvPr id="63" name="Цилиндр 62">
            <a:extLst>
              <a:ext uri="{FF2B5EF4-FFF2-40B4-BE49-F238E27FC236}">
                <a16:creationId xmlns:a16="http://schemas.microsoft.com/office/drawing/2014/main" id="{4B01D485-58C5-F64B-892A-4DB24B7AC6F5}"/>
              </a:ext>
            </a:extLst>
          </p:cNvPr>
          <p:cNvSpPr/>
          <p:nvPr/>
        </p:nvSpPr>
        <p:spPr>
          <a:xfrm>
            <a:off x="10888904" y="3220803"/>
            <a:ext cx="1087933" cy="1298500"/>
          </a:xfrm>
          <a:prstGeom prst="can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coord-3</a:t>
            </a:r>
            <a:endParaRPr lang="ru-BY" dirty="0"/>
          </a:p>
        </p:txBody>
      </p:sp>
      <p:cxnSp>
        <p:nvCxnSpPr>
          <p:cNvPr id="64" name="Прямая со стрелкой 18">
            <a:extLst>
              <a:ext uri="{FF2B5EF4-FFF2-40B4-BE49-F238E27FC236}">
                <a16:creationId xmlns:a16="http://schemas.microsoft.com/office/drawing/2014/main" id="{E0164565-70E0-C7C7-2C99-E337B9E0B7F3}"/>
              </a:ext>
            </a:extLst>
          </p:cNvPr>
          <p:cNvCxnSpPr>
            <a:cxnSpLocks/>
            <a:stCxn id="63" idx="3"/>
            <a:endCxn id="80" idx="1"/>
          </p:cNvCxnSpPr>
          <p:nvPr/>
        </p:nvCxnSpPr>
        <p:spPr>
          <a:xfrm>
            <a:off x="11432871" y="4519303"/>
            <a:ext cx="9110" cy="644414"/>
          </a:xfrm>
          <a:prstGeom prst="straightConnector1">
            <a:avLst/>
          </a:prstGeom>
          <a:ln w="31750">
            <a:solidFill>
              <a:schemeClr val="accent2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Прямая со стрелкой 18">
            <a:extLst>
              <a:ext uri="{FF2B5EF4-FFF2-40B4-BE49-F238E27FC236}">
                <a16:creationId xmlns:a16="http://schemas.microsoft.com/office/drawing/2014/main" id="{3B012901-C858-91F9-0976-418FE294860D}"/>
              </a:ext>
            </a:extLst>
          </p:cNvPr>
          <p:cNvCxnSpPr>
            <a:cxnSpLocks/>
            <a:stCxn id="75" idx="1"/>
            <a:endCxn id="63" idx="3"/>
          </p:cNvCxnSpPr>
          <p:nvPr/>
        </p:nvCxnSpPr>
        <p:spPr>
          <a:xfrm flipV="1">
            <a:off x="10024859" y="4519303"/>
            <a:ext cx="1408012" cy="644414"/>
          </a:xfrm>
          <a:prstGeom prst="straightConnector1">
            <a:avLst/>
          </a:prstGeom>
          <a:ln w="31750">
            <a:solidFill>
              <a:schemeClr val="accent2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Прямая со стрелкой 18">
            <a:extLst>
              <a:ext uri="{FF2B5EF4-FFF2-40B4-BE49-F238E27FC236}">
                <a16:creationId xmlns:a16="http://schemas.microsoft.com/office/drawing/2014/main" id="{C3FFC7E5-B5AC-380A-3E46-45A18ABA9FA2}"/>
              </a:ext>
            </a:extLst>
          </p:cNvPr>
          <p:cNvCxnSpPr>
            <a:cxnSpLocks/>
            <a:stCxn id="63" idx="2"/>
            <a:endCxn id="67" idx="4"/>
          </p:cNvCxnSpPr>
          <p:nvPr/>
        </p:nvCxnSpPr>
        <p:spPr>
          <a:xfrm flipH="1">
            <a:off x="10054688" y="3870053"/>
            <a:ext cx="834216" cy="4836"/>
          </a:xfrm>
          <a:prstGeom prst="straightConnector1">
            <a:avLst/>
          </a:prstGeom>
          <a:ln w="31750">
            <a:solidFill>
              <a:schemeClr val="accent2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Цилиндр 66">
            <a:extLst>
              <a:ext uri="{FF2B5EF4-FFF2-40B4-BE49-F238E27FC236}">
                <a16:creationId xmlns:a16="http://schemas.microsoft.com/office/drawing/2014/main" id="{128093ED-E928-3A89-4AAA-8DA88C49702D}"/>
              </a:ext>
            </a:extLst>
          </p:cNvPr>
          <p:cNvSpPr/>
          <p:nvPr/>
        </p:nvSpPr>
        <p:spPr>
          <a:xfrm>
            <a:off x="8751185" y="3096992"/>
            <a:ext cx="1303503" cy="1555794"/>
          </a:xfrm>
          <a:prstGeom prst="can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worker-3-0</a:t>
            </a:r>
            <a:endParaRPr lang="ru-BY" dirty="0"/>
          </a:p>
        </p:txBody>
      </p:sp>
      <p:sp>
        <p:nvSpPr>
          <p:cNvPr id="68" name="Цилиндр 67">
            <a:extLst>
              <a:ext uri="{FF2B5EF4-FFF2-40B4-BE49-F238E27FC236}">
                <a16:creationId xmlns:a16="http://schemas.microsoft.com/office/drawing/2014/main" id="{656280ED-80FF-2A22-8B12-8033CCBAAD4E}"/>
              </a:ext>
            </a:extLst>
          </p:cNvPr>
          <p:cNvSpPr/>
          <p:nvPr/>
        </p:nvSpPr>
        <p:spPr>
          <a:xfrm>
            <a:off x="9702221" y="1348234"/>
            <a:ext cx="1087933" cy="1298500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master-3</a:t>
            </a:r>
            <a:endParaRPr lang="ru-BY" sz="1200" dirty="0"/>
          </a:p>
        </p:txBody>
      </p:sp>
      <p:cxnSp>
        <p:nvCxnSpPr>
          <p:cNvPr id="69" name="Прямая со стрелкой 18">
            <a:extLst>
              <a:ext uri="{FF2B5EF4-FFF2-40B4-BE49-F238E27FC236}">
                <a16:creationId xmlns:a16="http://schemas.microsoft.com/office/drawing/2014/main" id="{3C276CDB-B51F-B4E7-01DB-6FE9E932957D}"/>
              </a:ext>
            </a:extLst>
          </p:cNvPr>
          <p:cNvCxnSpPr>
            <a:cxnSpLocks/>
            <a:stCxn id="63" idx="1"/>
            <a:endCxn id="68" idx="4"/>
          </p:cNvCxnSpPr>
          <p:nvPr/>
        </p:nvCxnSpPr>
        <p:spPr>
          <a:xfrm flipH="1" flipV="1">
            <a:off x="10790154" y="1997484"/>
            <a:ext cx="642717" cy="1223319"/>
          </a:xfrm>
          <a:prstGeom prst="straightConnector1">
            <a:avLst/>
          </a:prstGeom>
          <a:ln w="31750">
            <a:solidFill>
              <a:schemeClr val="tx1"/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FF4DE35B-CC66-B590-425F-C3360A92F914}"/>
              </a:ext>
            </a:extLst>
          </p:cNvPr>
          <p:cNvSpPr txBox="1"/>
          <p:nvPr/>
        </p:nvSpPr>
        <p:spPr>
          <a:xfrm>
            <a:off x="10998937" y="2271675"/>
            <a:ext cx="8678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sp>
        <p:nvSpPr>
          <p:cNvPr id="75" name="Цилиндр 74">
            <a:extLst>
              <a:ext uri="{FF2B5EF4-FFF2-40B4-BE49-F238E27FC236}">
                <a16:creationId xmlns:a16="http://schemas.microsoft.com/office/drawing/2014/main" id="{1081BE96-8EE3-23DD-00BD-4DE2FB885273}"/>
              </a:ext>
            </a:extLst>
          </p:cNvPr>
          <p:cNvSpPr/>
          <p:nvPr/>
        </p:nvSpPr>
        <p:spPr>
          <a:xfrm>
            <a:off x="9373107" y="5163717"/>
            <a:ext cx="1303503" cy="1555794"/>
          </a:xfrm>
          <a:prstGeom prst="can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worker-3-</a:t>
            </a:r>
            <a:r>
              <a:rPr lang="ru-RU" dirty="0"/>
              <a:t>1</a:t>
            </a:r>
            <a:endParaRPr lang="ru-BY" dirty="0"/>
          </a:p>
        </p:txBody>
      </p:sp>
      <p:sp>
        <p:nvSpPr>
          <p:cNvPr id="77" name="Цилиндр 76">
            <a:extLst>
              <a:ext uri="{FF2B5EF4-FFF2-40B4-BE49-F238E27FC236}">
                <a16:creationId xmlns:a16="http://schemas.microsoft.com/office/drawing/2014/main" id="{74E180FE-7261-B185-0C8D-C9C0042627B9}"/>
              </a:ext>
            </a:extLst>
          </p:cNvPr>
          <p:cNvSpPr/>
          <p:nvPr/>
        </p:nvSpPr>
        <p:spPr>
          <a:xfrm>
            <a:off x="2126163" y="3074184"/>
            <a:ext cx="1303503" cy="1555794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</a:t>
            </a:r>
            <a:r>
              <a:rPr lang="ru-RU" dirty="0"/>
              <a:t>1</a:t>
            </a:r>
            <a:r>
              <a:rPr lang="en-US" dirty="0"/>
              <a:t>-</a:t>
            </a:r>
            <a:r>
              <a:rPr lang="ru-RU" dirty="0"/>
              <a:t>2</a:t>
            </a:r>
            <a:endParaRPr lang="ru-BY" dirty="0"/>
          </a:p>
        </p:txBody>
      </p:sp>
      <p:sp>
        <p:nvSpPr>
          <p:cNvPr id="78" name="Цилиндр 77">
            <a:extLst>
              <a:ext uri="{FF2B5EF4-FFF2-40B4-BE49-F238E27FC236}">
                <a16:creationId xmlns:a16="http://schemas.microsoft.com/office/drawing/2014/main" id="{669EF9BA-FD3C-AD21-BB9F-57CF7987C597}"/>
              </a:ext>
            </a:extLst>
          </p:cNvPr>
          <p:cNvSpPr/>
          <p:nvPr/>
        </p:nvSpPr>
        <p:spPr>
          <a:xfrm>
            <a:off x="1515390" y="5163717"/>
            <a:ext cx="1303503" cy="1555794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</a:t>
            </a:r>
            <a:r>
              <a:rPr lang="ru-RU" dirty="0"/>
              <a:t>1</a:t>
            </a:r>
            <a:r>
              <a:rPr lang="en-US" dirty="0"/>
              <a:t>-</a:t>
            </a:r>
            <a:r>
              <a:rPr lang="ru-RU" dirty="0"/>
              <a:t>1</a:t>
            </a:r>
            <a:endParaRPr lang="ru-BY" dirty="0"/>
          </a:p>
        </p:txBody>
      </p:sp>
      <p:sp>
        <p:nvSpPr>
          <p:cNvPr id="79" name="Цилиндр 78">
            <a:extLst>
              <a:ext uri="{FF2B5EF4-FFF2-40B4-BE49-F238E27FC236}">
                <a16:creationId xmlns:a16="http://schemas.microsoft.com/office/drawing/2014/main" id="{90EF0D7E-9F2C-1E4A-15C1-C868A4B7BA30}"/>
              </a:ext>
            </a:extLst>
          </p:cNvPr>
          <p:cNvSpPr/>
          <p:nvPr/>
        </p:nvSpPr>
        <p:spPr>
          <a:xfrm>
            <a:off x="98268" y="5163717"/>
            <a:ext cx="1303503" cy="1555794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</a:t>
            </a:r>
            <a:r>
              <a:rPr lang="ru-RU" dirty="0"/>
              <a:t>1</a:t>
            </a:r>
            <a:r>
              <a:rPr lang="en-US" dirty="0"/>
              <a:t>-0</a:t>
            </a:r>
            <a:endParaRPr lang="ru-BY" dirty="0"/>
          </a:p>
        </p:txBody>
      </p:sp>
      <p:sp>
        <p:nvSpPr>
          <p:cNvPr id="80" name="Цилиндр 79">
            <a:extLst>
              <a:ext uri="{FF2B5EF4-FFF2-40B4-BE49-F238E27FC236}">
                <a16:creationId xmlns:a16="http://schemas.microsoft.com/office/drawing/2014/main" id="{CAE1BEEA-12C6-891C-CD6E-5AD101581989}"/>
              </a:ext>
            </a:extLst>
          </p:cNvPr>
          <p:cNvSpPr/>
          <p:nvPr/>
        </p:nvSpPr>
        <p:spPr>
          <a:xfrm>
            <a:off x="10790229" y="5163717"/>
            <a:ext cx="1303503" cy="1555794"/>
          </a:xfrm>
          <a:prstGeom prst="can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worker-3-</a:t>
            </a:r>
            <a:r>
              <a:rPr lang="ru-RU" dirty="0"/>
              <a:t>2</a:t>
            </a:r>
            <a:endParaRPr lang="ru-BY" dirty="0"/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2E24B429-77BF-4902-7BC8-2E29AEE76BA6}"/>
              </a:ext>
            </a:extLst>
          </p:cNvPr>
          <p:cNvSpPr txBox="1"/>
          <p:nvPr/>
        </p:nvSpPr>
        <p:spPr>
          <a:xfrm>
            <a:off x="1667169" y="4648857"/>
            <a:ext cx="1043940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sharding</a:t>
            </a:r>
            <a:endParaRPr lang="ru-BY" dirty="0"/>
          </a:p>
        </p:txBody>
      </p:sp>
      <p:sp>
        <p:nvSpPr>
          <p:cNvPr id="133" name="Цилиндр 132">
            <a:extLst>
              <a:ext uri="{FF2B5EF4-FFF2-40B4-BE49-F238E27FC236}">
                <a16:creationId xmlns:a16="http://schemas.microsoft.com/office/drawing/2014/main" id="{10422A75-5CBF-D970-425D-012B72501D29}"/>
              </a:ext>
            </a:extLst>
          </p:cNvPr>
          <p:cNvSpPr/>
          <p:nvPr/>
        </p:nvSpPr>
        <p:spPr>
          <a:xfrm>
            <a:off x="3933963" y="3516144"/>
            <a:ext cx="1087933" cy="1298500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coord-2</a:t>
            </a:r>
            <a:endParaRPr lang="ru-BY" dirty="0"/>
          </a:p>
        </p:txBody>
      </p:sp>
      <p:cxnSp>
        <p:nvCxnSpPr>
          <p:cNvPr id="134" name="Прямая со стрелкой 18">
            <a:extLst>
              <a:ext uri="{FF2B5EF4-FFF2-40B4-BE49-F238E27FC236}">
                <a16:creationId xmlns:a16="http://schemas.microsoft.com/office/drawing/2014/main" id="{DE6C28DF-FDB8-8101-9E67-6B6088DA23CF}"/>
              </a:ext>
            </a:extLst>
          </p:cNvPr>
          <p:cNvCxnSpPr>
            <a:cxnSpLocks/>
            <a:stCxn id="133" idx="3"/>
            <a:endCxn id="142" idx="1"/>
          </p:cNvCxnSpPr>
          <p:nvPr/>
        </p:nvCxnSpPr>
        <p:spPr>
          <a:xfrm>
            <a:off x="4477930" y="4814644"/>
            <a:ext cx="3035191" cy="349073"/>
          </a:xfrm>
          <a:prstGeom prst="straightConnector1">
            <a:avLst/>
          </a:prstGeom>
          <a:ln w="31750">
            <a:solidFill>
              <a:schemeClr val="tx1">
                <a:lumMod val="95000"/>
                <a:lumOff val="5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Прямая со стрелкой 18">
            <a:extLst>
              <a:ext uri="{FF2B5EF4-FFF2-40B4-BE49-F238E27FC236}">
                <a16:creationId xmlns:a16="http://schemas.microsoft.com/office/drawing/2014/main" id="{03579E49-243C-2684-AA5D-46796F02523B}"/>
              </a:ext>
            </a:extLst>
          </p:cNvPr>
          <p:cNvCxnSpPr>
            <a:cxnSpLocks/>
            <a:stCxn id="141" idx="1"/>
            <a:endCxn id="133" idx="3"/>
          </p:cNvCxnSpPr>
          <p:nvPr/>
        </p:nvCxnSpPr>
        <p:spPr>
          <a:xfrm flipH="1" flipV="1">
            <a:off x="4477930" y="4814644"/>
            <a:ext cx="1618071" cy="349073"/>
          </a:xfrm>
          <a:prstGeom prst="straightConnector1">
            <a:avLst/>
          </a:prstGeom>
          <a:ln w="31750">
            <a:solidFill>
              <a:schemeClr val="tx1">
                <a:lumMod val="95000"/>
                <a:lumOff val="5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Прямая со стрелкой 18">
            <a:extLst>
              <a:ext uri="{FF2B5EF4-FFF2-40B4-BE49-F238E27FC236}">
                <a16:creationId xmlns:a16="http://schemas.microsoft.com/office/drawing/2014/main" id="{C44AAD08-2943-690B-31A8-0A09B9E072FD}"/>
              </a:ext>
            </a:extLst>
          </p:cNvPr>
          <p:cNvCxnSpPr>
            <a:cxnSpLocks/>
            <a:stCxn id="133" idx="3"/>
            <a:endCxn id="137" idx="1"/>
          </p:cNvCxnSpPr>
          <p:nvPr/>
        </p:nvCxnSpPr>
        <p:spPr>
          <a:xfrm>
            <a:off x="4477930" y="4814644"/>
            <a:ext cx="200891" cy="349073"/>
          </a:xfrm>
          <a:prstGeom prst="straightConnector1">
            <a:avLst/>
          </a:prstGeom>
          <a:ln w="31750">
            <a:solidFill>
              <a:schemeClr val="tx1">
                <a:lumMod val="95000"/>
                <a:lumOff val="5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7" name="Цилиндр 136">
            <a:extLst>
              <a:ext uri="{FF2B5EF4-FFF2-40B4-BE49-F238E27FC236}">
                <a16:creationId xmlns:a16="http://schemas.microsoft.com/office/drawing/2014/main" id="{CC73C14A-0919-2FE7-F8E9-5C086C1BA19A}"/>
              </a:ext>
            </a:extLst>
          </p:cNvPr>
          <p:cNvSpPr/>
          <p:nvPr/>
        </p:nvSpPr>
        <p:spPr>
          <a:xfrm>
            <a:off x="4027069" y="5163717"/>
            <a:ext cx="1303503" cy="1555794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worker-2-0</a:t>
            </a:r>
            <a:endParaRPr lang="ru-BY" dirty="0"/>
          </a:p>
        </p:txBody>
      </p:sp>
      <p:sp>
        <p:nvSpPr>
          <p:cNvPr id="138" name="Цилиндр 137">
            <a:extLst>
              <a:ext uri="{FF2B5EF4-FFF2-40B4-BE49-F238E27FC236}">
                <a16:creationId xmlns:a16="http://schemas.microsoft.com/office/drawing/2014/main" id="{7764FAA7-A17D-C3BE-BCE9-AF49FE66AF99}"/>
              </a:ext>
            </a:extLst>
          </p:cNvPr>
          <p:cNvSpPr/>
          <p:nvPr/>
        </p:nvSpPr>
        <p:spPr>
          <a:xfrm>
            <a:off x="5230679" y="2515673"/>
            <a:ext cx="1087933" cy="1298500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master-2</a:t>
            </a:r>
            <a:endParaRPr lang="ru-BY" sz="1200" dirty="0"/>
          </a:p>
        </p:txBody>
      </p:sp>
      <p:cxnSp>
        <p:nvCxnSpPr>
          <p:cNvPr id="139" name="Прямая со стрелкой 18">
            <a:extLst>
              <a:ext uri="{FF2B5EF4-FFF2-40B4-BE49-F238E27FC236}">
                <a16:creationId xmlns:a16="http://schemas.microsoft.com/office/drawing/2014/main" id="{437692CA-6BAB-8682-E077-7E4A2777BBE4}"/>
              </a:ext>
            </a:extLst>
          </p:cNvPr>
          <p:cNvCxnSpPr>
            <a:cxnSpLocks/>
            <a:stCxn id="133" idx="4"/>
            <a:endCxn id="138" idx="3"/>
          </p:cNvCxnSpPr>
          <p:nvPr/>
        </p:nvCxnSpPr>
        <p:spPr>
          <a:xfrm flipV="1">
            <a:off x="5021896" y="3814173"/>
            <a:ext cx="752750" cy="351221"/>
          </a:xfrm>
          <a:prstGeom prst="straightConnector1">
            <a:avLst/>
          </a:prstGeom>
          <a:ln w="31750">
            <a:solidFill>
              <a:schemeClr val="tx1">
                <a:lumMod val="95000"/>
                <a:lumOff val="5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1" name="Цилиндр 140">
            <a:extLst>
              <a:ext uri="{FF2B5EF4-FFF2-40B4-BE49-F238E27FC236}">
                <a16:creationId xmlns:a16="http://schemas.microsoft.com/office/drawing/2014/main" id="{3039488A-90E7-C053-C3A5-6D2078D0D8AA}"/>
              </a:ext>
            </a:extLst>
          </p:cNvPr>
          <p:cNvSpPr/>
          <p:nvPr/>
        </p:nvSpPr>
        <p:spPr>
          <a:xfrm>
            <a:off x="5444249" y="5163717"/>
            <a:ext cx="1303503" cy="1555794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worker-2-</a:t>
            </a:r>
            <a:r>
              <a:rPr lang="ru-RU" dirty="0"/>
              <a:t>1</a:t>
            </a:r>
            <a:endParaRPr lang="ru-BY" dirty="0"/>
          </a:p>
        </p:txBody>
      </p:sp>
      <p:sp>
        <p:nvSpPr>
          <p:cNvPr id="142" name="Цилиндр 141">
            <a:extLst>
              <a:ext uri="{FF2B5EF4-FFF2-40B4-BE49-F238E27FC236}">
                <a16:creationId xmlns:a16="http://schemas.microsoft.com/office/drawing/2014/main" id="{C08D3B91-888D-4E44-94BF-FDCCFE5A5B8B}"/>
              </a:ext>
            </a:extLst>
          </p:cNvPr>
          <p:cNvSpPr/>
          <p:nvPr/>
        </p:nvSpPr>
        <p:spPr>
          <a:xfrm>
            <a:off x="6861369" y="5163717"/>
            <a:ext cx="1303503" cy="1555794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worker-2-</a:t>
            </a:r>
            <a:r>
              <a:rPr lang="ru-RU" dirty="0"/>
              <a:t>2</a:t>
            </a:r>
            <a:endParaRPr lang="ru-BY" dirty="0"/>
          </a:p>
        </p:txBody>
      </p:sp>
      <p:sp>
        <p:nvSpPr>
          <p:cNvPr id="185" name="TextBox 184">
            <a:extLst>
              <a:ext uri="{FF2B5EF4-FFF2-40B4-BE49-F238E27FC236}">
                <a16:creationId xmlns:a16="http://schemas.microsoft.com/office/drawing/2014/main" id="{E3A12764-859C-06BB-191F-3E87ABBE4FF9}"/>
              </a:ext>
            </a:extLst>
          </p:cNvPr>
          <p:cNvSpPr txBox="1"/>
          <p:nvPr/>
        </p:nvSpPr>
        <p:spPr>
          <a:xfrm>
            <a:off x="6867978" y="4656844"/>
            <a:ext cx="1043940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sharding</a:t>
            </a:r>
            <a:endParaRPr lang="ru-BY" dirty="0"/>
          </a:p>
        </p:txBody>
      </p:sp>
      <p:sp>
        <p:nvSpPr>
          <p:cNvPr id="197" name="TextBox 196">
            <a:extLst>
              <a:ext uri="{FF2B5EF4-FFF2-40B4-BE49-F238E27FC236}">
                <a16:creationId xmlns:a16="http://schemas.microsoft.com/office/drawing/2014/main" id="{79EA9046-390B-7DC2-0A45-D3698290DFF2}"/>
              </a:ext>
            </a:extLst>
          </p:cNvPr>
          <p:cNvSpPr txBox="1"/>
          <p:nvPr/>
        </p:nvSpPr>
        <p:spPr>
          <a:xfrm>
            <a:off x="5165803" y="4045431"/>
            <a:ext cx="867866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cxnSp>
        <p:nvCxnSpPr>
          <p:cNvPr id="198" name="Прямая со стрелкой 18">
            <a:extLst>
              <a:ext uri="{FF2B5EF4-FFF2-40B4-BE49-F238E27FC236}">
                <a16:creationId xmlns:a16="http://schemas.microsoft.com/office/drawing/2014/main" id="{E24C86D1-B1B2-0973-0C35-766D2673E24F}"/>
              </a:ext>
            </a:extLst>
          </p:cNvPr>
          <p:cNvCxnSpPr>
            <a:cxnSpLocks/>
            <a:stCxn id="68" idx="3"/>
            <a:endCxn id="138" idx="4"/>
          </p:cNvCxnSpPr>
          <p:nvPr/>
        </p:nvCxnSpPr>
        <p:spPr>
          <a:xfrm rot="5400000">
            <a:off x="8023306" y="942040"/>
            <a:ext cx="518189" cy="3927576"/>
          </a:xfrm>
          <a:prstGeom prst="curvedConnector2">
            <a:avLst/>
          </a:prstGeom>
          <a:ln w="31750">
            <a:solidFill>
              <a:schemeClr val="tx1"/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1" name="Прямая со стрелкой 18">
            <a:extLst>
              <a:ext uri="{FF2B5EF4-FFF2-40B4-BE49-F238E27FC236}">
                <a16:creationId xmlns:a16="http://schemas.microsoft.com/office/drawing/2014/main" id="{E6610087-EEA6-8CB3-DB1C-596299E7C6E4}"/>
              </a:ext>
            </a:extLst>
          </p:cNvPr>
          <p:cNvCxnSpPr>
            <a:cxnSpLocks/>
            <a:stCxn id="138" idx="2"/>
            <a:endCxn id="9" idx="3"/>
          </p:cNvCxnSpPr>
          <p:nvPr/>
        </p:nvCxnSpPr>
        <p:spPr>
          <a:xfrm rot="10800000">
            <a:off x="2213257" y="2646735"/>
            <a:ext cx="3017422" cy="518189"/>
          </a:xfrm>
          <a:prstGeom prst="curvedConnector2">
            <a:avLst/>
          </a:prstGeom>
          <a:ln w="31750">
            <a:solidFill>
              <a:schemeClr val="tx1"/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4" name="Прямая со стрелкой 18">
            <a:extLst>
              <a:ext uri="{FF2B5EF4-FFF2-40B4-BE49-F238E27FC236}">
                <a16:creationId xmlns:a16="http://schemas.microsoft.com/office/drawing/2014/main" id="{367169FA-98EA-11DB-5DDF-4A37DA71E9A0}"/>
              </a:ext>
            </a:extLst>
          </p:cNvPr>
          <p:cNvCxnSpPr>
            <a:cxnSpLocks/>
            <a:stCxn id="68" idx="1"/>
            <a:endCxn id="9" idx="1"/>
          </p:cNvCxnSpPr>
          <p:nvPr/>
        </p:nvCxnSpPr>
        <p:spPr>
          <a:xfrm rot="16200000" flipV="1">
            <a:off x="6229723" y="-2668232"/>
            <a:ext cx="12700" cy="8032931"/>
          </a:xfrm>
          <a:prstGeom prst="curvedConnector3">
            <a:avLst>
              <a:gd name="adj1" fmla="val 3124142"/>
            </a:avLst>
          </a:prstGeom>
          <a:ln w="31750">
            <a:solidFill>
              <a:schemeClr val="tx1"/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9" name="Цилиндр 218">
            <a:extLst>
              <a:ext uri="{FF2B5EF4-FFF2-40B4-BE49-F238E27FC236}">
                <a16:creationId xmlns:a16="http://schemas.microsoft.com/office/drawing/2014/main" id="{F97146B8-7B39-B451-1FBC-DE4AC56132F9}"/>
              </a:ext>
            </a:extLst>
          </p:cNvPr>
          <p:cNvSpPr/>
          <p:nvPr/>
        </p:nvSpPr>
        <p:spPr>
          <a:xfrm>
            <a:off x="6585031" y="1165451"/>
            <a:ext cx="1187095" cy="1416855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pg</a:t>
            </a:r>
            <a:r>
              <a:rPr lang="en-US" dirty="0"/>
              <a:t>-locker</a:t>
            </a:r>
            <a:endParaRPr lang="ru-BY" dirty="0"/>
          </a:p>
        </p:txBody>
      </p:sp>
      <p:sp>
        <p:nvSpPr>
          <p:cNvPr id="256" name="TextBox 255">
            <a:extLst>
              <a:ext uri="{FF2B5EF4-FFF2-40B4-BE49-F238E27FC236}">
                <a16:creationId xmlns:a16="http://schemas.microsoft.com/office/drawing/2014/main" id="{58279774-7160-836C-6405-54333B773624}"/>
              </a:ext>
            </a:extLst>
          </p:cNvPr>
          <p:cNvSpPr txBox="1"/>
          <p:nvPr/>
        </p:nvSpPr>
        <p:spPr>
          <a:xfrm>
            <a:off x="7477985" y="2681788"/>
            <a:ext cx="8678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sp>
        <p:nvSpPr>
          <p:cNvPr id="257" name="TextBox 256">
            <a:extLst>
              <a:ext uri="{FF2B5EF4-FFF2-40B4-BE49-F238E27FC236}">
                <a16:creationId xmlns:a16="http://schemas.microsoft.com/office/drawing/2014/main" id="{DD53FC2A-CEAB-0AD0-B55F-D0A914B98D3C}"/>
              </a:ext>
            </a:extLst>
          </p:cNvPr>
          <p:cNvSpPr txBox="1"/>
          <p:nvPr/>
        </p:nvSpPr>
        <p:spPr>
          <a:xfrm>
            <a:off x="3023642" y="2536496"/>
            <a:ext cx="8678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sp>
        <p:nvSpPr>
          <p:cNvPr id="258" name="TextBox 257">
            <a:extLst>
              <a:ext uri="{FF2B5EF4-FFF2-40B4-BE49-F238E27FC236}">
                <a16:creationId xmlns:a16="http://schemas.microsoft.com/office/drawing/2014/main" id="{54BDDF33-7B5B-73FC-63C5-23E52053FDAB}"/>
              </a:ext>
            </a:extLst>
          </p:cNvPr>
          <p:cNvSpPr txBox="1"/>
          <p:nvPr/>
        </p:nvSpPr>
        <p:spPr>
          <a:xfrm>
            <a:off x="8730673" y="1107687"/>
            <a:ext cx="8678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sp>
        <p:nvSpPr>
          <p:cNvPr id="259" name="TextBox 258">
            <a:extLst>
              <a:ext uri="{FF2B5EF4-FFF2-40B4-BE49-F238E27FC236}">
                <a16:creationId xmlns:a16="http://schemas.microsoft.com/office/drawing/2014/main" id="{F59F23C3-6E7B-BAAF-769B-9EDF4ADABFE5}"/>
              </a:ext>
            </a:extLst>
          </p:cNvPr>
          <p:cNvSpPr txBox="1"/>
          <p:nvPr/>
        </p:nvSpPr>
        <p:spPr>
          <a:xfrm>
            <a:off x="2973785" y="1181682"/>
            <a:ext cx="8678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cxnSp>
        <p:nvCxnSpPr>
          <p:cNvPr id="260" name="Прямая со стрелкой 18">
            <a:extLst>
              <a:ext uri="{FF2B5EF4-FFF2-40B4-BE49-F238E27FC236}">
                <a16:creationId xmlns:a16="http://schemas.microsoft.com/office/drawing/2014/main" id="{1638CF53-861A-7EA7-7816-D17722443F84}"/>
              </a:ext>
            </a:extLst>
          </p:cNvPr>
          <p:cNvCxnSpPr>
            <a:cxnSpLocks/>
            <a:stCxn id="219" idx="2"/>
            <a:endCxn id="138" idx="1"/>
          </p:cNvCxnSpPr>
          <p:nvPr/>
        </p:nvCxnSpPr>
        <p:spPr>
          <a:xfrm rot="10800000" flipV="1">
            <a:off x="5774647" y="1873879"/>
            <a:ext cx="810385" cy="641794"/>
          </a:xfrm>
          <a:prstGeom prst="curvedConnector2">
            <a:avLst/>
          </a:prstGeom>
          <a:ln w="31750">
            <a:solidFill>
              <a:schemeClr val="tx1"/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3" name="Прямая со стрелкой 18">
            <a:extLst>
              <a:ext uri="{FF2B5EF4-FFF2-40B4-BE49-F238E27FC236}">
                <a16:creationId xmlns:a16="http://schemas.microsoft.com/office/drawing/2014/main" id="{53F97DCD-6CB1-67FC-5E16-26E146F51A93}"/>
              </a:ext>
            </a:extLst>
          </p:cNvPr>
          <p:cNvCxnSpPr>
            <a:cxnSpLocks/>
            <a:stCxn id="219" idx="2"/>
            <a:endCxn id="9" idx="4"/>
          </p:cNvCxnSpPr>
          <p:nvPr/>
        </p:nvCxnSpPr>
        <p:spPr>
          <a:xfrm rot="10800000" flipV="1">
            <a:off x="2757223" y="1873878"/>
            <a:ext cx="3827808" cy="123605"/>
          </a:xfrm>
          <a:prstGeom prst="curvedConnector3">
            <a:avLst>
              <a:gd name="adj1" fmla="val 50000"/>
            </a:avLst>
          </a:prstGeom>
          <a:ln w="31750">
            <a:solidFill>
              <a:schemeClr val="tx1"/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6" name="Прямая со стрелкой 18">
            <a:extLst>
              <a:ext uri="{FF2B5EF4-FFF2-40B4-BE49-F238E27FC236}">
                <a16:creationId xmlns:a16="http://schemas.microsoft.com/office/drawing/2014/main" id="{CFAEA455-C352-AAFE-3A31-354F9E3B482B}"/>
              </a:ext>
            </a:extLst>
          </p:cNvPr>
          <p:cNvCxnSpPr>
            <a:cxnSpLocks/>
            <a:stCxn id="219" idx="4"/>
            <a:endCxn id="68" idx="2"/>
          </p:cNvCxnSpPr>
          <p:nvPr/>
        </p:nvCxnSpPr>
        <p:spPr>
          <a:xfrm>
            <a:off x="7772126" y="1873879"/>
            <a:ext cx="1930095" cy="123605"/>
          </a:xfrm>
          <a:prstGeom prst="curvedConnector3">
            <a:avLst>
              <a:gd name="adj1" fmla="val 50000"/>
            </a:avLst>
          </a:prstGeom>
          <a:ln w="31750">
            <a:solidFill>
              <a:schemeClr val="tx1"/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9" name="TextBox 268">
            <a:extLst>
              <a:ext uri="{FF2B5EF4-FFF2-40B4-BE49-F238E27FC236}">
                <a16:creationId xmlns:a16="http://schemas.microsoft.com/office/drawing/2014/main" id="{49A2AAB3-1A49-2A61-5531-BDF57480A889}"/>
              </a:ext>
            </a:extLst>
          </p:cNvPr>
          <p:cNvSpPr txBox="1"/>
          <p:nvPr/>
        </p:nvSpPr>
        <p:spPr>
          <a:xfrm>
            <a:off x="8434847" y="1584764"/>
            <a:ext cx="6046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lock</a:t>
            </a:r>
            <a:endParaRPr lang="ru-BY" dirty="0"/>
          </a:p>
        </p:txBody>
      </p:sp>
      <p:sp>
        <p:nvSpPr>
          <p:cNvPr id="270" name="TextBox 269">
            <a:extLst>
              <a:ext uri="{FF2B5EF4-FFF2-40B4-BE49-F238E27FC236}">
                <a16:creationId xmlns:a16="http://schemas.microsoft.com/office/drawing/2014/main" id="{69A33C7D-9720-EB54-0886-65F6F5998EB5}"/>
              </a:ext>
            </a:extLst>
          </p:cNvPr>
          <p:cNvSpPr txBox="1"/>
          <p:nvPr/>
        </p:nvSpPr>
        <p:spPr>
          <a:xfrm>
            <a:off x="3933963" y="1610311"/>
            <a:ext cx="6046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lock</a:t>
            </a:r>
            <a:endParaRPr lang="ru-BY" dirty="0"/>
          </a:p>
        </p:txBody>
      </p:sp>
      <p:sp>
        <p:nvSpPr>
          <p:cNvPr id="271" name="TextBox 270">
            <a:extLst>
              <a:ext uri="{FF2B5EF4-FFF2-40B4-BE49-F238E27FC236}">
                <a16:creationId xmlns:a16="http://schemas.microsoft.com/office/drawing/2014/main" id="{23985170-98D4-49F9-2456-59DFBED5B3A1}"/>
              </a:ext>
            </a:extLst>
          </p:cNvPr>
          <p:cNvSpPr txBox="1"/>
          <p:nvPr/>
        </p:nvSpPr>
        <p:spPr>
          <a:xfrm>
            <a:off x="5327376" y="1935680"/>
            <a:ext cx="6046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lock</a:t>
            </a:r>
            <a:endParaRPr lang="ru-BY" dirty="0"/>
          </a:p>
        </p:txBody>
      </p:sp>
    </p:spTree>
    <p:extLst>
      <p:ext uri="{BB962C8B-B14F-4D97-AF65-F5344CB8AC3E}">
        <p14:creationId xmlns:p14="http://schemas.microsoft.com/office/powerpoint/2010/main" val="368163829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94E4C0E-6D42-9859-A288-13B3204AF1E0}"/>
              </a:ext>
            </a:extLst>
          </p:cNvPr>
          <p:cNvSpPr txBox="1"/>
          <p:nvPr/>
        </p:nvSpPr>
        <p:spPr>
          <a:xfrm>
            <a:off x="230406" y="226738"/>
            <a:ext cx="290015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600" dirty="0"/>
              <a:t>Слой чтения</a:t>
            </a:r>
            <a:endParaRPr lang="en-US" sz="3600" dirty="0"/>
          </a:p>
        </p:txBody>
      </p:sp>
      <p:sp>
        <p:nvSpPr>
          <p:cNvPr id="23" name="Цилиндр 22">
            <a:extLst>
              <a:ext uri="{FF2B5EF4-FFF2-40B4-BE49-F238E27FC236}">
                <a16:creationId xmlns:a16="http://schemas.microsoft.com/office/drawing/2014/main" id="{EF1DB332-50CD-775B-ABA2-0817F517ECDA}"/>
              </a:ext>
            </a:extLst>
          </p:cNvPr>
          <p:cNvSpPr/>
          <p:nvPr/>
        </p:nvSpPr>
        <p:spPr>
          <a:xfrm>
            <a:off x="215162" y="3220803"/>
            <a:ext cx="1087933" cy="1298500"/>
          </a:xfrm>
          <a:prstGeom prst="can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coord-1</a:t>
            </a:r>
            <a:endParaRPr lang="ru-BY" dirty="0"/>
          </a:p>
        </p:txBody>
      </p:sp>
      <p:cxnSp>
        <p:nvCxnSpPr>
          <p:cNvPr id="24" name="Прямая со стрелкой 18">
            <a:extLst>
              <a:ext uri="{FF2B5EF4-FFF2-40B4-BE49-F238E27FC236}">
                <a16:creationId xmlns:a16="http://schemas.microsoft.com/office/drawing/2014/main" id="{8DA426C6-59CA-DA3A-D5CB-51EF9C2A4510}"/>
              </a:ext>
            </a:extLst>
          </p:cNvPr>
          <p:cNvCxnSpPr>
            <a:cxnSpLocks/>
            <a:stCxn id="23" idx="4"/>
            <a:endCxn id="77" idx="2"/>
          </p:cNvCxnSpPr>
          <p:nvPr/>
        </p:nvCxnSpPr>
        <p:spPr>
          <a:xfrm flipV="1">
            <a:off x="1303095" y="3852081"/>
            <a:ext cx="823068" cy="17972"/>
          </a:xfrm>
          <a:prstGeom prst="straightConnector1">
            <a:avLst/>
          </a:prstGeom>
          <a:ln w="31750">
            <a:solidFill>
              <a:schemeClr val="accent2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Прямая со стрелкой 18">
            <a:extLst>
              <a:ext uri="{FF2B5EF4-FFF2-40B4-BE49-F238E27FC236}">
                <a16:creationId xmlns:a16="http://schemas.microsoft.com/office/drawing/2014/main" id="{B88E1360-ADC8-7A39-E28B-1D30D90CA2CC}"/>
              </a:ext>
            </a:extLst>
          </p:cNvPr>
          <p:cNvCxnSpPr>
            <a:cxnSpLocks/>
            <a:stCxn id="78" idx="1"/>
            <a:endCxn id="23" idx="3"/>
          </p:cNvCxnSpPr>
          <p:nvPr/>
        </p:nvCxnSpPr>
        <p:spPr>
          <a:xfrm flipH="1" flipV="1">
            <a:off x="759129" y="4519303"/>
            <a:ext cx="1408013" cy="644414"/>
          </a:xfrm>
          <a:prstGeom prst="straightConnector1">
            <a:avLst/>
          </a:prstGeom>
          <a:ln w="31750">
            <a:solidFill>
              <a:schemeClr val="accent2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Прямая со стрелкой 18">
            <a:extLst>
              <a:ext uri="{FF2B5EF4-FFF2-40B4-BE49-F238E27FC236}">
                <a16:creationId xmlns:a16="http://schemas.microsoft.com/office/drawing/2014/main" id="{B88E1360-ADC8-7A39-E28B-1D30D90CA2CC}"/>
              </a:ext>
            </a:extLst>
          </p:cNvPr>
          <p:cNvCxnSpPr>
            <a:cxnSpLocks/>
            <a:stCxn id="23" idx="3"/>
            <a:endCxn id="79" idx="1"/>
          </p:cNvCxnSpPr>
          <p:nvPr/>
        </p:nvCxnSpPr>
        <p:spPr>
          <a:xfrm flipH="1">
            <a:off x="750020" y="4519303"/>
            <a:ext cx="9109" cy="644414"/>
          </a:xfrm>
          <a:prstGeom prst="straightConnector1">
            <a:avLst/>
          </a:prstGeom>
          <a:ln w="31750">
            <a:solidFill>
              <a:schemeClr val="accent2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Цилиндр 8">
            <a:extLst>
              <a:ext uri="{FF2B5EF4-FFF2-40B4-BE49-F238E27FC236}">
                <a16:creationId xmlns:a16="http://schemas.microsoft.com/office/drawing/2014/main" id="{A6CB4848-BD9F-00DA-AFBB-169D872B698A}"/>
              </a:ext>
            </a:extLst>
          </p:cNvPr>
          <p:cNvSpPr/>
          <p:nvPr/>
        </p:nvSpPr>
        <p:spPr>
          <a:xfrm>
            <a:off x="1669290" y="1348234"/>
            <a:ext cx="1087933" cy="1298500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master-1</a:t>
            </a:r>
            <a:endParaRPr lang="ru-BY" sz="1200" dirty="0"/>
          </a:p>
        </p:txBody>
      </p:sp>
      <p:cxnSp>
        <p:nvCxnSpPr>
          <p:cNvPr id="10" name="Прямая со стрелкой 18">
            <a:extLst>
              <a:ext uri="{FF2B5EF4-FFF2-40B4-BE49-F238E27FC236}">
                <a16:creationId xmlns:a16="http://schemas.microsoft.com/office/drawing/2014/main" id="{6BDA3585-87B9-649E-1E95-BF31212098C0}"/>
              </a:ext>
            </a:extLst>
          </p:cNvPr>
          <p:cNvCxnSpPr>
            <a:cxnSpLocks/>
            <a:stCxn id="23" idx="1"/>
            <a:endCxn id="9" idx="2"/>
          </p:cNvCxnSpPr>
          <p:nvPr/>
        </p:nvCxnSpPr>
        <p:spPr>
          <a:xfrm flipV="1">
            <a:off x="759129" y="1997484"/>
            <a:ext cx="910161" cy="1223319"/>
          </a:xfrm>
          <a:prstGeom prst="straightConnector1">
            <a:avLst/>
          </a:prstGeom>
          <a:ln w="31750">
            <a:solidFill>
              <a:schemeClr val="tx1">
                <a:lumMod val="95000"/>
                <a:lumOff val="5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273A2584-B55C-170F-E6C7-B55FA12521EE}"/>
              </a:ext>
            </a:extLst>
          </p:cNvPr>
          <p:cNvSpPr txBox="1"/>
          <p:nvPr/>
        </p:nvSpPr>
        <p:spPr>
          <a:xfrm>
            <a:off x="400574" y="2252160"/>
            <a:ext cx="8678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1791FD8-19AD-0449-82A9-93DFE76667E6}"/>
              </a:ext>
            </a:extLst>
          </p:cNvPr>
          <p:cNvSpPr txBox="1"/>
          <p:nvPr/>
        </p:nvSpPr>
        <p:spPr>
          <a:xfrm>
            <a:off x="9354132" y="4629978"/>
            <a:ext cx="1043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sharding</a:t>
            </a:r>
            <a:endParaRPr lang="ru-BY" dirty="0"/>
          </a:p>
        </p:txBody>
      </p:sp>
      <p:sp>
        <p:nvSpPr>
          <p:cNvPr id="63" name="Цилиндр 62">
            <a:extLst>
              <a:ext uri="{FF2B5EF4-FFF2-40B4-BE49-F238E27FC236}">
                <a16:creationId xmlns:a16="http://schemas.microsoft.com/office/drawing/2014/main" id="{4B01D485-58C5-F64B-892A-4DB24B7AC6F5}"/>
              </a:ext>
            </a:extLst>
          </p:cNvPr>
          <p:cNvSpPr/>
          <p:nvPr/>
        </p:nvSpPr>
        <p:spPr>
          <a:xfrm>
            <a:off x="10888904" y="3220803"/>
            <a:ext cx="1087933" cy="1298500"/>
          </a:xfrm>
          <a:prstGeom prst="can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coord-3</a:t>
            </a:r>
            <a:endParaRPr lang="ru-BY" dirty="0"/>
          </a:p>
        </p:txBody>
      </p:sp>
      <p:cxnSp>
        <p:nvCxnSpPr>
          <p:cNvPr id="64" name="Прямая со стрелкой 18">
            <a:extLst>
              <a:ext uri="{FF2B5EF4-FFF2-40B4-BE49-F238E27FC236}">
                <a16:creationId xmlns:a16="http://schemas.microsoft.com/office/drawing/2014/main" id="{E0164565-70E0-C7C7-2C99-E337B9E0B7F3}"/>
              </a:ext>
            </a:extLst>
          </p:cNvPr>
          <p:cNvCxnSpPr>
            <a:cxnSpLocks/>
            <a:stCxn id="63" idx="3"/>
            <a:endCxn id="80" idx="1"/>
          </p:cNvCxnSpPr>
          <p:nvPr/>
        </p:nvCxnSpPr>
        <p:spPr>
          <a:xfrm>
            <a:off x="11432871" y="4519303"/>
            <a:ext cx="9110" cy="644414"/>
          </a:xfrm>
          <a:prstGeom prst="straightConnector1">
            <a:avLst/>
          </a:prstGeom>
          <a:ln w="31750">
            <a:solidFill>
              <a:schemeClr val="accent2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Прямая со стрелкой 18">
            <a:extLst>
              <a:ext uri="{FF2B5EF4-FFF2-40B4-BE49-F238E27FC236}">
                <a16:creationId xmlns:a16="http://schemas.microsoft.com/office/drawing/2014/main" id="{3B012901-C858-91F9-0976-418FE294860D}"/>
              </a:ext>
            </a:extLst>
          </p:cNvPr>
          <p:cNvCxnSpPr>
            <a:cxnSpLocks/>
            <a:stCxn id="75" idx="1"/>
            <a:endCxn id="63" idx="3"/>
          </p:cNvCxnSpPr>
          <p:nvPr/>
        </p:nvCxnSpPr>
        <p:spPr>
          <a:xfrm flipV="1">
            <a:off x="10024859" y="4519303"/>
            <a:ext cx="1408012" cy="644414"/>
          </a:xfrm>
          <a:prstGeom prst="straightConnector1">
            <a:avLst/>
          </a:prstGeom>
          <a:ln w="31750">
            <a:solidFill>
              <a:schemeClr val="accent2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Прямая со стрелкой 18">
            <a:extLst>
              <a:ext uri="{FF2B5EF4-FFF2-40B4-BE49-F238E27FC236}">
                <a16:creationId xmlns:a16="http://schemas.microsoft.com/office/drawing/2014/main" id="{C3FFC7E5-B5AC-380A-3E46-45A18ABA9FA2}"/>
              </a:ext>
            </a:extLst>
          </p:cNvPr>
          <p:cNvCxnSpPr>
            <a:cxnSpLocks/>
            <a:stCxn id="63" idx="2"/>
            <a:endCxn id="67" idx="4"/>
          </p:cNvCxnSpPr>
          <p:nvPr/>
        </p:nvCxnSpPr>
        <p:spPr>
          <a:xfrm flipH="1">
            <a:off x="10054688" y="3870053"/>
            <a:ext cx="834216" cy="4836"/>
          </a:xfrm>
          <a:prstGeom prst="straightConnector1">
            <a:avLst/>
          </a:prstGeom>
          <a:ln w="31750">
            <a:solidFill>
              <a:schemeClr val="accent2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Цилиндр 66">
            <a:extLst>
              <a:ext uri="{FF2B5EF4-FFF2-40B4-BE49-F238E27FC236}">
                <a16:creationId xmlns:a16="http://schemas.microsoft.com/office/drawing/2014/main" id="{128093ED-E928-3A89-4AAA-8DA88C49702D}"/>
              </a:ext>
            </a:extLst>
          </p:cNvPr>
          <p:cNvSpPr/>
          <p:nvPr/>
        </p:nvSpPr>
        <p:spPr>
          <a:xfrm>
            <a:off x="8751185" y="3096992"/>
            <a:ext cx="1303503" cy="1555794"/>
          </a:xfrm>
          <a:prstGeom prst="can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worker-3-0</a:t>
            </a:r>
            <a:endParaRPr lang="ru-BY" dirty="0"/>
          </a:p>
        </p:txBody>
      </p:sp>
      <p:sp>
        <p:nvSpPr>
          <p:cNvPr id="68" name="Цилиндр 67">
            <a:extLst>
              <a:ext uri="{FF2B5EF4-FFF2-40B4-BE49-F238E27FC236}">
                <a16:creationId xmlns:a16="http://schemas.microsoft.com/office/drawing/2014/main" id="{656280ED-80FF-2A22-8B12-8033CCBAAD4E}"/>
              </a:ext>
            </a:extLst>
          </p:cNvPr>
          <p:cNvSpPr/>
          <p:nvPr/>
        </p:nvSpPr>
        <p:spPr>
          <a:xfrm>
            <a:off x="9702221" y="1348234"/>
            <a:ext cx="1087933" cy="1298500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master-3</a:t>
            </a:r>
            <a:endParaRPr lang="ru-BY" sz="1200" dirty="0"/>
          </a:p>
        </p:txBody>
      </p:sp>
      <p:cxnSp>
        <p:nvCxnSpPr>
          <p:cNvPr id="69" name="Прямая со стрелкой 18">
            <a:extLst>
              <a:ext uri="{FF2B5EF4-FFF2-40B4-BE49-F238E27FC236}">
                <a16:creationId xmlns:a16="http://schemas.microsoft.com/office/drawing/2014/main" id="{3C276CDB-B51F-B4E7-01DB-6FE9E932957D}"/>
              </a:ext>
            </a:extLst>
          </p:cNvPr>
          <p:cNvCxnSpPr>
            <a:cxnSpLocks/>
            <a:stCxn id="63" idx="1"/>
            <a:endCxn id="68" idx="4"/>
          </p:cNvCxnSpPr>
          <p:nvPr/>
        </p:nvCxnSpPr>
        <p:spPr>
          <a:xfrm flipH="1" flipV="1">
            <a:off x="10790154" y="1997484"/>
            <a:ext cx="642717" cy="1223319"/>
          </a:xfrm>
          <a:prstGeom prst="straightConnector1">
            <a:avLst/>
          </a:prstGeom>
          <a:ln w="31750">
            <a:solidFill>
              <a:schemeClr val="tx1">
                <a:lumMod val="95000"/>
                <a:lumOff val="5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FF4DE35B-CC66-B590-425F-C3360A92F914}"/>
              </a:ext>
            </a:extLst>
          </p:cNvPr>
          <p:cNvSpPr txBox="1"/>
          <p:nvPr/>
        </p:nvSpPr>
        <p:spPr>
          <a:xfrm>
            <a:off x="10998937" y="2271675"/>
            <a:ext cx="8678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sp>
        <p:nvSpPr>
          <p:cNvPr id="75" name="Цилиндр 74">
            <a:extLst>
              <a:ext uri="{FF2B5EF4-FFF2-40B4-BE49-F238E27FC236}">
                <a16:creationId xmlns:a16="http://schemas.microsoft.com/office/drawing/2014/main" id="{1081BE96-8EE3-23DD-00BD-4DE2FB885273}"/>
              </a:ext>
            </a:extLst>
          </p:cNvPr>
          <p:cNvSpPr/>
          <p:nvPr/>
        </p:nvSpPr>
        <p:spPr>
          <a:xfrm>
            <a:off x="9373107" y="5163717"/>
            <a:ext cx="1303503" cy="1555794"/>
          </a:xfrm>
          <a:prstGeom prst="can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worker-3-</a:t>
            </a:r>
            <a:r>
              <a:rPr lang="ru-RU" dirty="0"/>
              <a:t>1</a:t>
            </a:r>
            <a:endParaRPr lang="ru-BY" dirty="0"/>
          </a:p>
        </p:txBody>
      </p:sp>
      <p:sp>
        <p:nvSpPr>
          <p:cNvPr id="77" name="Цилиндр 76">
            <a:extLst>
              <a:ext uri="{FF2B5EF4-FFF2-40B4-BE49-F238E27FC236}">
                <a16:creationId xmlns:a16="http://schemas.microsoft.com/office/drawing/2014/main" id="{74E180FE-7261-B185-0C8D-C9C0042627B9}"/>
              </a:ext>
            </a:extLst>
          </p:cNvPr>
          <p:cNvSpPr/>
          <p:nvPr/>
        </p:nvSpPr>
        <p:spPr>
          <a:xfrm>
            <a:off x="2126163" y="3074184"/>
            <a:ext cx="1303503" cy="1555794"/>
          </a:xfrm>
          <a:prstGeom prst="can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</a:t>
            </a:r>
            <a:r>
              <a:rPr lang="ru-RU" dirty="0"/>
              <a:t>1</a:t>
            </a:r>
            <a:r>
              <a:rPr lang="en-US" dirty="0"/>
              <a:t>-</a:t>
            </a:r>
            <a:r>
              <a:rPr lang="ru-RU" dirty="0"/>
              <a:t>2</a:t>
            </a:r>
            <a:endParaRPr lang="ru-BY" dirty="0"/>
          </a:p>
        </p:txBody>
      </p:sp>
      <p:sp>
        <p:nvSpPr>
          <p:cNvPr id="78" name="Цилиндр 77">
            <a:extLst>
              <a:ext uri="{FF2B5EF4-FFF2-40B4-BE49-F238E27FC236}">
                <a16:creationId xmlns:a16="http://schemas.microsoft.com/office/drawing/2014/main" id="{669EF9BA-FD3C-AD21-BB9F-57CF7987C597}"/>
              </a:ext>
            </a:extLst>
          </p:cNvPr>
          <p:cNvSpPr/>
          <p:nvPr/>
        </p:nvSpPr>
        <p:spPr>
          <a:xfrm>
            <a:off x="1515390" y="5163717"/>
            <a:ext cx="1303503" cy="1555794"/>
          </a:xfrm>
          <a:prstGeom prst="can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</a:t>
            </a:r>
            <a:r>
              <a:rPr lang="ru-RU" dirty="0"/>
              <a:t>1</a:t>
            </a:r>
            <a:r>
              <a:rPr lang="en-US" dirty="0"/>
              <a:t>-</a:t>
            </a:r>
            <a:r>
              <a:rPr lang="ru-RU" dirty="0"/>
              <a:t>1</a:t>
            </a:r>
            <a:endParaRPr lang="ru-BY" dirty="0"/>
          </a:p>
        </p:txBody>
      </p:sp>
      <p:sp>
        <p:nvSpPr>
          <p:cNvPr id="79" name="Цилиндр 78">
            <a:extLst>
              <a:ext uri="{FF2B5EF4-FFF2-40B4-BE49-F238E27FC236}">
                <a16:creationId xmlns:a16="http://schemas.microsoft.com/office/drawing/2014/main" id="{90EF0D7E-9F2C-1E4A-15C1-C868A4B7BA30}"/>
              </a:ext>
            </a:extLst>
          </p:cNvPr>
          <p:cNvSpPr/>
          <p:nvPr/>
        </p:nvSpPr>
        <p:spPr>
          <a:xfrm>
            <a:off x="98268" y="5163717"/>
            <a:ext cx="1303503" cy="1555794"/>
          </a:xfrm>
          <a:prstGeom prst="can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</a:t>
            </a:r>
            <a:r>
              <a:rPr lang="ru-RU" dirty="0"/>
              <a:t>1</a:t>
            </a:r>
            <a:r>
              <a:rPr lang="en-US" dirty="0"/>
              <a:t>-0</a:t>
            </a:r>
            <a:endParaRPr lang="ru-BY" dirty="0"/>
          </a:p>
        </p:txBody>
      </p:sp>
      <p:sp>
        <p:nvSpPr>
          <p:cNvPr id="80" name="Цилиндр 79">
            <a:extLst>
              <a:ext uri="{FF2B5EF4-FFF2-40B4-BE49-F238E27FC236}">
                <a16:creationId xmlns:a16="http://schemas.microsoft.com/office/drawing/2014/main" id="{CAE1BEEA-12C6-891C-CD6E-5AD101581989}"/>
              </a:ext>
            </a:extLst>
          </p:cNvPr>
          <p:cNvSpPr/>
          <p:nvPr/>
        </p:nvSpPr>
        <p:spPr>
          <a:xfrm>
            <a:off x="10790229" y="5163717"/>
            <a:ext cx="1303503" cy="1555794"/>
          </a:xfrm>
          <a:prstGeom prst="can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worker-3-</a:t>
            </a:r>
            <a:r>
              <a:rPr lang="ru-RU" dirty="0"/>
              <a:t>2</a:t>
            </a:r>
            <a:endParaRPr lang="ru-BY" dirty="0"/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2E24B429-77BF-4902-7BC8-2E29AEE76BA6}"/>
              </a:ext>
            </a:extLst>
          </p:cNvPr>
          <p:cNvSpPr txBox="1"/>
          <p:nvPr/>
        </p:nvSpPr>
        <p:spPr>
          <a:xfrm>
            <a:off x="1667169" y="4648857"/>
            <a:ext cx="1043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sharding</a:t>
            </a:r>
            <a:endParaRPr lang="ru-BY" dirty="0"/>
          </a:p>
        </p:txBody>
      </p:sp>
      <p:sp>
        <p:nvSpPr>
          <p:cNvPr id="133" name="Цилиндр 132">
            <a:extLst>
              <a:ext uri="{FF2B5EF4-FFF2-40B4-BE49-F238E27FC236}">
                <a16:creationId xmlns:a16="http://schemas.microsoft.com/office/drawing/2014/main" id="{10422A75-5CBF-D970-425D-012B72501D29}"/>
              </a:ext>
            </a:extLst>
          </p:cNvPr>
          <p:cNvSpPr/>
          <p:nvPr/>
        </p:nvSpPr>
        <p:spPr>
          <a:xfrm>
            <a:off x="3933963" y="3516144"/>
            <a:ext cx="1087933" cy="1298500"/>
          </a:xfrm>
          <a:prstGeom prst="can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coord-2</a:t>
            </a:r>
            <a:endParaRPr lang="ru-BY" dirty="0"/>
          </a:p>
        </p:txBody>
      </p:sp>
      <p:cxnSp>
        <p:nvCxnSpPr>
          <p:cNvPr id="134" name="Прямая со стрелкой 18">
            <a:extLst>
              <a:ext uri="{FF2B5EF4-FFF2-40B4-BE49-F238E27FC236}">
                <a16:creationId xmlns:a16="http://schemas.microsoft.com/office/drawing/2014/main" id="{DE6C28DF-FDB8-8101-9E67-6B6088DA23CF}"/>
              </a:ext>
            </a:extLst>
          </p:cNvPr>
          <p:cNvCxnSpPr>
            <a:cxnSpLocks/>
            <a:stCxn id="133" idx="3"/>
            <a:endCxn id="142" idx="1"/>
          </p:cNvCxnSpPr>
          <p:nvPr/>
        </p:nvCxnSpPr>
        <p:spPr>
          <a:xfrm>
            <a:off x="4477930" y="4814644"/>
            <a:ext cx="3035191" cy="349073"/>
          </a:xfrm>
          <a:prstGeom prst="straightConnector1">
            <a:avLst/>
          </a:prstGeom>
          <a:ln w="31750">
            <a:solidFill>
              <a:schemeClr val="accent2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Прямая со стрелкой 18">
            <a:extLst>
              <a:ext uri="{FF2B5EF4-FFF2-40B4-BE49-F238E27FC236}">
                <a16:creationId xmlns:a16="http://schemas.microsoft.com/office/drawing/2014/main" id="{03579E49-243C-2684-AA5D-46796F02523B}"/>
              </a:ext>
            </a:extLst>
          </p:cNvPr>
          <p:cNvCxnSpPr>
            <a:cxnSpLocks/>
            <a:stCxn id="141" idx="1"/>
            <a:endCxn id="133" idx="3"/>
          </p:cNvCxnSpPr>
          <p:nvPr/>
        </p:nvCxnSpPr>
        <p:spPr>
          <a:xfrm flipH="1" flipV="1">
            <a:off x="4477930" y="4814644"/>
            <a:ext cx="1618071" cy="349073"/>
          </a:xfrm>
          <a:prstGeom prst="straightConnector1">
            <a:avLst/>
          </a:prstGeom>
          <a:ln w="31750">
            <a:solidFill>
              <a:schemeClr val="accent2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Прямая со стрелкой 18">
            <a:extLst>
              <a:ext uri="{FF2B5EF4-FFF2-40B4-BE49-F238E27FC236}">
                <a16:creationId xmlns:a16="http://schemas.microsoft.com/office/drawing/2014/main" id="{C44AAD08-2943-690B-31A8-0A09B9E072FD}"/>
              </a:ext>
            </a:extLst>
          </p:cNvPr>
          <p:cNvCxnSpPr>
            <a:cxnSpLocks/>
            <a:stCxn id="133" idx="3"/>
            <a:endCxn id="137" idx="1"/>
          </p:cNvCxnSpPr>
          <p:nvPr/>
        </p:nvCxnSpPr>
        <p:spPr>
          <a:xfrm>
            <a:off x="4477930" y="4814644"/>
            <a:ext cx="200891" cy="349073"/>
          </a:xfrm>
          <a:prstGeom prst="straightConnector1">
            <a:avLst/>
          </a:prstGeom>
          <a:ln w="31750">
            <a:solidFill>
              <a:schemeClr val="accent2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7" name="Цилиндр 136">
            <a:extLst>
              <a:ext uri="{FF2B5EF4-FFF2-40B4-BE49-F238E27FC236}">
                <a16:creationId xmlns:a16="http://schemas.microsoft.com/office/drawing/2014/main" id="{CC73C14A-0919-2FE7-F8E9-5C086C1BA19A}"/>
              </a:ext>
            </a:extLst>
          </p:cNvPr>
          <p:cNvSpPr/>
          <p:nvPr/>
        </p:nvSpPr>
        <p:spPr>
          <a:xfrm>
            <a:off x="4027069" y="5163717"/>
            <a:ext cx="1303503" cy="1555794"/>
          </a:xfrm>
          <a:prstGeom prst="can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worker-2-0</a:t>
            </a:r>
            <a:endParaRPr lang="ru-BY" dirty="0"/>
          </a:p>
        </p:txBody>
      </p:sp>
      <p:sp>
        <p:nvSpPr>
          <p:cNvPr id="138" name="Цилиндр 137">
            <a:extLst>
              <a:ext uri="{FF2B5EF4-FFF2-40B4-BE49-F238E27FC236}">
                <a16:creationId xmlns:a16="http://schemas.microsoft.com/office/drawing/2014/main" id="{7764FAA7-A17D-C3BE-BCE9-AF49FE66AF99}"/>
              </a:ext>
            </a:extLst>
          </p:cNvPr>
          <p:cNvSpPr/>
          <p:nvPr/>
        </p:nvSpPr>
        <p:spPr>
          <a:xfrm>
            <a:off x="5230679" y="2515673"/>
            <a:ext cx="1087933" cy="1298500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master-2</a:t>
            </a:r>
            <a:endParaRPr lang="ru-BY" sz="1200" dirty="0"/>
          </a:p>
        </p:txBody>
      </p:sp>
      <p:cxnSp>
        <p:nvCxnSpPr>
          <p:cNvPr id="139" name="Прямая со стрелкой 18">
            <a:extLst>
              <a:ext uri="{FF2B5EF4-FFF2-40B4-BE49-F238E27FC236}">
                <a16:creationId xmlns:a16="http://schemas.microsoft.com/office/drawing/2014/main" id="{437692CA-6BAB-8682-E077-7E4A2777BBE4}"/>
              </a:ext>
            </a:extLst>
          </p:cNvPr>
          <p:cNvCxnSpPr>
            <a:cxnSpLocks/>
            <a:stCxn id="133" idx="4"/>
            <a:endCxn id="138" idx="3"/>
          </p:cNvCxnSpPr>
          <p:nvPr/>
        </p:nvCxnSpPr>
        <p:spPr>
          <a:xfrm flipV="1">
            <a:off x="5021896" y="3814173"/>
            <a:ext cx="752750" cy="351221"/>
          </a:xfrm>
          <a:prstGeom prst="straightConnector1">
            <a:avLst/>
          </a:prstGeom>
          <a:ln w="31750">
            <a:solidFill>
              <a:schemeClr val="tx1">
                <a:lumMod val="95000"/>
                <a:lumOff val="5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1" name="Цилиндр 140">
            <a:extLst>
              <a:ext uri="{FF2B5EF4-FFF2-40B4-BE49-F238E27FC236}">
                <a16:creationId xmlns:a16="http://schemas.microsoft.com/office/drawing/2014/main" id="{3039488A-90E7-C053-C3A5-6D2078D0D8AA}"/>
              </a:ext>
            </a:extLst>
          </p:cNvPr>
          <p:cNvSpPr/>
          <p:nvPr/>
        </p:nvSpPr>
        <p:spPr>
          <a:xfrm>
            <a:off x="5444249" y="5163717"/>
            <a:ext cx="1303503" cy="1555794"/>
          </a:xfrm>
          <a:prstGeom prst="can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worker-2-</a:t>
            </a:r>
            <a:r>
              <a:rPr lang="ru-RU" dirty="0"/>
              <a:t>1</a:t>
            </a:r>
            <a:endParaRPr lang="ru-BY" dirty="0"/>
          </a:p>
        </p:txBody>
      </p:sp>
      <p:sp>
        <p:nvSpPr>
          <p:cNvPr id="142" name="Цилиндр 141">
            <a:extLst>
              <a:ext uri="{FF2B5EF4-FFF2-40B4-BE49-F238E27FC236}">
                <a16:creationId xmlns:a16="http://schemas.microsoft.com/office/drawing/2014/main" id="{C08D3B91-888D-4E44-94BF-FDCCFE5A5B8B}"/>
              </a:ext>
            </a:extLst>
          </p:cNvPr>
          <p:cNvSpPr/>
          <p:nvPr/>
        </p:nvSpPr>
        <p:spPr>
          <a:xfrm>
            <a:off x="6861369" y="5163717"/>
            <a:ext cx="1303503" cy="1555794"/>
          </a:xfrm>
          <a:prstGeom prst="can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worker-2-</a:t>
            </a:r>
            <a:r>
              <a:rPr lang="ru-RU" dirty="0"/>
              <a:t>2</a:t>
            </a:r>
            <a:endParaRPr lang="ru-BY" dirty="0"/>
          </a:p>
        </p:txBody>
      </p:sp>
      <p:sp>
        <p:nvSpPr>
          <p:cNvPr id="185" name="TextBox 184">
            <a:extLst>
              <a:ext uri="{FF2B5EF4-FFF2-40B4-BE49-F238E27FC236}">
                <a16:creationId xmlns:a16="http://schemas.microsoft.com/office/drawing/2014/main" id="{E3A12764-859C-06BB-191F-3E87ABBE4FF9}"/>
              </a:ext>
            </a:extLst>
          </p:cNvPr>
          <p:cNvSpPr txBox="1"/>
          <p:nvPr/>
        </p:nvSpPr>
        <p:spPr>
          <a:xfrm>
            <a:off x="6867978" y="4656844"/>
            <a:ext cx="1043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sharding</a:t>
            </a:r>
            <a:endParaRPr lang="ru-BY" dirty="0"/>
          </a:p>
        </p:txBody>
      </p:sp>
      <p:sp>
        <p:nvSpPr>
          <p:cNvPr id="197" name="TextBox 196">
            <a:extLst>
              <a:ext uri="{FF2B5EF4-FFF2-40B4-BE49-F238E27FC236}">
                <a16:creationId xmlns:a16="http://schemas.microsoft.com/office/drawing/2014/main" id="{79EA9046-390B-7DC2-0A45-D3698290DFF2}"/>
              </a:ext>
            </a:extLst>
          </p:cNvPr>
          <p:cNvSpPr txBox="1"/>
          <p:nvPr/>
        </p:nvSpPr>
        <p:spPr>
          <a:xfrm>
            <a:off x="5165803" y="4045431"/>
            <a:ext cx="8678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cxnSp>
        <p:nvCxnSpPr>
          <p:cNvPr id="198" name="Прямая со стрелкой 18">
            <a:extLst>
              <a:ext uri="{FF2B5EF4-FFF2-40B4-BE49-F238E27FC236}">
                <a16:creationId xmlns:a16="http://schemas.microsoft.com/office/drawing/2014/main" id="{E24C86D1-B1B2-0973-0C35-766D2673E24F}"/>
              </a:ext>
            </a:extLst>
          </p:cNvPr>
          <p:cNvCxnSpPr>
            <a:cxnSpLocks/>
            <a:stCxn id="68" idx="3"/>
            <a:endCxn id="138" idx="4"/>
          </p:cNvCxnSpPr>
          <p:nvPr/>
        </p:nvCxnSpPr>
        <p:spPr>
          <a:xfrm rot="5400000">
            <a:off x="8023306" y="942040"/>
            <a:ext cx="518189" cy="3927576"/>
          </a:xfrm>
          <a:prstGeom prst="curvedConnector2">
            <a:avLst/>
          </a:prstGeom>
          <a:ln w="31750">
            <a:solidFill>
              <a:schemeClr val="tx1">
                <a:lumMod val="95000"/>
                <a:lumOff val="5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1" name="Прямая со стрелкой 18">
            <a:extLst>
              <a:ext uri="{FF2B5EF4-FFF2-40B4-BE49-F238E27FC236}">
                <a16:creationId xmlns:a16="http://schemas.microsoft.com/office/drawing/2014/main" id="{E6610087-EEA6-8CB3-DB1C-596299E7C6E4}"/>
              </a:ext>
            </a:extLst>
          </p:cNvPr>
          <p:cNvCxnSpPr>
            <a:cxnSpLocks/>
            <a:stCxn id="138" idx="2"/>
            <a:endCxn id="9" idx="3"/>
          </p:cNvCxnSpPr>
          <p:nvPr/>
        </p:nvCxnSpPr>
        <p:spPr>
          <a:xfrm rot="10800000">
            <a:off x="2213257" y="2646735"/>
            <a:ext cx="3017422" cy="518189"/>
          </a:xfrm>
          <a:prstGeom prst="curvedConnector2">
            <a:avLst/>
          </a:prstGeom>
          <a:ln w="31750">
            <a:solidFill>
              <a:schemeClr val="tx1">
                <a:lumMod val="95000"/>
                <a:lumOff val="5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4" name="Прямая со стрелкой 18">
            <a:extLst>
              <a:ext uri="{FF2B5EF4-FFF2-40B4-BE49-F238E27FC236}">
                <a16:creationId xmlns:a16="http://schemas.microsoft.com/office/drawing/2014/main" id="{367169FA-98EA-11DB-5DDF-4A37DA71E9A0}"/>
              </a:ext>
            </a:extLst>
          </p:cNvPr>
          <p:cNvCxnSpPr>
            <a:cxnSpLocks/>
            <a:stCxn id="68" idx="1"/>
            <a:endCxn id="9" idx="1"/>
          </p:cNvCxnSpPr>
          <p:nvPr/>
        </p:nvCxnSpPr>
        <p:spPr>
          <a:xfrm rot="16200000" flipV="1">
            <a:off x="6229723" y="-2668232"/>
            <a:ext cx="12700" cy="8032931"/>
          </a:xfrm>
          <a:prstGeom prst="curvedConnector3">
            <a:avLst>
              <a:gd name="adj1" fmla="val 3124142"/>
            </a:avLst>
          </a:prstGeom>
          <a:ln w="31750">
            <a:solidFill>
              <a:schemeClr val="tx1">
                <a:lumMod val="95000"/>
                <a:lumOff val="5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9" name="Цилиндр 218">
            <a:extLst>
              <a:ext uri="{FF2B5EF4-FFF2-40B4-BE49-F238E27FC236}">
                <a16:creationId xmlns:a16="http://schemas.microsoft.com/office/drawing/2014/main" id="{F97146B8-7B39-B451-1FBC-DE4AC56132F9}"/>
              </a:ext>
            </a:extLst>
          </p:cNvPr>
          <p:cNvSpPr/>
          <p:nvPr/>
        </p:nvSpPr>
        <p:spPr>
          <a:xfrm>
            <a:off x="6585031" y="1165451"/>
            <a:ext cx="1187095" cy="1416855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pg</a:t>
            </a:r>
            <a:r>
              <a:rPr lang="en-US" dirty="0"/>
              <a:t>-locker</a:t>
            </a:r>
            <a:endParaRPr lang="ru-BY" dirty="0"/>
          </a:p>
        </p:txBody>
      </p:sp>
      <p:sp>
        <p:nvSpPr>
          <p:cNvPr id="256" name="TextBox 255">
            <a:extLst>
              <a:ext uri="{FF2B5EF4-FFF2-40B4-BE49-F238E27FC236}">
                <a16:creationId xmlns:a16="http://schemas.microsoft.com/office/drawing/2014/main" id="{58279774-7160-836C-6405-54333B773624}"/>
              </a:ext>
            </a:extLst>
          </p:cNvPr>
          <p:cNvSpPr txBox="1"/>
          <p:nvPr/>
        </p:nvSpPr>
        <p:spPr>
          <a:xfrm>
            <a:off x="7477985" y="2681788"/>
            <a:ext cx="867866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sp>
        <p:nvSpPr>
          <p:cNvPr id="257" name="TextBox 256">
            <a:extLst>
              <a:ext uri="{FF2B5EF4-FFF2-40B4-BE49-F238E27FC236}">
                <a16:creationId xmlns:a16="http://schemas.microsoft.com/office/drawing/2014/main" id="{DD53FC2A-CEAB-0AD0-B55F-D0A914B98D3C}"/>
              </a:ext>
            </a:extLst>
          </p:cNvPr>
          <p:cNvSpPr txBox="1"/>
          <p:nvPr/>
        </p:nvSpPr>
        <p:spPr>
          <a:xfrm>
            <a:off x="3023642" y="2536496"/>
            <a:ext cx="867866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sp>
        <p:nvSpPr>
          <p:cNvPr id="258" name="TextBox 257">
            <a:extLst>
              <a:ext uri="{FF2B5EF4-FFF2-40B4-BE49-F238E27FC236}">
                <a16:creationId xmlns:a16="http://schemas.microsoft.com/office/drawing/2014/main" id="{54BDDF33-7B5B-73FC-63C5-23E52053FDAB}"/>
              </a:ext>
            </a:extLst>
          </p:cNvPr>
          <p:cNvSpPr txBox="1"/>
          <p:nvPr/>
        </p:nvSpPr>
        <p:spPr>
          <a:xfrm>
            <a:off x="8730673" y="1107687"/>
            <a:ext cx="867866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sp>
        <p:nvSpPr>
          <p:cNvPr id="259" name="TextBox 258">
            <a:extLst>
              <a:ext uri="{FF2B5EF4-FFF2-40B4-BE49-F238E27FC236}">
                <a16:creationId xmlns:a16="http://schemas.microsoft.com/office/drawing/2014/main" id="{F59F23C3-6E7B-BAAF-769B-9EDF4ADABFE5}"/>
              </a:ext>
            </a:extLst>
          </p:cNvPr>
          <p:cNvSpPr txBox="1"/>
          <p:nvPr/>
        </p:nvSpPr>
        <p:spPr>
          <a:xfrm>
            <a:off x="2973785" y="1181682"/>
            <a:ext cx="867866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cxnSp>
        <p:nvCxnSpPr>
          <p:cNvPr id="260" name="Прямая со стрелкой 18">
            <a:extLst>
              <a:ext uri="{FF2B5EF4-FFF2-40B4-BE49-F238E27FC236}">
                <a16:creationId xmlns:a16="http://schemas.microsoft.com/office/drawing/2014/main" id="{1638CF53-861A-7EA7-7816-D17722443F84}"/>
              </a:ext>
            </a:extLst>
          </p:cNvPr>
          <p:cNvCxnSpPr>
            <a:cxnSpLocks/>
            <a:stCxn id="219" idx="2"/>
            <a:endCxn id="138" idx="1"/>
          </p:cNvCxnSpPr>
          <p:nvPr/>
        </p:nvCxnSpPr>
        <p:spPr>
          <a:xfrm rot="10800000" flipV="1">
            <a:off x="5774647" y="1873879"/>
            <a:ext cx="810385" cy="641794"/>
          </a:xfrm>
          <a:prstGeom prst="curvedConnector2">
            <a:avLst/>
          </a:prstGeom>
          <a:ln w="31750">
            <a:solidFill>
              <a:schemeClr val="tx1">
                <a:lumMod val="95000"/>
                <a:lumOff val="5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3" name="Прямая со стрелкой 18">
            <a:extLst>
              <a:ext uri="{FF2B5EF4-FFF2-40B4-BE49-F238E27FC236}">
                <a16:creationId xmlns:a16="http://schemas.microsoft.com/office/drawing/2014/main" id="{53F97DCD-6CB1-67FC-5E16-26E146F51A93}"/>
              </a:ext>
            </a:extLst>
          </p:cNvPr>
          <p:cNvCxnSpPr>
            <a:cxnSpLocks/>
            <a:stCxn id="219" idx="2"/>
            <a:endCxn id="9" idx="4"/>
          </p:cNvCxnSpPr>
          <p:nvPr/>
        </p:nvCxnSpPr>
        <p:spPr>
          <a:xfrm rot="10800000" flipV="1">
            <a:off x="2757223" y="1873878"/>
            <a:ext cx="3827808" cy="123605"/>
          </a:xfrm>
          <a:prstGeom prst="curvedConnector3">
            <a:avLst>
              <a:gd name="adj1" fmla="val 50000"/>
            </a:avLst>
          </a:prstGeom>
          <a:ln w="31750">
            <a:solidFill>
              <a:schemeClr val="tx1">
                <a:lumMod val="95000"/>
                <a:lumOff val="5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6" name="Прямая со стрелкой 18">
            <a:extLst>
              <a:ext uri="{FF2B5EF4-FFF2-40B4-BE49-F238E27FC236}">
                <a16:creationId xmlns:a16="http://schemas.microsoft.com/office/drawing/2014/main" id="{CFAEA455-C352-AAFE-3A31-354F9E3B482B}"/>
              </a:ext>
            </a:extLst>
          </p:cNvPr>
          <p:cNvCxnSpPr>
            <a:cxnSpLocks/>
            <a:stCxn id="219" idx="4"/>
            <a:endCxn id="68" idx="2"/>
          </p:cNvCxnSpPr>
          <p:nvPr/>
        </p:nvCxnSpPr>
        <p:spPr>
          <a:xfrm>
            <a:off x="7772126" y="1873879"/>
            <a:ext cx="1930095" cy="123605"/>
          </a:xfrm>
          <a:prstGeom prst="curvedConnector3">
            <a:avLst>
              <a:gd name="adj1" fmla="val 50000"/>
            </a:avLst>
          </a:prstGeom>
          <a:ln w="31750">
            <a:solidFill>
              <a:schemeClr val="tx1">
                <a:lumMod val="95000"/>
                <a:lumOff val="5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9" name="TextBox 268">
            <a:extLst>
              <a:ext uri="{FF2B5EF4-FFF2-40B4-BE49-F238E27FC236}">
                <a16:creationId xmlns:a16="http://schemas.microsoft.com/office/drawing/2014/main" id="{49A2AAB3-1A49-2A61-5531-BDF57480A889}"/>
              </a:ext>
            </a:extLst>
          </p:cNvPr>
          <p:cNvSpPr txBox="1"/>
          <p:nvPr/>
        </p:nvSpPr>
        <p:spPr>
          <a:xfrm>
            <a:off x="8434847" y="1584764"/>
            <a:ext cx="604653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lock</a:t>
            </a:r>
            <a:endParaRPr lang="ru-BY" dirty="0"/>
          </a:p>
        </p:txBody>
      </p:sp>
      <p:sp>
        <p:nvSpPr>
          <p:cNvPr id="270" name="TextBox 269">
            <a:extLst>
              <a:ext uri="{FF2B5EF4-FFF2-40B4-BE49-F238E27FC236}">
                <a16:creationId xmlns:a16="http://schemas.microsoft.com/office/drawing/2014/main" id="{69A33C7D-9720-EB54-0886-65F6F5998EB5}"/>
              </a:ext>
            </a:extLst>
          </p:cNvPr>
          <p:cNvSpPr txBox="1"/>
          <p:nvPr/>
        </p:nvSpPr>
        <p:spPr>
          <a:xfrm>
            <a:off x="3933963" y="1610311"/>
            <a:ext cx="604653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lock</a:t>
            </a:r>
            <a:endParaRPr lang="ru-BY" dirty="0"/>
          </a:p>
        </p:txBody>
      </p:sp>
      <p:sp>
        <p:nvSpPr>
          <p:cNvPr id="271" name="TextBox 270">
            <a:extLst>
              <a:ext uri="{FF2B5EF4-FFF2-40B4-BE49-F238E27FC236}">
                <a16:creationId xmlns:a16="http://schemas.microsoft.com/office/drawing/2014/main" id="{23985170-98D4-49F9-2456-59DFBED5B3A1}"/>
              </a:ext>
            </a:extLst>
          </p:cNvPr>
          <p:cNvSpPr txBox="1"/>
          <p:nvPr/>
        </p:nvSpPr>
        <p:spPr>
          <a:xfrm>
            <a:off x="5327376" y="1935680"/>
            <a:ext cx="604653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lock</a:t>
            </a:r>
            <a:endParaRPr lang="ru-BY" dirty="0"/>
          </a:p>
        </p:txBody>
      </p:sp>
    </p:spTree>
    <p:extLst>
      <p:ext uri="{BB962C8B-B14F-4D97-AF65-F5344CB8AC3E}">
        <p14:creationId xmlns:p14="http://schemas.microsoft.com/office/powerpoint/2010/main" val="90945275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94E4C0E-6D42-9859-A288-13B3204AF1E0}"/>
              </a:ext>
            </a:extLst>
          </p:cNvPr>
          <p:cNvSpPr txBox="1"/>
          <p:nvPr/>
        </p:nvSpPr>
        <p:spPr>
          <a:xfrm>
            <a:off x="230406" y="226738"/>
            <a:ext cx="485581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600" dirty="0"/>
              <a:t>Слои записи и чтения</a:t>
            </a:r>
            <a:endParaRPr lang="en-US" sz="3600" dirty="0"/>
          </a:p>
        </p:txBody>
      </p:sp>
      <p:sp>
        <p:nvSpPr>
          <p:cNvPr id="23" name="Цилиндр 22">
            <a:extLst>
              <a:ext uri="{FF2B5EF4-FFF2-40B4-BE49-F238E27FC236}">
                <a16:creationId xmlns:a16="http://schemas.microsoft.com/office/drawing/2014/main" id="{EF1DB332-50CD-775B-ABA2-0817F517ECDA}"/>
              </a:ext>
            </a:extLst>
          </p:cNvPr>
          <p:cNvSpPr/>
          <p:nvPr/>
        </p:nvSpPr>
        <p:spPr>
          <a:xfrm>
            <a:off x="215162" y="3220803"/>
            <a:ext cx="1087933" cy="1298500"/>
          </a:xfrm>
          <a:prstGeom prst="can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coord-1</a:t>
            </a:r>
            <a:endParaRPr lang="ru-BY" dirty="0"/>
          </a:p>
        </p:txBody>
      </p:sp>
      <p:cxnSp>
        <p:nvCxnSpPr>
          <p:cNvPr id="24" name="Прямая со стрелкой 18">
            <a:extLst>
              <a:ext uri="{FF2B5EF4-FFF2-40B4-BE49-F238E27FC236}">
                <a16:creationId xmlns:a16="http://schemas.microsoft.com/office/drawing/2014/main" id="{8DA426C6-59CA-DA3A-D5CB-51EF9C2A4510}"/>
              </a:ext>
            </a:extLst>
          </p:cNvPr>
          <p:cNvCxnSpPr>
            <a:cxnSpLocks/>
            <a:stCxn id="23" idx="4"/>
            <a:endCxn id="77" idx="2"/>
          </p:cNvCxnSpPr>
          <p:nvPr/>
        </p:nvCxnSpPr>
        <p:spPr>
          <a:xfrm flipV="1">
            <a:off x="1303095" y="3852081"/>
            <a:ext cx="823068" cy="17972"/>
          </a:xfrm>
          <a:prstGeom prst="straightConnector1">
            <a:avLst/>
          </a:prstGeom>
          <a:ln w="31750">
            <a:solidFill>
              <a:schemeClr val="accent2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Прямая со стрелкой 18">
            <a:extLst>
              <a:ext uri="{FF2B5EF4-FFF2-40B4-BE49-F238E27FC236}">
                <a16:creationId xmlns:a16="http://schemas.microsoft.com/office/drawing/2014/main" id="{B88E1360-ADC8-7A39-E28B-1D30D90CA2CC}"/>
              </a:ext>
            </a:extLst>
          </p:cNvPr>
          <p:cNvCxnSpPr>
            <a:cxnSpLocks/>
            <a:stCxn id="78" idx="1"/>
            <a:endCxn id="23" idx="3"/>
          </p:cNvCxnSpPr>
          <p:nvPr/>
        </p:nvCxnSpPr>
        <p:spPr>
          <a:xfrm flipH="1" flipV="1">
            <a:off x="759129" y="4519303"/>
            <a:ext cx="1408013" cy="644414"/>
          </a:xfrm>
          <a:prstGeom prst="straightConnector1">
            <a:avLst/>
          </a:prstGeom>
          <a:ln w="31750">
            <a:solidFill>
              <a:schemeClr val="accent2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Прямая со стрелкой 18">
            <a:extLst>
              <a:ext uri="{FF2B5EF4-FFF2-40B4-BE49-F238E27FC236}">
                <a16:creationId xmlns:a16="http://schemas.microsoft.com/office/drawing/2014/main" id="{B88E1360-ADC8-7A39-E28B-1D30D90CA2CC}"/>
              </a:ext>
            </a:extLst>
          </p:cNvPr>
          <p:cNvCxnSpPr>
            <a:cxnSpLocks/>
            <a:stCxn id="23" idx="3"/>
            <a:endCxn id="79" idx="1"/>
          </p:cNvCxnSpPr>
          <p:nvPr/>
        </p:nvCxnSpPr>
        <p:spPr>
          <a:xfrm flipH="1">
            <a:off x="750020" y="4519303"/>
            <a:ext cx="9109" cy="644414"/>
          </a:xfrm>
          <a:prstGeom prst="straightConnector1">
            <a:avLst/>
          </a:prstGeom>
          <a:ln w="31750">
            <a:solidFill>
              <a:schemeClr val="accent2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Цилиндр 8">
            <a:extLst>
              <a:ext uri="{FF2B5EF4-FFF2-40B4-BE49-F238E27FC236}">
                <a16:creationId xmlns:a16="http://schemas.microsoft.com/office/drawing/2014/main" id="{A6CB4848-BD9F-00DA-AFBB-169D872B698A}"/>
              </a:ext>
            </a:extLst>
          </p:cNvPr>
          <p:cNvSpPr/>
          <p:nvPr/>
        </p:nvSpPr>
        <p:spPr>
          <a:xfrm>
            <a:off x="1669290" y="1348234"/>
            <a:ext cx="1087933" cy="1298500"/>
          </a:xfrm>
          <a:prstGeom prst="can">
            <a:avLst/>
          </a:prstGeom>
          <a:solidFill>
            <a:schemeClr val="accent1"/>
          </a:solidFill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master-1</a:t>
            </a:r>
            <a:endParaRPr lang="ru-BY" sz="1200" dirty="0"/>
          </a:p>
        </p:txBody>
      </p:sp>
      <p:cxnSp>
        <p:nvCxnSpPr>
          <p:cNvPr id="10" name="Прямая со стрелкой 18">
            <a:extLst>
              <a:ext uri="{FF2B5EF4-FFF2-40B4-BE49-F238E27FC236}">
                <a16:creationId xmlns:a16="http://schemas.microsoft.com/office/drawing/2014/main" id="{6BDA3585-87B9-649E-1E95-BF31212098C0}"/>
              </a:ext>
            </a:extLst>
          </p:cNvPr>
          <p:cNvCxnSpPr>
            <a:cxnSpLocks/>
            <a:stCxn id="23" idx="1"/>
            <a:endCxn id="9" idx="2"/>
          </p:cNvCxnSpPr>
          <p:nvPr/>
        </p:nvCxnSpPr>
        <p:spPr>
          <a:xfrm flipV="1">
            <a:off x="759129" y="1997484"/>
            <a:ext cx="910161" cy="1223319"/>
          </a:xfrm>
          <a:prstGeom prst="straightConnector1">
            <a:avLst/>
          </a:prstGeom>
          <a:ln w="31750">
            <a:solidFill>
              <a:schemeClr val="accent6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273A2584-B55C-170F-E6C7-B55FA12521EE}"/>
              </a:ext>
            </a:extLst>
          </p:cNvPr>
          <p:cNvSpPr txBox="1"/>
          <p:nvPr/>
        </p:nvSpPr>
        <p:spPr>
          <a:xfrm>
            <a:off x="400574" y="2252160"/>
            <a:ext cx="8678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1791FD8-19AD-0449-82A9-93DFE76667E6}"/>
              </a:ext>
            </a:extLst>
          </p:cNvPr>
          <p:cNvSpPr txBox="1"/>
          <p:nvPr/>
        </p:nvSpPr>
        <p:spPr>
          <a:xfrm>
            <a:off x="9354132" y="4629978"/>
            <a:ext cx="1043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sharding</a:t>
            </a:r>
            <a:endParaRPr lang="ru-BY" dirty="0"/>
          </a:p>
        </p:txBody>
      </p:sp>
      <p:sp>
        <p:nvSpPr>
          <p:cNvPr id="63" name="Цилиндр 62">
            <a:extLst>
              <a:ext uri="{FF2B5EF4-FFF2-40B4-BE49-F238E27FC236}">
                <a16:creationId xmlns:a16="http://schemas.microsoft.com/office/drawing/2014/main" id="{4B01D485-58C5-F64B-892A-4DB24B7AC6F5}"/>
              </a:ext>
            </a:extLst>
          </p:cNvPr>
          <p:cNvSpPr/>
          <p:nvPr/>
        </p:nvSpPr>
        <p:spPr>
          <a:xfrm>
            <a:off x="10888904" y="3220803"/>
            <a:ext cx="1087933" cy="1298500"/>
          </a:xfrm>
          <a:prstGeom prst="can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coord-3</a:t>
            </a:r>
            <a:endParaRPr lang="ru-BY" dirty="0"/>
          </a:p>
        </p:txBody>
      </p:sp>
      <p:cxnSp>
        <p:nvCxnSpPr>
          <p:cNvPr id="64" name="Прямая со стрелкой 18">
            <a:extLst>
              <a:ext uri="{FF2B5EF4-FFF2-40B4-BE49-F238E27FC236}">
                <a16:creationId xmlns:a16="http://schemas.microsoft.com/office/drawing/2014/main" id="{E0164565-70E0-C7C7-2C99-E337B9E0B7F3}"/>
              </a:ext>
            </a:extLst>
          </p:cNvPr>
          <p:cNvCxnSpPr>
            <a:cxnSpLocks/>
            <a:stCxn id="63" idx="3"/>
            <a:endCxn id="80" idx="1"/>
          </p:cNvCxnSpPr>
          <p:nvPr/>
        </p:nvCxnSpPr>
        <p:spPr>
          <a:xfrm>
            <a:off x="11432871" y="4519303"/>
            <a:ext cx="9110" cy="644414"/>
          </a:xfrm>
          <a:prstGeom prst="straightConnector1">
            <a:avLst/>
          </a:prstGeom>
          <a:ln w="31750">
            <a:solidFill>
              <a:schemeClr val="accent2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Прямая со стрелкой 18">
            <a:extLst>
              <a:ext uri="{FF2B5EF4-FFF2-40B4-BE49-F238E27FC236}">
                <a16:creationId xmlns:a16="http://schemas.microsoft.com/office/drawing/2014/main" id="{3B012901-C858-91F9-0976-418FE294860D}"/>
              </a:ext>
            </a:extLst>
          </p:cNvPr>
          <p:cNvCxnSpPr>
            <a:cxnSpLocks/>
            <a:stCxn id="75" idx="1"/>
            <a:endCxn id="63" idx="3"/>
          </p:cNvCxnSpPr>
          <p:nvPr/>
        </p:nvCxnSpPr>
        <p:spPr>
          <a:xfrm flipV="1">
            <a:off x="10024859" y="4519303"/>
            <a:ext cx="1408012" cy="644414"/>
          </a:xfrm>
          <a:prstGeom prst="straightConnector1">
            <a:avLst/>
          </a:prstGeom>
          <a:ln w="31750">
            <a:solidFill>
              <a:schemeClr val="accent2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Прямая со стрелкой 18">
            <a:extLst>
              <a:ext uri="{FF2B5EF4-FFF2-40B4-BE49-F238E27FC236}">
                <a16:creationId xmlns:a16="http://schemas.microsoft.com/office/drawing/2014/main" id="{C3FFC7E5-B5AC-380A-3E46-45A18ABA9FA2}"/>
              </a:ext>
            </a:extLst>
          </p:cNvPr>
          <p:cNvCxnSpPr>
            <a:cxnSpLocks/>
            <a:stCxn id="63" idx="2"/>
            <a:endCxn id="67" idx="4"/>
          </p:cNvCxnSpPr>
          <p:nvPr/>
        </p:nvCxnSpPr>
        <p:spPr>
          <a:xfrm flipH="1">
            <a:off x="10054688" y="3870053"/>
            <a:ext cx="834216" cy="4836"/>
          </a:xfrm>
          <a:prstGeom prst="straightConnector1">
            <a:avLst/>
          </a:prstGeom>
          <a:ln w="31750">
            <a:solidFill>
              <a:schemeClr val="accent2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Цилиндр 66">
            <a:extLst>
              <a:ext uri="{FF2B5EF4-FFF2-40B4-BE49-F238E27FC236}">
                <a16:creationId xmlns:a16="http://schemas.microsoft.com/office/drawing/2014/main" id="{128093ED-E928-3A89-4AAA-8DA88C49702D}"/>
              </a:ext>
            </a:extLst>
          </p:cNvPr>
          <p:cNvSpPr/>
          <p:nvPr/>
        </p:nvSpPr>
        <p:spPr>
          <a:xfrm>
            <a:off x="8751185" y="3096992"/>
            <a:ext cx="1303503" cy="1555794"/>
          </a:xfrm>
          <a:prstGeom prst="can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worker-3-0</a:t>
            </a:r>
            <a:endParaRPr lang="ru-BY" dirty="0"/>
          </a:p>
        </p:txBody>
      </p:sp>
      <p:sp>
        <p:nvSpPr>
          <p:cNvPr id="68" name="Цилиндр 67">
            <a:extLst>
              <a:ext uri="{FF2B5EF4-FFF2-40B4-BE49-F238E27FC236}">
                <a16:creationId xmlns:a16="http://schemas.microsoft.com/office/drawing/2014/main" id="{656280ED-80FF-2A22-8B12-8033CCBAAD4E}"/>
              </a:ext>
            </a:extLst>
          </p:cNvPr>
          <p:cNvSpPr/>
          <p:nvPr/>
        </p:nvSpPr>
        <p:spPr>
          <a:xfrm>
            <a:off x="9702221" y="1348234"/>
            <a:ext cx="1087933" cy="1298500"/>
          </a:xfrm>
          <a:prstGeom prst="can">
            <a:avLst/>
          </a:prstGeom>
          <a:solidFill>
            <a:schemeClr val="accent1"/>
          </a:solidFill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master-3</a:t>
            </a:r>
            <a:endParaRPr lang="ru-BY" sz="1200" dirty="0"/>
          </a:p>
        </p:txBody>
      </p:sp>
      <p:cxnSp>
        <p:nvCxnSpPr>
          <p:cNvPr id="69" name="Прямая со стрелкой 18">
            <a:extLst>
              <a:ext uri="{FF2B5EF4-FFF2-40B4-BE49-F238E27FC236}">
                <a16:creationId xmlns:a16="http://schemas.microsoft.com/office/drawing/2014/main" id="{3C276CDB-B51F-B4E7-01DB-6FE9E932957D}"/>
              </a:ext>
            </a:extLst>
          </p:cNvPr>
          <p:cNvCxnSpPr>
            <a:cxnSpLocks/>
            <a:stCxn id="63" idx="1"/>
            <a:endCxn id="68" idx="4"/>
          </p:cNvCxnSpPr>
          <p:nvPr/>
        </p:nvCxnSpPr>
        <p:spPr>
          <a:xfrm flipH="1" flipV="1">
            <a:off x="10790154" y="1997484"/>
            <a:ext cx="642717" cy="1223319"/>
          </a:xfrm>
          <a:prstGeom prst="straightConnector1">
            <a:avLst/>
          </a:prstGeom>
          <a:ln w="31750">
            <a:solidFill>
              <a:schemeClr val="accent6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FF4DE35B-CC66-B590-425F-C3360A92F914}"/>
              </a:ext>
            </a:extLst>
          </p:cNvPr>
          <p:cNvSpPr txBox="1"/>
          <p:nvPr/>
        </p:nvSpPr>
        <p:spPr>
          <a:xfrm>
            <a:off x="10998937" y="2271675"/>
            <a:ext cx="8678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sp>
        <p:nvSpPr>
          <p:cNvPr id="75" name="Цилиндр 74">
            <a:extLst>
              <a:ext uri="{FF2B5EF4-FFF2-40B4-BE49-F238E27FC236}">
                <a16:creationId xmlns:a16="http://schemas.microsoft.com/office/drawing/2014/main" id="{1081BE96-8EE3-23DD-00BD-4DE2FB885273}"/>
              </a:ext>
            </a:extLst>
          </p:cNvPr>
          <p:cNvSpPr/>
          <p:nvPr/>
        </p:nvSpPr>
        <p:spPr>
          <a:xfrm>
            <a:off x="9373107" y="5163717"/>
            <a:ext cx="1303503" cy="1555794"/>
          </a:xfrm>
          <a:prstGeom prst="can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worker-3-</a:t>
            </a:r>
            <a:r>
              <a:rPr lang="ru-RU" dirty="0"/>
              <a:t>1</a:t>
            </a:r>
            <a:endParaRPr lang="ru-BY" dirty="0"/>
          </a:p>
        </p:txBody>
      </p:sp>
      <p:sp>
        <p:nvSpPr>
          <p:cNvPr id="77" name="Цилиндр 76">
            <a:extLst>
              <a:ext uri="{FF2B5EF4-FFF2-40B4-BE49-F238E27FC236}">
                <a16:creationId xmlns:a16="http://schemas.microsoft.com/office/drawing/2014/main" id="{74E180FE-7261-B185-0C8D-C9C0042627B9}"/>
              </a:ext>
            </a:extLst>
          </p:cNvPr>
          <p:cNvSpPr/>
          <p:nvPr/>
        </p:nvSpPr>
        <p:spPr>
          <a:xfrm>
            <a:off x="2126163" y="3074184"/>
            <a:ext cx="1303503" cy="1555794"/>
          </a:xfrm>
          <a:prstGeom prst="can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</a:t>
            </a:r>
            <a:r>
              <a:rPr lang="ru-RU" dirty="0"/>
              <a:t>1</a:t>
            </a:r>
            <a:r>
              <a:rPr lang="en-US" dirty="0"/>
              <a:t>-</a:t>
            </a:r>
            <a:r>
              <a:rPr lang="ru-RU" dirty="0"/>
              <a:t>2</a:t>
            </a:r>
            <a:endParaRPr lang="ru-BY" dirty="0"/>
          </a:p>
        </p:txBody>
      </p:sp>
      <p:sp>
        <p:nvSpPr>
          <p:cNvPr id="78" name="Цилиндр 77">
            <a:extLst>
              <a:ext uri="{FF2B5EF4-FFF2-40B4-BE49-F238E27FC236}">
                <a16:creationId xmlns:a16="http://schemas.microsoft.com/office/drawing/2014/main" id="{669EF9BA-FD3C-AD21-BB9F-57CF7987C597}"/>
              </a:ext>
            </a:extLst>
          </p:cNvPr>
          <p:cNvSpPr/>
          <p:nvPr/>
        </p:nvSpPr>
        <p:spPr>
          <a:xfrm>
            <a:off x="1515390" y="5163717"/>
            <a:ext cx="1303503" cy="1555794"/>
          </a:xfrm>
          <a:prstGeom prst="can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</a:t>
            </a:r>
            <a:r>
              <a:rPr lang="ru-RU" dirty="0"/>
              <a:t>1</a:t>
            </a:r>
            <a:r>
              <a:rPr lang="en-US" dirty="0"/>
              <a:t>-</a:t>
            </a:r>
            <a:r>
              <a:rPr lang="ru-RU" dirty="0"/>
              <a:t>1</a:t>
            </a:r>
            <a:endParaRPr lang="ru-BY" dirty="0"/>
          </a:p>
        </p:txBody>
      </p:sp>
      <p:sp>
        <p:nvSpPr>
          <p:cNvPr id="79" name="Цилиндр 78">
            <a:extLst>
              <a:ext uri="{FF2B5EF4-FFF2-40B4-BE49-F238E27FC236}">
                <a16:creationId xmlns:a16="http://schemas.microsoft.com/office/drawing/2014/main" id="{90EF0D7E-9F2C-1E4A-15C1-C868A4B7BA30}"/>
              </a:ext>
            </a:extLst>
          </p:cNvPr>
          <p:cNvSpPr/>
          <p:nvPr/>
        </p:nvSpPr>
        <p:spPr>
          <a:xfrm>
            <a:off x="98268" y="5163717"/>
            <a:ext cx="1303503" cy="1555794"/>
          </a:xfrm>
          <a:prstGeom prst="can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</a:t>
            </a:r>
            <a:r>
              <a:rPr lang="ru-RU" dirty="0"/>
              <a:t>1</a:t>
            </a:r>
            <a:r>
              <a:rPr lang="en-US" dirty="0"/>
              <a:t>-0</a:t>
            </a:r>
            <a:endParaRPr lang="ru-BY" dirty="0"/>
          </a:p>
        </p:txBody>
      </p:sp>
      <p:sp>
        <p:nvSpPr>
          <p:cNvPr id="80" name="Цилиндр 79">
            <a:extLst>
              <a:ext uri="{FF2B5EF4-FFF2-40B4-BE49-F238E27FC236}">
                <a16:creationId xmlns:a16="http://schemas.microsoft.com/office/drawing/2014/main" id="{CAE1BEEA-12C6-891C-CD6E-5AD101581989}"/>
              </a:ext>
            </a:extLst>
          </p:cNvPr>
          <p:cNvSpPr/>
          <p:nvPr/>
        </p:nvSpPr>
        <p:spPr>
          <a:xfrm>
            <a:off x="10790229" y="5163717"/>
            <a:ext cx="1303503" cy="1555794"/>
          </a:xfrm>
          <a:prstGeom prst="can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worker-3-</a:t>
            </a:r>
            <a:r>
              <a:rPr lang="ru-RU" dirty="0"/>
              <a:t>2</a:t>
            </a:r>
            <a:endParaRPr lang="ru-BY" dirty="0"/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2E24B429-77BF-4902-7BC8-2E29AEE76BA6}"/>
              </a:ext>
            </a:extLst>
          </p:cNvPr>
          <p:cNvSpPr txBox="1"/>
          <p:nvPr/>
        </p:nvSpPr>
        <p:spPr>
          <a:xfrm>
            <a:off x="1667169" y="4648857"/>
            <a:ext cx="1043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sharding</a:t>
            </a:r>
            <a:endParaRPr lang="ru-BY" dirty="0"/>
          </a:p>
        </p:txBody>
      </p:sp>
      <p:sp>
        <p:nvSpPr>
          <p:cNvPr id="133" name="Цилиндр 132">
            <a:extLst>
              <a:ext uri="{FF2B5EF4-FFF2-40B4-BE49-F238E27FC236}">
                <a16:creationId xmlns:a16="http://schemas.microsoft.com/office/drawing/2014/main" id="{10422A75-5CBF-D970-425D-012B72501D29}"/>
              </a:ext>
            </a:extLst>
          </p:cNvPr>
          <p:cNvSpPr/>
          <p:nvPr/>
        </p:nvSpPr>
        <p:spPr>
          <a:xfrm>
            <a:off x="3933963" y="3516144"/>
            <a:ext cx="1087933" cy="1298500"/>
          </a:xfrm>
          <a:prstGeom prst="can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coord-2</a:t>
            </a:r>
            <a:endParaRPr lang="ru-BY" dirty="0"/>
          </a:p>
        </p:txBody>
      </p:sp>
      <p:cxnSp>
        <p:nvCxnSpPr>
          <p:cNvPr id="134" name="Прямая со стрелкой 18">
            <a:extLst>
              <a:ext uri="{FF2B5EF4-FFF2-40B4-BE49-F238E27FC236}">
                <a16:creationId xmlns:a16="http://schemas.microsoft.com/office/drawing/2014/main" id="{DE6C28DF-FDB8-8101-9E67-6B6088DA23CF}"/>
              </a:ext>
            </a:extLst>
          </p:cNvPr>
          <p:cNvCxnSpPr>
            <a:cxnSpLocks/>
            <a:stCxn id="133" idx="3"/>
            <a:endCxn id="142" idx="1"/>
          </p:cNvCxnSpPr>
          <p:nvPr/>
        </p:nvCxnSpPr>
        <p:spPr>
          <a:xfrm>
            <a:off x="4477930" y="4814644"/>
            <a:ext cx="3035191" cy="349073"/>
          </a:xfrm>
          <a:prstGeom prst="straightConnector1">
            <a:avLst/>
          </a:prstGeom>
          <a:ln w="31750">
            <a:solidFill>
              <a:schemeClr val="accent2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Прямая со стрелкой 18">
            <a:extLst>
              <a:ext uri="{FF2B5EF4-FFF2-40B4-BE49-F238E27FC236}">
                <a16:creationId xmlns:a16="http://schemas.microsoft.com/office/drawing/2014/main" id="{03579E49-243C-2684-AA5D-46796F02523B}"/>
              </a:ext>
            </a:extLst>
          </p:cNvPr>
          <p:cNvCxnSpPr>
            <a:cxnSpLocks/>
            <a:stCxn id="141" idx="1"/>
            <a:endCxn id="133" idx="3"/>
          </p:cNvCxnSpPr>
          <p:nvPr/>
        </p:nvCxnSpPr>
        <p:spPr>
          <a:xfrm flipH="1" flipV="1">
            <a:off x="4477930" y="4814644"/>
            <a:ext cx="1618071" cy="349073"/>
          </a:xfrm>
          <a:prstGeom prst="straightConnector1">
            <a:avLst/>
          </a:prstGeom>
          <a:ln w="31750">
            <a:solidFill>
              <a:schemeClr val="accent2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Прямая со стрелкой 18">
            <a:extLst>
              <a:ext uri="{FF2B5EF4-FFF2-40B4-BE49-F238E27FC236}">
                <a16:creationId xmlns:a16="http://schemas.microsoft.com/office/drawing/2014/main" id="{C44AAD08-2943-690B-31A8-0A09B9E072FD}"/>
              </a:ext>
            </a:extLst>
          </p:cNvPr>
          <p:cNvCxnSpPr>
            <a:cxnSpLocks/>
            <a:stCxn id="133" idx="3"/>
            <a:endCxn id="137" idx="1"/>
          </p:cNvCxnSpPr>
          <p:nvPr/>
        </p:nvCxnSpPr>
        <p:spPr>
          <a:xfrm>
            <a:off x="4477930" y="4814644"/>
            <a:ext cx="200891" cy="349073"/>
          </a:xfrm>
          <a:prstGeom prst="straightConnector1">
            <a:avLst/>
          </a:prstGeom>
          <a:ln w="31750">
            <a:solidFill>
              <a:schemeClr val="accent2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7" name="Цилиндр 136">
            <a:extLst>
              <a:ext uri="{FF2B5EF4-FFF2-40B4-BE49-F238E27FC236}">
                <a16:creationId xmlns:a16="http://schemas.microsoft.com/office/drawing/2014/main" id="{CC73C14A-0919-2FE7-F8E9-5C086C1BA19A}"/>
              </a:ext>
            </a:extLst>
          </p:cNvPr>
          <p:cNvSpPr/>
          <p:nvPr/>
        </p:nvSpPr>
        <p:spPr>
          <a:xfrm>
            <a:off x="4027069" y="5163717"/>
            <a:ext cx="1303503" cy="1555794"/>
          </a:xfrm>
          <a:prstGeom prst="can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worker-2-0</a:t>
            </a:r>
            <a:endParaRPr lang="ru-BY" dirty="0"/>
          </a:p>
        </p:txBody>
      </p:sp>
      <p:sp>
        <p:nvSpPr>
          <p:cNvPr id="138" name="Цилиндр 137">
            <a:extLst>
              <a:ext uri="{FF2B5EF4-FFF2-40B4-BE49-F238E27FC236}">
                <a16:creationId xmlns:a16="http://schemas.microsoft.com/office/drawing/2014/main" id="{7764FAA7-A17D-C3BE-BCE9-AF49FE66AF99}"/>
              </a:ext>
            </a:extLst>
          </p:cNvPr>
          <p:cNvSpPr/>
          <p:nvPr/>
        </p:nvSpPr>
        <p:spPr>
          <a:xfrm>
            <a:off x="5230679" y="2515673"/>
            <a:ext cx="1087933" cy="1298500"/>
          </a:xfrm>
          <a:prstGeom prst="can">
            <a:avLst/>
          </a:prstGeom>
          <a:solidFill>
            <a:schemeClr val="accent1"/>
          </a:solidFill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master-2</a:t>
            </a:r>
            <a:endParaRPr lang="ru-BY" sz="1200" dirty="0"/>
          </a:p>
        </p:txBody>
      </p:sp>
      <p:cxnSp>
        <p:nvCxnSpPr>
          <p:cNvPr id="139" name="Прямая со стрелкой 18">
            <a:extLst>
              <a:ext uri="{FF2B5EF4-FFF2-40B4-BE49-F238E27FC236}">
                <a16:creationId xmlns:a16="http://schemas.microsoft.com/office/drawing/2014/main" id="{437692CA-6BAB-8682-E077-7E4A2777BBE4}"/>
              </a:ext>
            </a:extLst>
          </p:cNvPr>
          <p:cNvCxnSpPr>
            <a:cxnSpLocks/>
            <a:stCxn id="133" idx="4"/>
            <a:endCxn id="138" idx="3"/>
          </p:cNvCxnSpPr>
          <p:nvPr/>
        </p:nvCxnSpPr>
        <p:spPr>
          <a:xfrm flipV="1">
            <a:off x="5021896" y="3814173"/>
            <a:ext cx="752750" cy="351221"/>
          </a:xfrm>
          <a:prstGeom prst="straightConnector1">
            <a:avLst/>
          </a:prstGeom>
          <a:ln w="31750">
            <a:solidFill>
              <a:schemeClr val="accent6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1" name="Цилиндр 140">
            <a:extLst>
              <a:ext uri="{FF2B5EF4-FFF2-40B4-BE49-F238E27FC236}">
                <a16:creationId xmlns:a16="http://schemas.microsoft.com/office/drawing/2014/main" id="{3039488A-90E7-C053-C3A5-6D2078D0D8AA}"/>
              </a:ext>
            </a:extLst>
          </p:cNvPr>
          <p:cNvSpPr/>
          <p:nvPr/>
        </p:nvSpPr>
        <p:spPr>
          <a:xfrm>
            <a:off x="5444249" y="5163717"/>
            <a:ext cx="1303503" cy="1555794"/>
          </a:xfrm>
          <a:prstGeom prst="can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worker-2-</a:t>
            </a:r>
            <a:r>
              <a:rPr lang="ru-RU" dirty="0"/>
              <a:t>1</a:t>
            </a:r>
            <a:endParaRPr lang="ru-BY" dirty="0"/>
          </a:p>
        </p:txBody>
      </p:sp>
      <p:sp>
        <p:nvSpPr>
          <p:cNvPr id="142" name="Цилиндр 141">
            <a:extLst>
              <a:ext uri="{FF2B5EF4-FFF2-40B4-BE49-F238E27FC236}">
                <a16:creationId xmlns:a16="http://schemas.microsoft.com/office/drawing/2014/main" id="{C08D3B91-888D-4E44-94BF-FDCCFE5A5B8B}"/>
              </a:ext>
            </a:extLst>
          </p:cNvPr>
          <p:cNvSpPr/>
          <p:nvPr/>
        </p:nvSpPr>
        <p:spPr>
          <a:xfrm>
            <a:off x="6861369" y="5163717"/>
            <a:ext cx="1303503" cy="1555794"/>
          </a:xfrm>
          <a:prstGeom prst="can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worker-2-</a:t>
            </a:r>
            <a:r>
              <a:rPr lang="ru-RU" dirty="0"/>
              <a:t>2</a:t>
            </a:r>
            <a:endParaRPr lang="ru-BY" dirty="0"/>
          </a:p>
        </p:txBody>
      </p:sp>
      <p:sp>
        <p:nvSpPr>
          <p:cNvPr id="185" name="TextBox 184">
            <a:extLst>
              <a:ext uri="{FF2B5EF4-FFF2-40B4-BE49-F238E27FC236}">
                <a16:creationId xmlns:a16="http://schemas.microsoft.com/office/drawing/2014/main" id="{E3A12764-859C-06BB-191F-3E87ABBE4FF9}"/>
              </a:ext>
            </a:extLst>
          </p:cNvPr>
          <p:cNvSpPr txBox="1"/>
          <p:nvPr/>
        </p:nvSpPr>
        <p:spPr>
          <a:xfrm>
            <a:off x="6867978" y="4656844"/>
            <a:ext cx="1043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sharding</a:t>
            </a:r>
            <a:endParaRPr lang="ru-BY" dirty="0"/>
          </a:p>
        </p:txBody>
      </p:sp>
      <p:sp>
        <p:nvSpPr>
          <p:cNvPr id="197" name="TextBox 196">
            <a:extLst>
              <a:ext uri="{FF2B5EF4-FFF2-40B4-BE49-F238E27FC236}">
                <a16:creationId xmlns:a16="http://schemas.microsoft.com/office/drawing/2014/main" id="{79EA9046-390B-7DC2-0A45-D3698290DFF2}"/>
              </a:ext>
            </a:extLst>
          </p:cNvPr>
          <p:cNvSpPr txBox="1"/>
          <p:nvPr/>
        </p:nvSpPr>
        <p:spPr>
          <a:xfrm>
            <a:off x="5165803" y="4045431"/>
            <a:ext cx="8678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cxnSp>
        <p:nvCxnSpPr>
          <p:cNvPr id="198" name="Прямая со стрелкой 18">
            <a:extLst>
              <a:ext uri="{FF2B5EF4-FFF2-40B4-BE49-F238E27FC236}">
                <a16:creationId xmlns:a16="http://schemas.microsoft.com/office/drawing/2014/main" id="{E24C86D1-B1B2-0973-0C35-766D2673E24F}"/>
              </a:ext>
            </a:extLst>
          </p:cNvPr>
          <p:cNvCxnSpPr>
            <a:cxnSpLocks/>
            <a:stCxn id="68" idx="3"/>
            <a:endCxn id="138" idx="4"/>
          </p:cNvCxnSpPr>
          <p:nvPr/>
        </p:nvCxnSpPr>
        <p:spPr>
          <a:xfrm rot="5400000">
            <a:off x="8023306" y="942040"/>
            <a:ext cx="518189" cy="3927576"/>
          </a:xfrm>
          <a:prstGeom prst="curvedConnector2">
            <a:avLst/>
          </a:prstGeom>
          <a:ln w="31750">
            <a:solidFill>
              <a:schemeClr val="tx2"/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1" name="Прямая со стрелкой 18">
            <a:extLst>
              <a:ext uri="{FF2B5EF4-FFF2-40B4-BE49-F238E27FC236}">
                <a16:creationId xmlns:a16="http://schemas.microsoft.com/office/drawing/2014/main" id="{E6610087-EEA6-8CB3-DB1C-596299E7C6E4}"/>
              </a:ext>
            </a:extLst>
          </p:cNvPr>
          <p:cNvCxnSpPr>
            <a:cxnSpLocks/>
            <a:stCxn id="138" idx="2"/>
            <a:endCxn id="9" idx="3"/>
          </p:cNvCxnSpPr>
          <p:nvPr/>
        </p:nvCxnSpPr>
        <p:spPr>
          <a:xfrm rot="10800000">
            <a:off x="2213257" y="2646735"/>
            <a:ext cx="3017422" cy="518189"/>
          </a:xfrm>
          <a:prstGeom prst="curvedConnector2">
            <a:avLst/>
          </a:prstGeom>
          <a:ln w="31750">
            <a:solidFill>
              <a:schemeClr val="accent1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4" name="Прямая со стрелкой 18">
            <a:extLst>
              <a:ext uri="{FF2B5EF4-FFF2-40B4-BE49-F238E27FC236}">
                <a16:creationId xmlns:a16="http://schemas.microsoft.com/office/drawing/2014/main" id="{367169FA-98EA-11DB-5DDF-4A37DA71E9A0}"/>
              </a:ext>
            </a:extLst>
          </p:cNvPr>
          <p:cNvCxnSpPr>
            <a:cxnSpLocks/>
            <a:stCxn id="68" idx="1"/>
            <a:endCxn id="9" idx="1"/>
          </p:cNvCxnSpPr>
          <p:nvPr/>
        </p:nvCxnSpPr>
        <p:spPr>
          <a:xfrm rot="16200000" flipV="1">
            <a:off x="6229723" y="-2668232"/>
            <a:ext cx="12700" cy="8032931"/>
          </a:xfrm>
          <a:prstGeom prst="curvedConnector3">
            <a:avLst>
              <a:gd name="adj1" fmla="val 3124142"/>
            </a:avLst>
          </a:prstGeom>
          <a:ln w="31750">
            <a:solidFill>
              <a:schemeClr val="tx2"/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9" name="Цилиндр 218">
            <a:extLst>
              <a:ext uri="{FF2B5EF4-FFF2-40B4-BE49-F238E27FC236}">
                <a16:creationId xmlns:a16="http://schemas.microsoft.com/office/drawing/2014/main" id="{F97146B8-7B39-B451-1FBC-DE4AC56132F9}"/>
              </a:ext>
            </a:extLst>
          </p:cNvPr>
          <p:cNvSpPr/>
          <p:nvPr/>
        </p:nvSpPr>
        <p:spPr>
          <a:xfrm>
            <a:off x="6585031" y="1165451"/>
            <a:ext cx="1187095" cy="1416855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pg</a:t>
            </a:r>
            <a:r>
              <a:rPr lang="en-US" dirty="0"/>
              <a:t>-locker</a:t>
            </a:r>
            <a:endParaRPr lang="ru-BY" dirty="0"/>
          </a:p>
        </p:txBody>
      </p:sp>
      <p:sp>
        <p:nvSpPr>
          <p:cNvPr id="256" name="TextBox 255">
            <a:extLst>
              <a:ext uri="{FF2B5EF4-FFF2-40B4-BE49-F238E27FC236}">
                <a16:creationId xmlns:a16="http://schemas.microsoft.com/office/drawing/2014/main" id="{58279774-7160-836C-6405-54333B773624}"/>
              </a:ext>
            </a:extLst>
          </p:cNvPr>
          <p:cNvSpPr txBox="1"/>
          <p:nvPr/>
        </p:nvSpPr>
        <p:spPr>
          <a:xfrm>
            <a:off x="7477985" y="2681788"/>
            <a:ext cx="8678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sp>
        <p:nvSpPr>
          <p:cNvPr id="257" name="TextBox 256">
            <a:extLst>
              <a:ext uri="{FF2B5EF4-FFF2-40B4-BE49-F238E27FC236}">
                <a16:creationId xmlns:a16="http://schemas.microsoft.com/office/drawing/2014/main" id="{DD53FC2A-CEAB-0AD0-B55F-D0A914B98D3C}"/>
              </a:ext>
            </a:extLst>
          </p:cNvPr>
          <p:cNvSpPr txBox="1"/>
          <p:nvPr/>
        </p:nvSpPr>
        <p:spPr>
          <a:xfrm>
            <a:off x="3023642" y="2536496"/>
            <a:ext cx="8678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sp>
        <p:nvSpPr>
          <p:cNvPr id="258" name="TextBox 257">
            <a:extLst>
              <a:ext uri="{FF2B5EF4-FFF2-40B4-BE49-F238E27FC236}">
                <a16:creationId xmlns:a16="http://schemas.microsoft.com/office/drawing/2014/main" id="{54BDDF33-7B5B-73FC-63C5-23E52053FDAB}"/>
              </a:ext>
            </a:extLst>
          </p:cNvPr>
          <p:cNvSpPr txBox="1"/>
          <p:nvPr/>
        </p:nvSpPr>
        <p:spPr>
          <a:xfrm>
            <a:off x="8730673" y="1107687"/>
            <a:ext cx="8678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sp>
        <p:nvSpPr>
          <p:cNvPr id="259" name="TextBox 258">
            <a:extLst>
              <a:ext uri="{FF2B5EF4-FFF2-40B4-BE49-F238E27FC236}">
                <a16:creationId xmlns:a16="http://schemas.microsoft.com/office/drawing/2014/main" id="{F59F23C3-6E7B-BAAF-769B-9EDF4ADABFE5}"/>
              </a:ext>
            </a:extLst>
          </p:cNvPr>
          <p:cNvSpPr txBox="1"/>
          <p:nvPr/>
        </p:nvSpPr>
        <p:spPr>
          <a:xfrm>
            <a:off x="2973785" y="1181682"/>
            <a:ext cx="8678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cxnSp>
        <p:nvCxnSpPr>
          <p:cNvPr id="260" name="Прямая со стрелкой 18">
            <a:extLst>
              <a:ext uri="{FF2B5EF4-FFF2-40B4-BE49-F238E27FC236}">
                <a16:creationId xmlns:a16="http://schemas.microsoft.com/office/drawing/2014/main" id="{1638CF53-861A-7EA7-7816-D17722443F84}"/>
              </a:ext>
            </a:extLst>
          </p:cNvPr>
          <p:cNvCxnSpPr>
            <a:cxnSpLocks/>
            <a:stCxn id="219" idx="2"/>
            <a:endCxn id="138" idx="1"/>
          </p:cNvCxnSpPr>
          <p:nvPr/>
        </p:nvCxnSpPr>
        <p:spPr>
          <a:xfrm rot="10800000" flipV="1">
            <a:off x="5774647" y="1873879"/>
            <a:ext cx="810385" cy="641794"/>
          </a:xfrm>
          <a:prstGeom prst="curvedConnector2">
            <a:avLst/>
          </a:prstGeom>
          <a:ln w="31750">
            <a:solidFill>
              <a:schemeClr val="tx1">
                <a:lumMod val="95000"/>
                <a:lumOff val="5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3" name="Прямая со стрелкой 18">
            <a:extLst>
              <a:ext uri="{FF2B5EF4-FFF2-40B4-BE49-F238E27FC236}">
                <a16:creationId xmlns:a16="http://schemas.microsoft.com/office/drawing/2014/main" id="{53F97DCD-6CB1-67FC-5E16-26E146F51A93}"/>
              </a:ext>
            </a:extLst>
          </p:cNvPr>
          <p:cNvCxnSpPr>
            <a:cxnSpLocks/>
            <a:stCxn id="219" idx="2"/>
            <a:endCxn id="9" idx="4"/>
          </p:cNvCxnSpPr>
          <p:nvPr/>
        </p:nvCxnSpPr>
        <p:spPr>
          <a:xfrm rot="10800000" flipV="1">
            <a:off x="2757223" y="1873878"/>
            <a:ext cx="3827808" cy="123605"/>
          </a:xfrm>
          <a:prstGeom prst="curvedConnector3">
            <a:avLst>
              <a:gd name="adj1" fmla="val 50000"/>
            </a:avLst>
          </a:prstGeom>
          <a:ln w="31750">
            <a:solidFill>
              <a:schemeClr val="tx1">
                <a:lumMod val="95000"/>
                <a:lumOff val="5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6" name="Прямая со стрелкой 18">
            <a:extLst>
              <a:ext uri="{FF2B5EF4-FFF2-40B4-BE49-F238E27FC236}">
                <a16:creationId xmlns:a16="http://schemas.microsoft.com/office/drawing/2014/main" id="{CFAEA455-C352-AAFE-3A31-354F9E3B482B}"/>
              </a:ext>
            </a:extLst>
          </p:cNvPr>
          <p:cNvCxnSpPr>
            <a:cxnSpLocks/>
            <a:stCxn id="219" idx="4"/>
            <a:endCxn id="68" idx="2"/>
          </p:cNvCxnSpPr>
          <p:nvPr/>
        </p:nvCxnSpPr>
        <p:spPr>
          <a:xfrm>
            <a:off x="7772126" y="1873879"/>
            <a:ext cx="1930095" cy="123605"/>
          </a:xfrm>
          <a:prstGeom prst="curvedConnector3">
            <a:avLst>
              <a:gd name="adj1" fmla="val 50000"/>
            </a:avLst>
          </a:prstGeom>
          <a:ln w="31750">
            <a:solidFill>
              <a:schemeClr val="tx1">
                <a:lumMod val="95000"/>
                <a:lumOff val="5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9" name="TextBox 268">
            <a:extLst>
              <a:ext uri="{FF2B5EF4-FFF2-40B4-BE49-F238E27FC236}">
                <a16:creationId xmlns:a16="http://schemas.microsoft.com/office/drawing/2014/main" id="{49A2AAB3-1A49-2A61-5531-BDF57480A889}"/>
              </a:ext>
            </a:extLst>
          </p:cNvPr>
          <p:cNvSpPr txBox="1"/>
          <p:nvPr/>
        </p:nvSpPr>
        <p:spPr>
          <a:xfrm>
            <a:off x="8434847" y="1584764"/>
            <a:ext cx="6046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lock</a:t>
            </a:r>
            <a:endParaRPr lang="ru-BY" dirty="0"/>
          </a:p>
        </p:txBody>
      </p:sp>
      <p:sp>
        <p:nvSpPr>
          <p:cNvPr id="270" name="TextBox 269">
            <a:extLst>
              <a:ext uri="{FF2B5EF4-FFF2-40B4-BE49-F238E27FC236}">
                <a16:creationId xmlns:a16="http://schemas.microsoft.com/office/drawing/2014/main" id="{69A33C7D-9720-EB54-0886-65F6F5998EB5}"/>
              </a:ext>
            </a:extLst>
          </p:cNvPr>
          <p:cNvSpPr txBox="1"/>
          <p:nvPr/>
        </p:nvSpPr>
        <p:spPr>
          <a:xfrm>
            <a:off x="3933963" y="1610311"/>
            <a:ext cx="6046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lock</a:t>
            </a:r>
            <a:endParaRPr lang="ru-BY" dirty="0"/>
          </a:p>
        </p:txBody>
      </p:sp>
      <p:sp>
        <p:nvSpPr>
          <p:cNvPr id="271" name="TextBox 270">
            <a:extLst>
              <a:ext uri="{FF2B5EF4-FFF2-40B4-BE49-F238E27FC236}">
                <a16:creationId xmlns:a16="http://schemas.microsoft.com/office/drawing/2014/main" id="{23985170-98D4-49F9-2456-59DFBED5B3A1}"/>
              </a:ext>
            </a:extLst>
          </p:cNvPr>
          <p:cNvSpPr txBox="1"/>
          <p:nvPr/>
        </p:nvSpPr>
        <p:spPr>
          <a:xfrm>
            <a:off x="5327376" y="1935680"/>
            <a:ext cx="6046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lock</a:t>
            </a:r>
            <a:endParaRPr lang="ru-BY" dirty="0"/>
          </a:p>
        </p:txBody>
      </p:sp>
    </p:spTree>
    <p:extLst>
      <p:ext uri="{BB962C8B-B14F-4D97-AF65-F5344CB8AC3E}">
        <p14:creationId xmlns:p14="http://schemas.microsoft.com/office/powerpoint/2010/main" val="50257752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94E4C0E-6D42-9859-A288-13B3204AF1E0}"/>
              </a:ext>
            </a:extLst>
          </p:cNvPr>
          <p:cNvSpPr txBox="1"/>
          <p:nvPr/>
        </p:nvSpPr>
        <p:spPr>
          <a:xfrm>
            <a:off x="230406" y="226738"/>
            <a:ext cx="635462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600" dirty="0"/>
              <a:t>Общая архитектура кластера</a:t>
            </a:r>
            <a:endParaRPr lang="en-US" sz="3600" dirty="0"/>
          </a:p>
        </p:txBody>
      </p:sp>
      <p:sp>
        <p:nvSpPr>
          <p:cNvPr id="23" name="Цилиндр 22">
            <a:extLst>
              <a:ext uri="{FF2B5EF4-FFF2-40B4-BE49-F238E27FC236}">
                <a16:creationId xmlns:a16="http://schemas.microsoft.com/office/drawing/2014/main" id="{EF1DB332-50CD-775B-ABA2-0817F517ECDA}"/>
              </a:ext>
            </a:extLst>
          </p:cNvPr>
          <p:cNvSpPr/>
          <p:nvPr/>
        </p:nvSpPr>
        <p:spPr>
          <a:xfrm>
            <a:off x="215162" y="3220803"/>
            <a:ext cx="1087933" cy="1298500"/>
          </a:xfrm>
          <a:prstGeom prst="can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coord-1</a:t>
            </a:r>
            <a:endParaRPr lang="ru-BY" dirty="0"/>
          </a:p>
        </p:txBody>
      </p:sp>
      <p:cxnSp>
        <p:nvCxnSpPr>
          <p:cNvPr id="24" name="Прямая со стрелкой 18">
            <a:extLst>
              <a:ext uri="{FF2B5EF4-FFF2-40B4-BE49-F238E27FC236}">
                <a16:creationId xmlns:a16="http://schemas.microsoft.com/office/drawing/2014/main" id="{8DA426C6-59CA-DA3A-D5CB-51EF9C2A4510}"/>
              </a:ext>
            </a:extLst>
          </p:cNvPr>
          <p:cNvCxnSpPr>
            <a:cxnSpLocks/>
            <a:stCxn id="23" idx="4"/>
            <a:endCxn id="77" idx="2"/>
          </p:cNvCxnSpPr>
          <p:nvPr/>
        </p:nvCxnSpPr>
        <p:spPr>
          <a:xfrm flipV="1">
            <a:off x="1303095" y="3852081"/>
            <a:ext cx="823068" cy="17972"/>
          </a:xfrm>
          <a:prstGeom prst="straightConnector1">
            <a:avLst/>
          </a:prstGeom>
          <a:ln w="31750">
            <a:solidFill>
              <a:schemeClr val="accent2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Прямая со стрелкой 18">
            <a:extLst>
              <a:ext uri="{FF2B5EF4-FFF2-40B4-BE49-F238E27FC236}">
                <a16:creationId xmlns:a16="http://schemas.microsoft.com/office/drawing/2014/main" id="{B88E1360-ADC8-7A39-E28B-1D30D90CA2CC}"/>
              </a:ext>
            </a:extLst>
          </p:cNvPr>
          <p:cNvCxnSpPr>
            <a:cxnSpLocks/>
            <a:stCxn id="78" idx="1"/>
            <a:endCxn id="23" idx="3"/>
          </p:cNvCxnSpPr>
          <p:nvPr/>
        </p:nvCxnSpPr>
        <p:spPr>
          <a:xfrm flipH="1" flipV="1">
            <a:off x="759129" y="4519303"/>
            <a:ext cx="1408013" cy="644414"/>
          </a:xfrm>
          <a:prstGeom prst="straightConnector1">
            <a:avLst/>
          </a:prstGeom>
          <a:ln w="31750">
            <a:solidFill>
              <a:schemeClr val="accent2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Прямая со стрелкой 18">
            <a:extLst>
              <a:ext uri="{FF2B5EF4-FFF2-40B4-BE49-F238E27FC236}">
                <a16:creationId xmlns:a16="http://schemas.microsoft.com/office/drawing/2014/main" id="{B88E1360-ADC8-7A39-E28B-1D30D90CA2CC}"/>
              </a:ext>
            </a:extLst>
          </p:cNvPr>
          <p:cNvCxnSpPr>
            <a:cxnSpLocks/>
            <a:stCxn id="23" idx="3"/>
            <a:endCxn id="79" idx="1"/>
          </p:cNvCxnSpPr>
          <p:nvPr/>
        </p:nvCxnSpPr>
        <p:spPr>
          <a:xfrm flipH="1">
            <a:off x="750020" y="4519303"/>
            <a:ext cx="9109" cy="644414"/>
          </a:xfrm>
          <a:prstGeom prst="straightConnector1">
            <a:avLst/>
          </a:prstGeom>
          <a:ln w="31750">
            <a:solidFill>
              <a:schemeClr val="accent2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Цилиндр 8">
            <a:extLst>
              <a:ext uri="{FF2B5EF4-FFF2-40B4-BE49-F238E27FC236}">
                <a16:creationId xmlns:a16="http://schemas.microsoft.com/office/drawing/2014/main" id="{A6CB4848-BD9F-00DA-AFBB-169D872B698A}"/>
              </a:ext>
            </a:extLst>
          </p:cNvPr>
          <p:cNvSpPr/>
          <p:nvPr/>
        </p:nvSpPr>
        <p:spPr>
          <a:xfrm>
            <a:off x="1669290" y="1348234"/>
            <a:ext cx="1087933" cy="1298500"/>
          </a:xfrm>
          <a:prstGeom prst="can">
            <a:avLst/>
          </a:prstGeom>
          <a:solidFill>
            <a:schemeClr val="accent1"/>
          </a:solidFill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master-1</a:t>
            </a:r>
            <a:endParaRPr lang="ru-BY" sz="1200" dirty="0"/>
          </a:p>
        </p:txBody>
      </p:sp>
      <p:cxnSp>
        <p:nvCxnSpPr>
          <p:cNvPr id="10" name="Прямая со стрелкой 18">
            <a:extLst>
              <a:ext uri="{FF2B5EF4-FFF2-40B4-BE49-F238E27FC236}">
                <a16:creationId xmlns:a16="http://schemas.microsoft.com/office/drawing/2014/main" id="{6BDA3585-87B9-649E-1E95-BF31212098C0}"/>
              </a:ext>
            </a:extLst>
          </p:cNvPr>
          <p:cNvCxnSpPr>
            <a:cxnSpLocks/>
            <a:stCxn id="23" idx="1"/>
            <a:endCxn id="9" idx="2"/>
          </p:cNvCxnSpPr>
          <p:nvPr/>
        </p:nvCxnSpPr>
        <p:spPr>
          <a:xfrm flipV="1">
            <a:off x="759129" y="1997484"/>
            <a:ext cx="910161" cy="1223319"/>
          </a:xfrm>
          <a:prstGeom prst="straightConnector1">
            <a:avLst/>
          </a:prstGeom>
          <a:ln w="31750">
            <a:solidFill>
              <a:schemeClr val="accent6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273A2584-B55C-170F-E6C7-B55FA12521EE}"/>
              </a:ext>
            </a:extLst>
          </p:cNvPr>
          <p:cNvSpPr txBox="1"/>
          <p:nvPr/>
        </p:nvSpPr>
        <p:spPr>
          <a:xfrm>
            <a:off x="400574" y="2252160"/>
            <a:ext cx="8678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1791FD8-19AD-0449-82A9-93DFE76667E6}"/>
              </a:ext>
            </a:extLst>
          </p:cNvPr>
          <p:cNvSpPr txBox="1"/>
          <p:nvPr/>
        </p:nvSpPr>
        <p:spPr>
          <a:xfrm>
            <a:off x="9354132" y="4629978"/>
            <a:ext cx="1043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sharding</a:t>
            </a:r>
            <a:endParaRPr lang="ru-BY" dirty="0"/>
          </a:p>
        </p:txBody>
      </p:sp>
      <p:sp>
        <p:nvSpPr>
          <p:cNvPr id="63" name="Цилиндр 62">
            <a:extLst>
              <a:ext uri="{FF2B5EF4-FFF2-40B4-BE49-F238E27FC236}">
                <a16:creationId xmlns:a16="http://schemas.microsoft.com/office/drawing/2014/main" id="{4B01D485-58C5-F64B-892A-4DB24B7AC6F5}"/>
              </a:ext>
            </a:extLst>
          </p:cNvPr>
          <p:cNvSpPr/>
          <p:nvPr/>
        </p:nvSpPr>
        <p:spPr>
          <a:xfrm>
            <a:off x="10888904" y="3220803"/>
            <a:ext cx="1087933" cy="1298500"/>
          </a:xfrm>
          <a:prstGeom prst="can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coord-3</a:t>
            </a:r>
            <a:endParaRPr lang="ru-BY" dirty="0"/>
          </a:p>
        </p:txBody>
      </p:sp>
      <p:cxnSp>
        <p:nvCxnSpPr>
          <p:cNvPr id="64" name="Прямая со стрелкой 18">
            <a:extLst>
              <a:ext uri="{FF2B5EF4-FFF2-40B4-BE49-F238E27FC236}">
                <a16:creationId xmlns:a16="http://schemas.microsoft.com/office/drawing/2014/main" id="{E0164565-70E0-C7C7-2C99-E337B9E0B7F3}"/>
              </a:ext>
            </a:extLst>
          </p:cNvPr>
          <p:cNvCxnSpPr>
            <a:cxnSpLocks/>
            <a:stCxn id="63" idx="3"/>
            <a:endCxn id="80" idx="1"/>
          </p:cNvCxnSpPr>
          <p:nvPr/>
        </p:nvCxnSpPr>
        <p:spPr>
          <a:xfrm>
            <a:off x="11432871" y="4519303"/>
            <a:ext cx="9110" cy="644414"/>
          </a:xfrm>
          <a:prstGeom prst="straightConnector1">
            <a:avLst/>
          </a:prstGeom>
          <a:ln w="31750">
            <a:solidFill>
              <a:schemeClr val="accent2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Прямая со стрелкой 18">
            <a:extLst>
              <a:ext uri="{FF2B5EF4-FFF2-40B4-BE49-F238E27FC236}">
                <a16:creationId xmlns:a16="http://schemas.microsoft.com/office/drawing/2014/main" id="{3B012901-C858-91F9-0976-418FE294860D}"/>
              </a:ext>
            </a:extLst>
          </p:cNvPr>
          <p:cNvCxnSpPr>
            <a:cxnSpLocks/>
            <a:stCxn id="75" idx="1"/>
            <a:endCxn id="63" idx="3"/>
          </p:cNvCxnSpPr>
          <p:nvPr/>
        </p:nvCxnSpPr>
        <p:spPr>
          <a:xfrm flipV="1">
            <a:off x="10024859" y="4519303"/>
            <a:ext cx="1408012" cy="644414"/>
          </a:xfrm>
          <a:prstGeom prst="straightConnector1">
            <a:avLst/>
          </a:prstGeom>
          <a:ln w="31750">
            <a:solidFill>
              <a:schemeClr val="accent2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Прямая со стрелкой 18">
            <a:extLst>
              <a:ext uri="{FF2B5EF4-FFF2-40B4-BE49-F238E27FC236}">
                <a16:creationId xmlns:a16="http://schemas.microsoft.com/office/drawing/2014/main" id="{C3FFC7E5-B5AC-380A-3E46-45A18ABA9FA2}"/>
              </a:ext>
            </a:extLst>
          </p:cNvPr>
          <p:cNvCxnSpPr>
            <a:cxnSpLocks/>
            <a:stCxn id="63" idx="2"/>
            <a:endCxn id="67" idx="4"/>
          </p:cNvCxnSpPr>
          <p:nvPr/>
        </p:nvCxnSpPr>
        <p:spPr>
          <a:xfrm flipH="1">
            <a:off x="10054688" y="3870053"/>
            <a:ext cx="834216" cy="4836"/>
          </a:xfrm>
          <a:prstGeom prst="straightConnector1">
            <a:avLst/>
          </a:prstGeom>
          <a:ln w="31750">
            <a:solidFill>
              <a:schemeClr val="accent2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Цилиндр 66">
            <a:extLst>
              <a:ext uri="{FF2B5EF4-FFF2-40B4-BE49-F238E27FC236}">
                <a16:creationId xmlns:a16="http://schemas.microsoft.com/office/drawing/2014/main" id="{128093ED-E928-3A89-4AAA-8DA88C49702D}"/>
              </a:ext>
            </a:extLst>
          </p:cNvPr>
          <p:cNvSpPr/>
          <p:nvPr/>
        </p:nvSpPr>
        <p:spPr>
          <a:xfrm>
            <a:off x="8751185" y="3096992"/>
            <a:ext cx="1303503" cy="1555794"/>
          </a:xfrm>
          <a:prstGeom prst="can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worker-3-0</a:t>
            </a:r>
            <a:endParaRPr lang="ru-BY" dirty="0"/>
          </a:p>
        </p:txBody>
      </p:sp>
      <p:sp>
        <p:nvSpPr>
          <p:cNvPr id="68" name="Цилиндр 67">
            <a:extLst>
              <a:ext uri="{FF2B5EF4-FFF2-40B4-BE49-F238E27FC236}">
                <a16:creationId xmlns:a16="http://schemas.microsoft.com/office/drawing/2014/main" id="{656280ED-80FF-2A22-8B12-8033CCBAAD4E}"/>
              </a:ext>
            </a:extLst>
          </p:cNvPr>
          <p:cNvSpPr/>
          <p:nvPr/>
        </p:nvSpPr>
        <p:spPr>
          <a:xfrm>
            <a:off x="9702221" y="1348234"/>
            <a:ext cx="1087933" cy="1298500"/>
          </a:xfrm>
          <a:prstGeom prst="can">
            <a:avLst/>
          </a:prstGeom>
          <a:solidFill>
            <a:schemeClr val="accent1"/>
          </a:solidFill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master-3</a:t>
            </a:r>
            <a:endParaRPr lang="ru-BY" sz="1200" dirty="0"/>
          </a:p>
        </p:txBody>
      </p:sp>
      <p:cxnSp>
        <p:nvCxnSpPr>
          <p:cNvPr id="69" name="Прямая со стрелкой 18">
            <a:extLst>
              <a:ext uri="{FF2B5EF4-FFF2-40B4-BE49-F238E27FC236}">
                <a16:creationId xmlns:a16="http://schemas.microsoft.com/office/drawing/2014/main" id="{3C276CDB-B51F-B4E7-01DB-6FE9E932957D}"/>
              </a:ext>
            </a:extLst>
          </p:cNvPr>
          <p:cNvCxnSpPr>
            <a:cxnSpLocks/>
            <a:stCxn id="63" idx="1"/>
            <a:endCxn id="68" idx="4"/>
          </p:cNvCxnSpPr>
          <p:nvPr/>
        </p:nvCxnSpPr>
        <p:spPr>
          <a:xfrm flipH="1" flipV="1">
            <a:off x="10790154" y="1997484"/>
            <a:ext cx="642717" cy="1223319"/>
          </a:xfrm>
          <a:prstGeom prst="straightConnector1">
            <a:avLst/>
          </a:prstGeom>
          <a:ln w="31750">
            <a:solidFill>
              <a:schemeClr val="accent6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FF4DE35B-CC66-B590-425F-C3360A92F914}"/>
              </a:ext>
            </a:extLst>
          </p:cNvPr>
          <p:cNvSpPr txBox="1"/>
          <p:nvPr/>
        </p:nvSpPr>
        <p:spPr>
          <a:xfrm>
            <a:off x="10998937" y="2271675"/>
            <a:ext cx="8678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sp>
        <p:nvSpPr>
          <p:cNvPr id="75" name="Цилиндр 74">
            <a:extLst>
              <a:ext uri="{FF2B5EF4-FFF2-40B4-BE49-F238E27FC236}">
                <a16:creationId xmlns:a16="http://schemas.microsoft.com/office/drawing/2014/main" id="{1081BE96-8EE3-23DD-00BD-4DE2FB885273}"/>
              </a:ext>
            </a:extLst>
          </p:cNvPr>
          <p:cNvSpPr/>
          <p:nvPr/>
        </p:nvSpPr>
        <p:spPr>
          <a:xfrm>
            <a:off x="9373107" y="5163717"/>
            <a:ext cx="1303503" cy="1555794"/>
          </a:xfrm>
          <a:prstGeom prst="can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worker-3-</a:t>
            </a:r>
            <a:r>
              <a:rPr lang="ru-RU" dirty="0"/>
              <a:t>1</a:t>
            </a:r>
            <a:endParaRPr lang="ru-BY" dirty="0"/>
          </a:p>
        </p:txBody>
      </p:sp>
      <p:sp>
        <p:nvSpPr>
          <p:cNvPr id="77" name="Цилиндр 76">
            <a:extLst>
              <a:ext uri="{FF2B5EF4-FFF2-40B4-BE49-F238E27FC236}">
                <a16:creationId xmlns:a16="http://schemas.microsoft.com/office/drawing/2014/main" id="{74E180FE-7261-B185-0C8D-C9C0042627B9}"/>
              </a:ext>
            </a:extLst>
          </p:cNvPr>
          <p:cNvSpPr/>
          <p:nvPr/>
        </p:nvSpPr>
        <p:spPr>
          <a:xfrm>
            <a:off x="2126163" y="3074184"/>
            <a:ext cx="1303503" cy="1555794"/>
          </a:xfrm>
          <a:prstGeom prst="can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</a:t>
            </a:r>
            <a:r>
              <a:rPr lang="ru-RU" dirty="0"/>
              <a:t>1</a:t>
            </a:r>
            <a:r>
              <a:rPr lang="en-US" dirty="0"/>
              <a:t>-</a:t>
            </a:r>
            <a:r>
              <a:rPr lang="ru-RU" dirty="0"/>
              <a:t>2</a:t>
            </a:r>
            <a:endParaRPr lang="ru-BY" dirty="0"/>
          </a:p>
        </p:txBody>
      </p:sp>
      <p:sp>
        <p:nvSpPr>
          <p:cNvPr id="78" name="Цилиндр 77">
            <a:extLst>
              <a:ext uri="{FF2B5EF4-FFF2-40B4-BE49-F238E27FC236}">
                <a16:creationId xmlns:a16="http://schemas.microsoft.com/office/drawing/2014/main" id="{669EF9BA-FD3C-AD21-BB9F-57CF7987C597}"/>
              </a:ext>
            </a:extLst>
          </p:cNvPr>
          <p:cNvSpPr/>
          <p:nvPr/>
        </p:nvSpPr>
        <p:spPr>
          <a:xfrm>
            <a:off x="1515390" y="5163717"/>
            <a:ext cx="1303503" cy="1555794"/>
          </a:xfrm>
          <a:prstGeom prst="can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</a:t>
            </a:r>
            <a:r>
              <a:rPr lang="ru-RU" dirty="0"/>
              <a:t>1</a:t>
            </a:r>
            <a:r>
              <a:rPr lang="en-US" dirty="0"/>
              <a:t>-</a:t>
            </a:r>
            <a:r>
              <a:rPr lang="ru-RU" dirty="0"/>
              <a:t>1</a:t>
            </a:r>
            <a:endParaRPr lang="ru-BY" dirty="0"/>
          </a:p>
        </p:txBody>
      </p:sp>
      <p:sp>
        <p:nvSpPr>
          <p:cNvPr id="79" name="Цилиндр 78">
            <a:extLst>
              <a:ext uri="{FF2B5EF4-FFF2-40B4-BE49-F238E27FC236}">
                <a16:creationId xmlns:a16="http://schemas.microsoft.com/office/drawing/2014/main" id="{90EF0D7E-9F2C-1E4A-15C1-C868A4B7BA30}"/>
              </a:ext>
            </a:extLst>
          </p:cNvPr>
          <p:cNvSpPr/>
          <p:nvPr/>
        </p:nvSpPr>
        <p:spPr>
          <a:xfrm>
            <a:off x="98268" y="5163717"/>
            <a:ext cx="1303503" cy="1555794"/>
          </a:xfrm>
          <a:prstGeom prst="can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</a:t>
            </a:r>
            <a:r>
              <a:rPr lang="ru-RU" dirty="0"/>
              <a:t>1</a:t>
            </a:r>
            <a:r>
              <a:rPr lang="en-US" dirty="0"/>
              <a:t>-0</a:t>
            </a:r>
            <a:endParaRPr lang="ru-BY" dirty="0"/>
          </a:p>
        </p:txBody>
      </p:sp>
      <p:sp>
        <p:nvSpPr>
          <p:cNvPr id="80" name="Цилиндр 79">
            <a:extLst>
              <a:ext uri="{FF2B5EF4-FFF2-40B4-BE49-F238E27FC236}">
                <a16:creationId xmlns:a16="http://schemas.microsoft.com/office/drawing/2014/main" id="{CAE1BEEA-12C6-891C-CD6E-5AD101581989}"/>
              </a:ext>
            </a:extLst>
          </p:cNvPr>
          <p:cNvSpPr/>
          <p:nvPr/>
        </p:nvSpPr>
        <p:spPr>
          <a:xfrm>
            <a:off x="10790229" y="5163717"/>
            <a:ext cx="1303503" cy="1555794"/>
          </a:xfrm>
          <a:prstGeom prst="can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worker-3-</a:t>
            </a:r>
            <a:r>
              <a:rPr lang="ru-RU" dirty="0"/>
              <a:t>2</a:t>
            </a:r>
            <a:endParaRPr lang="ru-BY" dirty="0"/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2E24B429-77BF-4902-7BC8-2E29AEE76BA6}"/>
              </a:ext>
            </a:extLst>
          </p:cNvPr>
          <p:cNvSpPr txBox="1"/>
          <p:nvPr/>
        </p:nvSpPr>
        <p:spPr>
          <a:xfrm>
            <a:off x="1667169" y="4648857"/>
            <a:ext cx="1043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sharding</a:t>
            </a:r>
            <a:endParaRPr lang="ru-BY" dirty="0"/>
          </a:p>
        </p:txBody>
      </p:sp>
      <p:sp>
        <p:nvSpPr>
          <p:cNvPr id="133" name="Цилиндр 132">
            <a:extLst>
              <a:ext uri="{FF2B5EF4-FFF2-40B4-BE49-F238E27FC236}">
                <a16:creationId xmlns:a16="http://schemas.microsoft.com/office/drawing/2014/main" id="{10422A75-5CBF-D970-425D-012B72501D29}"/>
              </a:ext>
            </a:extLst>
          </p:cNvPr>
          <p:cNvSpPr/>
          <p:nvPr/>
        </p:nvSpPr>
        <p:spPr>
          <a:xfrm>
            <a:off x="3933963" y="3516144"/>
            <a:ext cx="1087933" cy="1298500"/>
          </a:xfrm>
          <a:prstGeom prst="can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coord-2</a:t>
            </a:r>
            <a:endParaRPr lang="ru-BY" dirty="0"/>
          </a:p>
        </p:txBody>
      </p:sp>
      <p:cxnSp>
        <p:nvCxnSpPr>
          <p:cNvPr id="134" name="Прямая со стрелкой 18">
            <a:extLst>
              <a:ext uri="{FF2B5EF4-FFF2-40B4-BE49-F238E27FC236}">
                <a16:creationId xmlns:a16="http://schemas.microsoft.com/office/drawing/2014/main" id="{DE6C28DF-FDB8-8101-9E67-6B6088DA23CF}"/>
              </a:ext>
            </a:extLst>
          </p:cNvPr>
          <p:cNvCxnSpPr>
            <a:cxnSpLocks/>
            <a:stCxn id="133" idx="3"/>
            <a:endCxn id="142" idx="1"/>
          </p:cNvCxnSpPr>
          <p:nvPr/>
        </p:nvCxnSpPr>
        <p:spPr>
          <a:xfrm>
            <a:off x="4477930" y="4814644"/>
            <a:ext cx="3035191" cy="349073"/>
          </a:xfrm>
          <a:prstGeom prst="straightConnector1">
            <a:avLst/>
          </a:prstGeom>
          <a:ln w="31750">
            <a:solidFill>
              <a:schemeClr val="accent2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Прямая со стрелкой 18">
            <a:extLst>
              <a:ext uri="{FF2B5EF4-FFF2-40B4-BE49-F238E27FC236}">
                <a16:creationId xmlns:a16="http://schemas.microsoft.com/office/drawing/2014/main" id="{03579E49-243C-2684-AA5D-46796F02523B}"/>
              </a:ext>
            </a:extLst>
          </p:cNvPr>
          <p:cNvCxnSpPr>
            <a:cxnSpLocks/>
            <a:stCxn id="141" idx="1"/>
            <a:endCxn id="133" idx="3"/>
          </p:cNvCxnSpPr>
          <p:nvPr/>
        </p:nvCxnSpPr>
        <p:spPr>
          <a:xfrm flipH="1" flipV="1">
            <a:off x="4477930" y="4814644"/>
            <a:ext cx="1618071" cy="349073"/>
          </a:xfrm>
          <a:prstGeom prst="straightConnector1">
            <a:avLst/>
          </a:prstGeom>
          <a:ln w="31750">
            <a:solidFill>
              <a:schemeClr val="accent2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Прямая со стрелкой 18">
            <a:extLst>
              <a:ext uri="{FF2B5EF4-FFF2-40B4-BE49-F238E27FC236}">
                <a16:creationId xmlns:a16="http://schemas.microsoft.com/office/drawing/2014/main" id="{C44AAD08-2943-690B-31A8-0A09B9E072FD}"/>
              </a:ext>
            </a:extLst>
          </p:cNvPr>
          <p:cNvCxnSpPr>
            <a:cxnSpLocks/>
            <a:stCxn id="133" idx="3"/>
            <a:endCxn id="137" idx="1"/>
          </p:cNvCxnSpPr>
          <p:nvPr/>
        </p:nvCxnSpPr>
        <p:spPr>
          <a:xfrm>
            <a:off x="4477930" y="4814644"/>
            <a:ext cx="200891" cy="349073"/>
          </a:xfrm>
          <a:prstGeom prst="straightConnector1">
            <a:avLst/>
          </a:prstGeom>
          <a:ln w="31750">
            <a:solidFill>
              <a:schemeClr val="accent2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7" name="Цилиндр 136">
            <a:extLst>
              <a:ext uri="{FF2B5EF4-FFF2-40B4-BE49-F238E27FC236}">
                <a16:creationId xmlns:a16="http://schemas.microsoft.com/office/drawing/2014/main" id="{CC73C14A-0919-2FE7-F8E9-5C086C1BA19A}"/>
              </a:ext>
            </a:extLst>
          </p:cNvPr>
          <p:cNvSpPr/>
          <p:nvPr/>
        </p:nvSpPr>
        <p:spPr>
          <a:xfrm>
            <a:off x="4027069" y="5163717"/>
            <a:ext cx="1303503" cy="1555794"/>
          </a:xfrm>
          <a:prstGeom prst="can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worker-2-0</a:t>
            </a:r>
            <a:endParaRPr lang="ru-BY" dirty="0"/>
          </a:p>
        </p:txBody>
      </p:sp>
      <p:sp>
        <p:nvSpPr>
          <p:cNvPr id="138" name="Цилиндр 137">
            <a:extLst>
              <a:ext uri="{FF2B5EF4-FFF2-40B4-BE49-F238E27FC236}">
                <a16:creationId xmlns:a16="http://schemas.microsoft.com/office/drawing/2014/main" id="{7764FAA7-A17D-C3BE-BCE9-AF49FE66AF99}"/>
              </a:ext>
            </a:extLst>
          </p:cNvPr>
          <p:cNvSpPr/>
          <p:nvPr/>
        </p:nvSpPr>
        <p:spPr>
          <a:xfrm>
            <a:off x="5230679" y="2515673"/>
            <a:ext cx="1087933" cy="1298500"/>
          </a:xfrm>
          <a:prstGeom prst="can">
            <a:avLst/>
          </a:prstGeom>
          <a:solidFill>
            <a:schemeClr val="accent1"/>
          </a:solidFill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master-2</a:t>
            </a:r>
            <a:endParaRPr lang="ru-BY" sz="1200" dirty="0"/>
          </a:p>
        </p:txBody>
      </p:sp>
      <p:cxnSp>
        <p:nvCxnSpPr>
          <p:cNvPr id="139" name="Прямая со стрелкой 18">
            <a:extLst>
              <a:ext uri="{FF2B5EF4-FFF2-40B4-BE49-F238E27FC236}">
                <a16:creationId xmlns:a16="http://schemas.microsoft.com/office/drawing/2014/main" id="{437692CA-6BAB-8682-E077-7E4A2777BBE4}"/>
              </a:ext>
            </a:extLst>
          </p:cNvPr>
          <p:cNvCxnSpPr>
            <a:cxnSpLocks/>
            <a:stCxn id="133" idx="4"/>
            <a:endCxn id="138" idx="3"/>
          </p:cNvCxnSpPr>
          <p:nvPr/>
        </p:nvCxnSpPr>
        <p:spPr>
          <a:xfrm flipV="1">
            <a:off x="5021896" y="3814173"/>
            <a:ext cx="752750" cy="351221"/>
          </a:xfrm>
          <a:prstGeom prst="straightConnector1">
            <a:avLst/>
          </a:prstGeom>
          <a:ln w="31750">
            <a:solidFill>
              <a:schemeClr val="accent6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1" name="Цилиндр 140">
            <a:extLst>
              <a:ext uri="{FF2B5EF4-FFF2-40B4-BE49-F238E27FC236}">
                <a16:creationId xmlns:a16="http://schemas.microsoft.com/office/drawing/2014/main" id="{3039488A-90E7-C053-C3A5-6D2078D0D8AA}"/>
              </a:ext>
            </a:extLst>
          </p:cNvPr>
          <p:cNvSpPr/>
          <p:nvPr/>
        </p:nvSpPr>
        <p:spPr>
          <a:xfrm>
            <a:off x="5444249" y="5163717"/>
            <a:ext cx="1303503" cy="1555794"/>
          </a:xfrm>
          <a:prstGeom prst="can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worker-2-</a:t>
            </a:r>
            <a:r>
              <a:rPr lang="ru-RU" dirty="0"/>
              <a:t>1</a:t>
            </a:r>
            <a:endParaRPr lang="ru-BY" dirty="0"/>
          </a:p>
        </p:txBody>
      </p:sp>
      <p:sp>
        <p:nvSpPr>
          <p:cNvPr id="142" name="Цилиндр 141">
            <a:extLst>
              <a:ext uri="{FF2B5EF4-FFF2-40B4-BE49-F238E27FC236}">
                <a16:creationId xmlns:a16="http://schemas.microsoft.com/office/drawing/2014/main" id="{C08D3B91-888D-4E44-94BF-FDCCFE5A5B8B}"/>
              </a:ext>
            </a:extLst>
          </p:cNvPr>
          <p:cNvSpPr/>
          <p:nvPr/>
        </p:nvSpPr>
        <p:spPr>
          <a:xfrm>
            <a:off x="6861369" y="5163717"/>
            <a:ext cx="1303503" cy="1555794"/>
          </a:xfrm>
          <a:prstGeom prst="can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worker-2-</a:t>
            </a:r>
            <a:r>
              <a:rPr lang="ru-RU" dirty="0"/>
              <a:t>2</a:t>
            </a:r>
            <a:endParaRPr lang="ru-BY" dirty="0"/>
          </a:p>
        </p:txBody>
      </p:sp>
      <p:sp>
        <p:nvSpPr>
          <p:cNvPr id="185" name="TextBox 184">
            <a:extLst>
              <a:ext uri="{FF2B5EF4-FFF2-40B4-BE49-F238E27FC236}">
                <a16:creationId xmlns:a16="http://schemas.microsoft.com/office/drawing/2014/main" id="{E3A12764-859C-06BB-191F-3E87ABBE4FF9}"/>
              </a:ext>
            </a:extLst>
          </p:cNvPr>
          <p:cNvSpPr txBox="1"/>
          <p:nvPr/>
        </p:nvSpPr>
        <p:spPr>
          <a:xfrm>
            <a:off x="6867978" y="4656844"/>
            <a:ext cx="1043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sharding</a:t>
            </a:r>
            <a:endParaRPr lang="ru-BY" dirty="0"/>
          </a:p>
        </p:txBody>
      </p:sp>
      <p:sp>
        <p:nvSpPr>
          <p:cNvPr id="197" name="TextBox 196">
            <a:extLst>
              <a:ext uri="{FF2B5EF4-FFF2-40B4-BE49-F238E27FC236}">
                <a16:creationId xmlns:a16="http://schemas.microsoft.com/office/drawing/2014/main" id="{79EA9046-390B-7DC2-0A45-D3698290DFF2}"/>
              </a:ext>
            </a:extLst>
          </p:cNvPr>
          <p:cNvSpPr txBox="1"/>
          <p:nvPr/>
        </p:nvSpPr>
        <p:spPr>
          <a:xfrm>
            <a:off x="5165803" y="4045431"/>
            <a:ext cx="8678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cxnSp>
        <p:nvCxnSpPr>
          <p:cNvPr id="198" name="Прямая со стрелкой 18">
            <a:extLst>
              <a:ext uri="{FF2B5EF4-FFF2-40B4-BE49-F238E27FC236}">
                <a16:creationId xmlns:a16="http://schemas.microsoft.com/office/drawing/2014/main" id="{E24C86D1-B1B2-0973-0C35-766D2673E24F}"/>
              </a:ext>
            </a:extLst>
          </p:cNvPr>
          <p:cNvCxnSpPr>
            <a:cxnSpLocks/>
            <a:stCxn id="68" idx="3"/>
            <a:endCxn id="138" idx="4"/>
          </p:cNvCxnSpPr>
          <p:nvPr/>
        </p:nvCxnSpPr>
        <p:spPr>
          <a:xfrm rot="5400000">
            <a:off x="8023306" y="942040"/>
            <a:ext cx="518189" cy="3927576"/>
          </a:xfrm>
          <a:prstGeom prst="curvedConnector2">
            <a:avLst/>
          </a:prstGeom>
          <a:ln w="31750">
            <a:solidFill>
              <a:schemeClr val="tx2"/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1" name="Прямая со стрелкой 18">
            <a:extLst>
              <a:ext uri="{FF2B5EF4-FFF2-40B4-BE49-F238E27FC236}">
                <a16:creationId xmlns:a16="http://schemas.microsoft.com/office/drawing/2014/main" id="{E6610087-EEA6-8CB3-DB1C-596299E7C6E4}"/>
              </a:ext>
            </a:extLst>
          </p:cNvPr>
          <p:cNvCxnSpPr>
            <a:cxnSpLocks/>
            <a:stCxn id="138" idx="2"/>
            <a:endCxn id="9" idx="3"/>
          </p:cNvCxnSpPr>
          <p:nvPr/>
        </p:nvCxnSpPr>
        <p:spPr>
          <a:xfrm rot="10800000">
            <a:off x="2213257" y="2646735"/>
            <a:ext cx="3017422" cy="518189"/>
          </a:xfrm>
          <a:prstGeom prst="curvedConnector2">
            <a:avLst/>
          </a:prstGeom>
          <a:ln w="31750">
            <a:solidFill>
              <a:schemeClr val="accent1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4" name="Прямая со стрелкой 18">
            <a:extLst>
              <a:ext uri="{FF2B5EF4-FFF2-40B4-BE49-F238E27FC236}">
                <a16:creationId xmlns:a16="http://schemas.microsoft.com/office/drawing/2014/main" id="{367169FA-98EA-11DB-5DDF-4A37DA71E9A0}"/>
              </a:ext>
            </a:extLst>
          </p:cNvPr>
          <p:cNvCxnSpPr>
            <a:cxnSpLocks/>
            <a:stCxn id="68" idx="1"/>
            <a:endCxn id="9" idx="1"/>
          </p:cNvCxnSpPr>
          <p:nvPr/>
        </p:nvCxnSpPr>
        <p:spPr>
          <a:xfrm rot="16200000" flipV="1">
            <a:off x="6229723" y="-2668232"/>
            <a:ext cx="12700" cy="8032931"/>
          </a:xfrm>
          <a:prstGeom prst="curvedConnector3">
            <a:avLst>
              <a:gd name="adj1" fmla="val 3124142"/>
            </a:avLst>
          </a:prstGeom>
          <a:ln w="31750">
            <a:solidFill>
              <a:schemeClr val="tx2"/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9" name="Цилиндр 218">
            <a:extLst>
              <a:ext uri="{FF2B5EF4-FFF2-40B4-BE49-F238E27FC236}">
                <a16:creationId xmlns:a16="http://schemas.microsoft.com/office/drawing/2014/main" id="{F97146B8-7B39-B451-1FBC-DE4AC56132F9}"/>
              </a:ext>
            </a:extLst>
          </p:cNvPr>
          <p:cNvSpPr/>
          <p:nvPr/>
        </p:nvSpPr>
        <p:spPr>
          <a:xfrm>
            <a:off x="6585031" y="1165451"/>
            <a:ext cx="1187095" cy="1416855"/>
          </a:xfrm>
          <a:prstGeom prst="can">
            <a:avLst/>
          </a:prstGeom>
          <a:solidFill>
            <a:schemeClr val="accent5">
              <a:lumMod val="75000"/>
            </a:schemeClr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pg</a:t>
            </a:r>
            <a:r>
              <a:rPr lang="en-US" dirty="0"/>
              <a:t>-locker</a:t>
            </a:r>
            <a:endParaRPr lang="ru-BY" dirty="0"/>
          </a:p>
        </p:txBody>
      </p:sp>
      <p:sp>
        <p:nvSpPr>
          <p:cNvPr id="256" name="TextBox 255">
            <a:extLst>
              <a:ext uri="{FF2B5EF4-FFF2-40B4-BE49-F238E27FC236}">
                <a16:creationId xmlns:a16="http://schemas.microsoft.com/office/drawing/2014/main" id="{58279774-7160-836C-6405-54333B773624}"/>
              </a:ext>
            </a:extLst>
          </p:cNvPr>
          <p:cNvSpPr txBox="1"/>
          <p:nvPr/>
        </p:nvSpPr>
        <p:spPr>
          <a:xfrm>
            <a:off x="7477985" y="2681788"/>
            <a:ext cx="8678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sp>
        <p:nvSpPr>
          <p:cNvPr id="257" name="TextBox 256">
            <a:extLst>
              <a:ext uri="{FF2B5EF4-FFF2-40B4-BE49-F238E27FC236}">
                <a16:creationId xmlns:a16="http://schemas.microsoft.com/office/drawing/2014/main" id="{DD53FC2A-CEAB-0AD0-B55F-D0A914B98D3C}"/>
              </a:ext>
            </a:extLst>
          </p:cNvPr>
          <p:cNvSpPr txBox="1"/>
          <p:nvPr/>
        </p:nvSpPr>
        <p:spPr>
          <a:xfrm>
            <a:off x="3023642" y="2536496"/>
            <a:ext cx="8678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sp>
        <p:nvSpPr>
          <p:cNvPr id="258" name="TextBox 257">
            <a:extLst>
              <a:ext uri="{FF2B5EF4-FFF2-40B4-BE49-F238E27FC236}">
                <a16:creationId xmlns:a16="http://schemas.microsoft.com/office/drawing/2014/main" id="{54BDDF33-7B5B-73FC-63C5-23E52053FDAB}"/>
              </a:ext>
            </a:extLst>
          </p:cNvPr>
          <p:cNvSpPr txBox="1"/>
          <p:nvPr/>
        </p:nvSpPr>
        <p:spPr>
          <a:xfrm>
            <a:off x="8730673" y="1107687"/>
            <a:ext cx="8678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sp>
        <p:nvSpPr>
          <p:cNvPr id="259" name="TextBox 258">
            <a:extLst>
              <a:ext uri="{FF2B5EF4-FFF2-40B4-BE49-F238E27FC236}">
                <a16:creationId xmlns:a16="http://schemas.microsoft.com/office/drawing/2014/main" id="{F59F23C3-6E7B-BAAF-769B-9EDF4ADABFE5}"/>
              </a:ext>
            </a:extLst>
          </p:cNvPr>
          <p:cNvSpPr txBox="1"/>
          <p:nvPr/>
        </p:nvSpPr>
        <p:spPr>
          <a:xfrm>
            <a:off x="2973785" y="1181682"/>
            <a:ext cx="8678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cxnSp>
        <p:nvCxnSpPr>
          <p:cNvPr id="260" name="Прямая со стрелкой 18">
            <a:extLst>
              <a:ext uri="{FF2B5EF4-FFF2-40B4-BE49-F238E27FC236}">
                <a16:creationId xmlns:a16="http://schemas.microsoft.com/office/drawing/2014/main" id="{1638CF53-861A-7EA7-7816-D17722443F84}"/>
              </a:ext>
            </a:extLst>
          </p:cNvPr>
          <p:cNvCxnSpPr>
            <a:cxnSpLocks/>
            <a:stCxn id="219" idx="2"/>
            <a:endCxn id="138" idx="1"/>
          </p:cNvCxnSpPr>
          <p:nvPr/>
        </p:nvCxnSpPr>
        <p:spPr>
          <a:xfrm rot="10800000" flipV="1">
            <a:off x="5774647" y="1873879"/>
            <a:ext cx="810385" cy="641794"/>
          </a:xfrm>
          <a:prstGeom prst="curvedConnector2">
            <a:avLst/>
          </a:prstGeom>
          <a:ln w="31750">
            <a:solidFill>
              <a:schemeClr val="accent5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3" name="Прямая со стрелкой 18">
            <a:extLst>
              <a:ext uri="{FF2B5EF4-FFF2-40B4-BE49-F238E27FC236}">
                <a16:creationId xmlns:a16="http://schemas.microsoft.com/office/drawing/2014/main" id="{53F97DCD-6CB1-67FC-5E16-26E146F51A93}"/>
              </a:ext>
            </a:extLst>
          </p:cNvPr>
          <p:cNvCxnSpPr>
            <a:cxnSpLocks/>
            <a:stCxn id="219" idx="2"/>
            <a:endCxn id="9" idx="4"/>
          </p:cNvCxnSpPr>
          <p:nvPr/>
        </p:nvCxnSpPr>
        <p:spPr>
          <a:xfrm rot="10800000" flipV="1">
            <a:off x="2757223" y="1873878"/>
            <a:ext cx="3827808" cy="123605"/>
          </a:xfrm>
          <a:prstGeom prst="curvedConnector3">
            <a:avLst>
              <a:gd name="adj1" fmla="val 50000"/>
            </a:avLst>
          </a:prstGeom>
          <a:ln w="31750">
            <a:solidFill>
              <a:schemeClr val="accent5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6" name="Прямая со стрелкой 18">
            <a:extLst>
              <a:ext uri="{FF2B5EF4-FFF2-40B4-BE49-F238E27FC236}">
                <a16:creationId xmlns:a16="http://schemas.microsoft.com/office/drawing/2014/main" id="{CFAEA455-C352-AAFE-3A31-354F9E3B482B}"/>
              </a:ext>
            </a:extLst>
          </p:cNvPr>
          <p:cNvCxnSpPr>
            <a:cxnSpLocks/>
            <a:stCxn id="219" idx="4"/>
            <a:endCxn id="68" idx="2"/>
          </p:cNvCxnSpPr>
          <p:nvPr/>
        </p:nvCxnSpPr>
        <p:spPr>
          <a:xfrm>
            <a:off x="7772126" y="1873879"/>
            <a:ext cx="1930095" cy="123605"/>
          </a:xfrm>
          <a:prstGeom prst="curvedConnector3">
            <a:avLst>
              <a:gd name="adj1" fmla="val 50000"/>
            </a:avLst>
          </a:prstGeom>
          <a:ln w="31750">
            <a:solidFill>
              <a:schemeClr val="accent5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9" name="TextBox 268">
            <a:extLst>
              <a:ext uri="{FF2B5EF4-FFF2-40B4-BE49-F238E27FC236}">
                <a16:creationId xmlns:a16="http://schemas.microsoft.com/office/drawing/2014/main" id="{49A2AAB3-1A49-2A61-5531-BDF57480A889}"/>
              </a:ext>
            </a:extLst>
          </p:cNvPr>
          <p:cNvSpPr txBox="1"/>
          <p:nvPr/>
        </p:nvSpPr>
        <p:spPr>
          <a:xfrm>
            <a:off x="8434847" y="1584764"/>
            <a:ext cx="6046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lock</a:t>
            </a:r>
            <a:endParaRPr lang="ru-BY" dirty="0"/>
          </a:p>
        </p:txBody>
      </p:sp>
      <p:sp>
        <p:nvSpPr>
          <p:cNvPr id="270" name="TextBox 269">
            <a:extLst>
              <a:ext uri="{FF2B5EF4-FFF2-40B4-BE49-F238E27FC236}">
                <a16:creationId xmlns:a16="http://schemas.microsoft.com/office/drawing/2014/main" id="{69A33C7D-9720-EB54-0886-65F6F5998EB5}"/>
              </a:ext>
            </a:extLst>
          </p:cNvPr>
          <p:cNvSpPr txBox="1"/>
          <p:nvPr/>
        </p:nvSpPr>
        <p:spPr>
          <a:xfrm>
            <a:off x="3933963" y="1610311"/>
            <a:ext cx="6046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lock</a:t>
            </a:r>
            <a:endParaRPr lang="ru-BY" dirty="0"/>
          </a:p>
        </p:txBody>
      </p:sp>
      <p:sp>
        <p:nvSpPr>
          <p:cNvPr id="271" name="TextBox 270">
            <a:extLst>
              <a:ext uri="{FF2B5EF4-FFF2-40B4-BE49-F238E27FC236}">
                <a16:creationId xmlns:a16="http://schemas.microsoft.com/office/drawing/2014/main" id="{23985170-98D4-49F9-2456-59DFBED5B3A1}"/>
              </a:ext>
            </a:extLst>
          </p:cNvPr>
          <p:cNvSpPr txBox="1"/>
          <p:nvPr/>
        </p:nvSpPr>
        <p:spPr>
          <a:xfrm>
            <a:off x="5327376" y="1935680"/>
            <a:ext cx="6046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lock</a:t>
            </a:r>
            <a:endParaRPr lang="ru-BY" dirty="0"/>
          </a:p>
        </p:txBody>
      </p:sp>
    </p:spTree>
    <p:extLst>
      <p:ext uri="{BB962C8B-B14F-4D97-AF65-F5344CB8AC3E}">
        <p14:creationId xmlns:p14="http://schemas.microsoft.com/office/powerpoint/2010/main" val="339501587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94E4C0E-6D42-9859-A288-13B3204AF1E0}"/>
              </a:ext>
            </a:extLst>
          </p:cNvPr>
          <p:cNvSpPr txBox="1"/>
          <p:nvPr/>
        </p:nvSpPr>
        <p:spPr>
          <a:xfrm>
            <a:off x="230406" y="226738"/>
            <a:ext cx="635462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600" dirty="0"/>
              <a:t>Общая архитектура кластера</a:t>
            </a:r>
            <a:endParaRPr lang="en-US" sz="3600" dirty="0"/>
          </a:p>
        </p:txBody>
      </p:sp>
      <p:sp>
        <p:nvSpPr>
          <p:cNvPr id="23" name="Цилиндр 22">
            <a:extLst>
              <a:ext uri="{FF2B5EF4-FFF2-40B4-BE49-F238E27FC236}">
                <a16:creationId xmlns:a16="http://schemas.microsoft.com/office/drawing/2014/main" id="{EF1DB332-50CD-775B-ABA2-0817F517ECDA}"/>
              </a:ext>
            </a:extLst>
          </p:cNvPr>
          <p:cNvSpPr/>
          <p:nvPr/>
        </p:nvSpPr>
        <p:spPr>
          <a:xfrm>
            <a:off x="215162" y="3220803"/>
            <a:ext cx="1087933" cy="1298500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coord-1</a:t>
            </a:r>
            <a:endParaRPr lang="ru-BY" dirty="0"/>
          </a:p>
        </p:txBody>
      </p:sp>
      <p:cxnSp>
        <p:nvCxnSpPr>
          <p:cNvPr id="24" name="Прямая со стрелкой 18">
            <a:extLst>
              <a:ext uri="{FF2B5EF4-FFF2-40B4-BE49-F238E27FC236}">
                <a16:creationId xmlns:a16="http://schemas.microsoft.com/office/drawing/2014/main" id="{8DA426C6-59CA-DA3A-D5CB-51EF9C2A4510}"/>
              </a:ext>
            </a:extLst>
          </p:cNvPr>
          <p:cNvCxnSpPr>
            <a:cxnSpLocks/>
            <a:stCxn id="23" idx="4"/>
            <a:endCxn id="77" idx="2"/>
          </p:cNvCxnSpPr>
          <p:nvPr/>
        </p:nvCxnSpPr>
        <p:spPr>
          <a:xfrm flipV="1">
            <a:off x="1303095" y="3852081"/>
            <a:ext cx="823068" cy="17972"/>
          </a:xfrm>
          <a:prstGeom prst="straightConnector1">
            <a:avLst/>
          </a:prstGeom>
          <a:ln w="31750">
            <a:solidFill>
              <a:schemeClr val="tx1">
                <a:lumMod val="95000"/>
                <a:lumOff val="5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Прямая со стрелкой 18">
            <a:extLst>
              <a:ext uri="{FF2B5EF4-FFF2-40B4-BE49-F238E27FC236}">
                <a16:creationId xmlns:a16="http://schemas.microsoft.com/office/drawing/2014/main" id="{B88E1360-ADC8-7A39-E28B-1D30D90CA2CC}"/>
              </a:ext>
            </a:extLst>
          </p:cNvPr>
          <p:cNvCxnSpPr>
            <a:cxnSpLocks/>
            <a:stCxn id="78" idx="1"/>
            <a:endCxn id="23" idx="3"/>
          </p:cNvCxnSpPr>
          <p:nvPr/>
        </p:nvCxnSpPr>
        <p:spPr>
          <a:xfrm flipH="1" flipV="1">
            <a:off x="759129" y="4519303"/>
            <a:ext cx="1408013" cy="644414"/>
          </a:xfrm>
          <a:prstGeom prst="straightConnector1">
            <a:avLst/>
          </a:prstGeom>
          <a:ln w="31750">
            <a:solidFill>
              <a:schemeClr val="tx1">
                <a:lumMod val="95000"/>
                <a:lumOff val="5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Прямая со стрелкой 18">
            <a:extLst>
              <a:ext uri="{FF2B5EF4-FFF2-40B4-BE49-F238E27FC236}">
                <a16:creationId xmlns:a16="http://schemas.microsoft.com/office/drawing/2014/main" id="{B88E1360-ADC8-7A39-E28B-1D30D90CA2CC}"/>
              </a:ext>
            </a:extLst>
          </p:cNvPr>
          <p:cNvCxnSpPr>
            <a:cxnSpLocks/>
            <a:stCxn id="23" idx="3"/>
            <a:endCxn id="79" idx="1"/>
          </p:cNvCxnSpPr>
          <p:nvPr/>
        </p:nvCxnSpPr>
        <p:spPr>
          <a:xfrm flipH="1">
            <a:off x="750020" y="4519303"/>
            <a:ext cx="9109" cy="644414"/>
          </a:xfrm>
          <a:prstGeom prst="straightConnector1">
            <a:avLst/>
          </a:prstGeom>
          <a:ln w="31750">
            <a:solidFill>
              <a:schemeClr val="tx1">
                <a:lumMod val="95000"/>
                <a:lumOff val="5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Цилиндр 8">
            <a:extLst>
              <a:ext uri="{FF2B5EF4-FFF2-40B4-BE49-F238E27FC236}">
                <a16:creationId xmlns:a16="http://schemas.microsoft.com/office/drawing/2014/main" id="{A6CB4848-BD9F-00DA-AFBB-169D872B698A}"/>
              </a:ext>
            </a:extLst>
          </p:cNvPr>
          <p:cNvSpPr/>
          <p:nvPr/>
        </p:nvSpPr>
        <p:spPr>
          <a:xfrm>
            <a:off x="1669290" y="1348234"/>
            <a:ext cx="1087933" cy="1298500"/>
          </a:xfrm>
          <a:prstGeom prst="can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master-1</a:t>
            </a:r>
            <a:endParaRPr lang="ru-BY" sz="1200" dirty="0"/>
          </a:p>
        </p:txBody>
      </p:sp>
      <p:cxnSp>
        <p:nvCxnSpPr>
          <p:cNvPr id="10" name="Прямая со стрелкой 18">
            <a:extLst>
              <a:ext uri="{FF2B5EF4-FFF2-40B4-BE49-F238E27FC236}">
                <a16:creationId xmlns:a16="http://schemas.microsoft.com/office/drawing/2014/main" id="{6BDA3585-87B9-649E-1E95-BF31212098C0}"/>
              </a:ext>
            </a:extLst>
          </p:cNvPr>
          <p:cNvCxnSpPr>
            <a:cxnSpLocks/>
            <a:stCxn id="23" idx="1"/>
            <a:endCxn id="9" idx="2"/>
          </p:cNvCxnSpPr>
          <p:nvPr/>
        </p:nvCxnSpPr>
        <p:spPr>
          <a:xfrm flipV="1">
            <a:off x="759129" y="1997484"/>
            <a:ext cx="910161" cy="1223319"/>
          </a:xfrm>
          <a:prstGeom prst="straightConnector1">
            <a:avLst/>
          </a:prstGeom>
          <a:ln w="31750">
            <a:solidFill>
              <a:schemeClr val="tx1">
                <a:lumMod val="95000"/>
                <a:lumOff val="5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273A2584-B55C-170F-E6C7-B55FA12521EE}"/>
              </a:ext>
            </a:extLst>
          </p:cNvPr>
          <p:cNvSpPr txBox="1"/>
          <p:nvPr/>
        </p:nvSpPr>
        <p:spPr>
          <a:xfrm>
            <a:off x="400574" y="2252160"/>
            <a:ext cx="867866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1791FD8-19AD-0449-82A9-93DFE76667E6}"/>
              </a:ext>
            </a:extLst>
          </p:cNvPr>
          <p:cNvSpPr txBox="1"/>
          <p:nvPr/>
        </p:nvSpPr>
        <p:spPr>
          <a:xfrm>
            <a:off x="9354132" y="4629978"/>
            <a:ext cx="1043940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sharding</a:t>
            </a:r>
            <a:endParaRPr lang="ru-BY" dirty="0"/>
          </a:p>
        </p:txBody>
      </p:sp>
      <p:sp>
        <p:nvSpPr>
          <p:cNvPr id="63" name="Цилиндр 62">
            <a:extLst>
              <a:ext uri="{FF2B5EF4-FFF2-40B4-BE49-F238E27FC236}">
                <a16:creationId xmlns:a16="http://schemas.microsoft.com/office/drawing/2014/main" id="{4B01D485-58C5-F64B-892A-4DB24B7AC6F5}"/>
              </a:ext>
            </a:extLst>
          </p:cNvPr>
          <p:cNvSpPr/>
          <p:nvPr/>
        </p:nvSpPr>
        <p:spPr>
          <a:xfrm>
            <a:off x="10888904" y="3220803"/>
            <a:ext cx="1087933" cy="1298500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coord-3</a:t>
            </a:r>
            <a:endParaRPr lang="ru-BY" dirty="0"/>
          </a:p>
        </p:txBody>
      </p:sp>
      <p:cxnSp>
        <p:nvCxnSpPr>
          <p:cNvPr id="64" name="Прямая со стрелкой 18">
            <a:extLst>
              <a:ext uri="{FF2B5EF4-FFF2-40B4-BE49-F238E27FC236}">
                <a16:creationId xmlns:a16="http://schemas.microsoft.com/office/drawing/2014/main" id="{E0164565-70E0-C7C7-2C99-E337B9E0B7F3}"/>
              </a:ext>
            </a:extLst>
          </p:cNvPr>
          <p:cNvCxnSpPr>
            <a:cxnSpLocks/>
            <a:stCxn id="63" idx="3"/>
            <a:endCxn id="80" idx="1"/>
          </p:cNvCxnSpPr>
          <p:nvPr/>
        </p:nvCxnSpPr>
        <p:spPr>
          <a:xfrm>
            <a:off x="11432871" y="4519303"/>
            <a:ext cx="9110" cy="644414"/>
          </a:xfrm>
          <a:prstGeom prst="straightConnector1">
            <a:avLst/>
          </a:prstGeom>
          <a:ln w="31750">
            <a:solidFill>
              <a:schemeClr val="tx1">
                <a:lumMod val="95000"/>
                <a:lumOff val="5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Прямая со стрелкой 18">
            <a:extLst>
              <a:ext uri="{FF2B5EF4-FFF2-40B4-BE49-F238E27FC236}">
                <a16:creationId xmlns:a16="http://schemas.microsoft.com/office/drawing/2014/main" id="{3B012901-C858-91F9-0976-418FE294860D}"/>
              </a:ext>
            </a:extLst>
          </p:cNvPr>
          <p:cNvCxnSpPr>
            <a:cxnSpLocks/>
            <a:stCxn id="75" idx="1"/>
            <a:endCxn id="63" idx="3"/>
          </p:cNvCxnSpPr>
          <p:nvPr/>
        </p:nvCxnSpPr>
        <p:spPr>
          <a:xfrm flipV="1">
            <a:off x="10024859" y="4519303"/>
            <a:ext cx="1408012" cy="644414"/>
          </a:xfrm>
          <a:prstGeom prst="straightConnector1">
            <a:avLst/>
          </a:prstGeom>
          <a:ln w="31750">
            <a:solidFill>
              <a:schemeClr val="tx1">
                <a:lumMod val="95000"/>
                <a:lumOff val="5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Прямая со стрелкой 18">
            <a:extLst>
              <a:ext uri="{FF2B5EF4-FFF2-40B4-BE49-F238E27FC236}">
                <a16:creationId xmlns:a16="http://schemas.microsoft.com/office/drawing/2014/main" id="{C3FFC7E5-B5AC-380A-3E46-45A18ABA9FA2}"/>
              </a:ext>
            </a:extLst>
          </p:cNvPr>
          <p:cNvCxnSpPr>
            <a:cxnSpLocks/>
            <a:stCxn id="63" idx="2"/>
            <a:endCxn id="67" idx="4"/>
          </p:cNvCxnSpPr>
          <p:nvPr/>
        </p:nvCxnSpPr>
        <p:spPr>
          <a:xfrm flipH="1">
            <a:off x="10054688" y="3870053"/>
            <a:ext cx="834216" cy="4836"/>
          </a:xfrm>
          <a:prstGeom prst="straightConnector1">
            <a:avLst/>
          </a:prstGeom>
          <a:ln w="31750">
            <a:solidFill>
              <a:schemeClr val="tx1">
                <a:lumMod val="95000"/>
                <a:lumOff val="5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Цилиндр 66">
            <a:extLst>
              <a:ext uri="{FF2B5EF4-FFF2-40B4-BE49-F238E27FC236}">
                <a16:creationId xmlns:a16="http://schemas.microsoft.com/office/drawing/2014/main" id="{128093ED-E928-3A89-4AAA-8DA88C49702D}"/>
              </a:ext>
            </a:extLst>
          </p:cNvPr>
          <p:cNvSpPr/>
          <p:nvPr/>
        </p:nvSpPr>
        <p:spPr>
          <a:xfrm>
            <a:off x="8751185" y="3096992"/>
            <a:ext cx="1303503" cy="1555794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worker-3-0</a:t>
            </a:r>
            <a:endParaRPr lang="ru-BY" dirty="0"/>
          </a:p>
        </p:txBody>
      </p:sp>
      <p:sp>
        <p:nvSpPr>
          <p:cNvPr id="68" name="Цилиндр 67">
            <a:extLst>
              <a:ext uri="{FF2B5EF4-FFF2-40B4-BE49-F238E27FC236}">
                <a16:creationId xmlns:a16="http://schemas.microsoft.com/office/drawing/2014/main" id="{656280ED-80FF-2A22-8B12-8033CCBAAD4E}"/>
              </a:ext>
            </a:extLst>
          </p:cNvPr>
          <p:cNvSpPr/>
          <p:nvPr/>
        </p:nvSpPr>
        <p:spPr>
          <a:xfrm>
            <a:off x="9702221" y="1348234"/>
            <a:ext cx="1087933" cy="1298500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master-3</a:t>
            </a:r>
            <a:endParaRPr lang="ru-BY" sz="1200" dirty="0"/>
          </a:p>
        </p:txBody>
      </p:sp>
      <p:cxnSp>
        <p:nvCxnSpPr>
          <p:cNvPr id="69" name="Прямая со стрелкой 18">
            <a:extLst>
              <a:ext uri="{FF2B5EF4-FFF2-40B4-BE49-F238E27FC236}">
                <a16:creationId xmlns:a16="http://schemas.microsoft.com/office/drawing/2014/main" id="{3C276CDB-B51F-B4E7-01DB-6FE9E932957D}"/>
              </a:ext>
            </a:extLst>
          </p:cNvPr>
          <p:cNvCxnSpPr>
            <a:cxnSpLocks/>
            <a:stCxn id="63" idx="1"/>
            <a:endCxn id="68" idx="4"/>
          </p:cNvCxnSpPr>
          <p:nvPr/>
        </p:nvCxnSpPr>
        <p:spPr>
          <a:xfrm flipH="1" flipV="1">
            <a:off x="10790154" y="1997484"/>
            <a:ext cx="642717" cy="1223319"/>
          </a:xfrm>
          <a:prstGeom prst="straightConnector1">
            <a:avLst/>
          </a:prstGeom>
          <a:ln w="31750">
            <a:solidFill>
              <a:schemeClr val="tx1">
                <a:lumMod val="95000"/>
                <a:lumOff val="5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FF4DE35B-CC66-B590-425F-C3360A92F914}"/>
              </a:ext>
            </a:extLst>
          </p:cNvPr>
          <p:cNvSpPr txBox="1"/>
          <p:nvPr/>
        </p:nvSpPr>
        <p:spPr>
          <a:xfrm>
            <a:off x="10998937" y="2271675"/>
            <a:ext cx="867866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sp>
        <p:nvSpPr>
          <p:cNvPr id="75" name="Цилиндр 74">
            <a:extLst>
              <a:ext uri="{FF2B5EF4-FFF2-40B4-BE49-F238E27FC236}">
                <a16:creationId xmlns:a16="http://schemas.microsoft.com/office/drawing/2014/main" id="{1081BE96-8EE3-23DD-00BD-4DE2FB885273}"/>
              </a:ext>
            </a:extLst>
          </p:cNvPr>
          <p:cNvSpPr/>
          <p:nvPr/>
        </p:nvSpPr>
        <p:spPr>
          <a:xfrm>
            <a:off x="9373107" y="5163717"/>
            <a:ext cx="1303503" cy="1555794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worker-3-</a:t>
            </a:r>
            <a:r>
              <a:rPr lang="ru-RU" dirty="0"/>
              <a:t>1</a:t>
            </a:r>
            <a:endParaRPr lang="ru-BY" dirty="0"/>
          </a:p>
        </p:txBody>
      </p:sp>
      <p:sp>
        <p:nvSpPr>
          <p:cNvPr id="77" name="Цилиндр 76">
            <a:extLst>
              <a:ext uri="{FF2B5EF4-FFF2-40B4-BE49-F238E27FC236}">
                <a16:creationId xmlns:a16="http://schemas.microsoft.com/office/drawing/2014/main" id="{74E180FE-7261-B185-0C8D-C9C0042627B9}"/>
              </a:ext>
            </a:extLst>
          </p:cNvPr>
          <p:cNvSpPr/>
          <p:nvPr/>
        </p:nvSpPr>
        <p:spPr>
          <a:xfrm>
            <a:off x="2126163" y="3074184"/>
            <a:ext cx="1303503" cy="1555794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</a:t>
            </a:r>
            <a:r>
              <a:rPr lang="ru-RU" dirty="0"/>
              <a:t>1</a:t>
            </a:r>
            <a:r>
              <a:rPr lang="en-US" dirty="0"/>
              <a:t>-</a:t>
            </a:r>
            <a:r>
              <a:rPr lang="ru-RU" dirty="0"/>
              <a:t>2</a:t>
            </a:r>
            <a:endParaRPr lang="ru-BY" dirty="0"/>
          </a:p>
        </p:txBody>
      </p:sp>
      <p:sp>
        <p:nvSpPr>
          <p:cNvPr id="78" name="Цилиндр 77">
            <a:extLst>
              <a:ext uri="{FF2B5EF4-FFF2-40B4-BE49-F238E27FC236}">
                <a16:creationId xmlns:a16="http://schemas.microsoft.com/office/drawing/2014/main" id="{669EF9BA-FD3C-AD21-BB9F-57CF7987C597}"/>
              </a:ext>
            </a:extLst>
          </p:cNvPr>
          <p:cNvSpPr/>
          <p:nvPr/>
        </p:nvSpPr>
        <p:spPr>
          <a:xfrm>
            <a:off x="1515390" y="5163717"/>
            <a:ext cx="1303503" cy="1555794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</a:t>
            </a:r>
            <a:r>
              <a:rPr lang="ru-RU" dirty="0"/>
              <a:t>1</a:t>
            </a:r>
            <a:r>
              <a:rPr lang="en-US" dirty="0"/>
              <a:t>-</a:t>
            </a:r>
            <a:r>
              <a:rPr lang="ru-RU" dirty="0"/>
              <a:t>1</a:t>
            </a:r>
            <a:endParaRPr lang="ru-BY" dirty="0"/>
          </a:p>
        </p:txBody>
      </p:sp>
      <p:sp>
        <p:nvSpPr>
          <p:cNvPr id="79" name="Цилиндр 78">
            <a:extLst>
              <a:ext uri="{FF2B5EF4-FFF2-40B4-BE49-F238E27FC236}">
                <a16:creationId xmlns:a16="http://schemas.microsoft.com/office/drawing/2014/main" id="{90EF0D7E-9F2C-1E4A-15C1-C868A4B7BA30}"/>
              </a:ext>
            </a:extLst>
          </p:cNvPr>
          <p:cNvSpPr/>
          <p:nvPr/>
        </p:nvSpPr>
        <p:spPr>
          <a:xfrm>
            <a:off x="98268" y="5163717"/>
            <a:ext cx="1303503" cy="1555794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</a:t>
            </a:r>
            <a:r>
              <a:rPr lang="ru-RU" dirty="0"/>
              <a:t>1</a:t>
            </a:r>
            <a:r>
              <a:rPr lang="en-US" dirty="0"/>
              <a:t>-0</a:t>
            </a:r>
            <a:endParaRPr lang="ru-BY" dirty="0"/>
          </a:p>
        </p:txBody>
      </p:sp>
      <p:sp>
        <p:nvSpPr>
          <p:cNvPr id="80" name="Цилиндр 79">
            <a:extLst>
              <a:ext uri="{FF2B5EF4-FFF2-40B4-BE49-F238E27FC236}">
                <a16:creationId xmlns:a16="http://schemas.microsoft.com/office/drawing/2014/main" id="{CAE1BEEA-12C6-891C-CD6E-5AD101581989}"/>
              </a:ext>
            </a:extLst>
          </p:cNvPr>
          <p:cNvSpPr/>
          <p:nvPr/>
        </p:nvSpPr>
        <p:spPr>
          <a:xfrm>
            <a:off x="10790229" y="5163717"/>
            <a:ext cx="1303503" cy="1555794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worker-3-</a:t>
            </a:r>
            <a:r>
              <a:rPr lang="ru-RU" dirty="0"/>
              <a:t>2</a:t>
            </a:r>
            <a:endParaRPr lang="ru-BY" dirty="0"/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2E24B429-77BF-4902-7BC8-2E29AEE76BA6}"/>
              </a:ext>
            </a:extLst>
          </p:cNvPr>
          <p:cNvSpPr txBox="1"/>
          <p:nvPr/>
        </p:nvSpPr>
        <p:spPr>
          <a:xfrm>
            <a:off x="1667169" y="4648857"/>
            <a:ext cx="1043940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sharding</a:t>
            </a:r>
            <a:endParaRPr lang="ru-BY" dirty="0"/>
          </a:p>
        </p:txBody>
      </p:sp>
      <p:sp>
        <p:nvSpPr>
          <p:cNvPr id="133" name="Цилиндр 132">
            <a:extLst>
              <a:ext uri="{FF2B5EF4-FFF2-40B4-BE49-F238E27FC236}">
                <a16:creationId xmlns:a16="http://schemas.microsoft.com/office/drawing/2014/main" id="{10422A75-5CBF-D970-425D-012B72501D29}"/>
              </a:ext>
            </a:extLst>
          </p:cNvPr>
          <p:cNvSpPr/>
          <p:nvPr/>
        </p:nvSpPr>
        <p:spPr>
          <a:xfrm>
            <a:off x="3933963" y="3516144"/>
            <a:ext cx="1087933" cy="1298500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coord-2</a:t>
            </a:r>
            <a:endParaRPr lang="ru-BY" dirty="0"/>
          </a:p>
        </p:txBody>
      </p:sp>
      <p:cxnSp>
        <p:nvCxnSpPr>
          <p:cNvPr id="134" name="Прямая со стрелкой 18">
            <a:extLst>
              <a:ext uri="{FF2B5EF4-FFF2-40B4-BE49-F238E27FC236}">
                <a16:creationId xmlns:a16="http://schemas.microsoft.com/office/drawing/2014/main" id="{DE6C28DF-FDB8-8101-9E67-6B6088DA23CF}"/>
              </a:ext>
            </a:extLst>
          </p:cNvPr>
          <p:cNvCxnSpPr>
            <a:cxnSpLocks/>
            <a:stCxn id="133" idx="3"/>
            <a:endCxn id="142" idx="1"/>
          </p:cNvCxnSpPr>
          <p:nvPr/>
        </p:nvCxnSpPr>
        <p:spPr>
          <a:xfrm>
            <a:off x="4477930" y="4814644"/>
            <a:ext cx="3035191" cy="349073"/>
          </a:xfrm>
          <a:prstGeom prst="straightConnector1">
            <a:avLst/>
          </a:prstGeom>
          <a:ln w="31750">
            <a:solidFill>
              <a:schemeClr val="tx1">
                <a:lumMod val="95000"/>
                <a:lumOff val="5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Прямая со стрелкой 18">
            <a:extLst>
              <a:ext uri="{FF2B5EF4-FFF2-40B4-BE49-F238E27FC236}">
                <a16:creationId xmlns:a16="http://schemas.microsoft.com/office/drawing/2014/main" id="{03579E49-243C-2684-AA5D-46796F02523B}"/>
              </a:ext>
            </a:extLst>
          </p:cNvPr>
          <p:cNvCxnSpPr>
            <a:cxnSpLocks/>
            <a:stCxn id="141" idx="1"/>
            <a:endCxn id="133" idx="3"/>
          </p:cNvCxnSpPr>
          <p:nvPr/>
        </p:nvCxnSpPr>
        <p:spPr>
          <a:xfrm flipH="1" flipV="1">
            <a:off x="4477930" y="4814644"/>
            <a:ext cx="1618071" cy="349073"/>
          </a:xfrm>
          <a:prstGeom prst="straightConnector1">
            <a:avLst/>
          </a:prstGeom>
          <a:ln w="31750">
            <a:solidFill>
              <a:schemeClr val="tx1">
                <a:lumMod val="95000"/>
                <a:lumOff val="5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Прямая со стрелкой 18">
            <a:extLst>
              <a:ext uri="{FF2B5EF4-FFF2-40B4-BE49-F238E27FC236}">
                <a16:creationId xmlns:a16="http://schemas.microsoft.com/office/drawing/2014/main" id="{C44AAD08-2943-690B-31A8-0A09B9E072FD}"/>
              </a:ext>
            </a:extLst>
          </p:cNvPr>
          <p:cNvCxnSpPr>
            <a:cxnSpLocks/>
            <a:stCxn id="133" idx="3"/>
            <a:endCxn id="137" idx="1"/>
          </p:cNvCxnSpPr>
          <p:nvPr/>
        </p:nvCxnSpPr>
        <p:spPr>
          <a:xfrm>
            <a:off x="4477930" y="4814644"/>
            <a:ext cx="200891" cy="349073"/>
          </a:xfrm>
          <a:prstGeom prst="straightConnector1">
            <a:avLst/>
          </a:prstGeom>
          <a:ln w="31750">
            <a:solidFill>
              <a:schemeClr val="tx1">
                <a:lumMod val="95000"/>
                <a:lumOff val="5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7" name="Цилиндр 136">
            <a:extLst>
              <a:ext uri="{FF2B5EF4-FFF2-40B4-BE49-F238E27FC236}">
                <a16:creationId xmlns:a16="http://schemas.microsoft.com/office/drawing/2014/main" id="{CC73C14A-0919-2FE7-F8E9-5C086C1BA19A}"/>
              </a:ext>
            </a:extLst>
          </p:cNvPr>
          <p:cNvSpPr/>
          <p:nvPr/>
        </p:nvSpPr>
        <p:spPr>
          <a:xfrm>
            <a:off x="4027069" y="5163717"/>
            <a:ext cx="1303503" cy="1555794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worker-2-0</a:t>
            </a:r>
            <a:endParaRPr lang="ru-BY" dirty="0"/>
          </a:p>
        </p:txBody>
      </p:sp>
      <p:sp>
        <p:nvSpPr>
          <p:cNvPr id="138" name="Цилиндр 137">
            <a:extLst>
              <a:ext uri="{FF2B5EF4-FFF2-40B4-BE49-F238E27FC236}">
                <a16:creationId xmlns:a16="http://schemas.microsoft.com/office/drawing/2014/main" id="{7764FAA7-A17D-C3BE-BCE9-AF49FE66AF99}"/>
              </a:ext>
            </a:extLst>
          </p:cNvPr>
          <p:cNvSpPr/>
          <p:nvPr/>
        </p:nvSpPr>
        <p:spPr>
          <a:xfrm>
            <a:off x="5230679" y="2515673"/>
            <a:ext cx="1087933" cy="1298500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master-2</a:t>
            </a:r>
            <a:endParaRPr lang="ru-BY" sz="1200" dirty="0"/>
          </a:p>
        </p:txBody>
      </p:sp>
      <p:cxnSp>
        <p:nvCxnSpPr>
          <p:cNvPr id="139" name="Прямая со стрелкой 18">
            <a:extLst>
              <a:ext uri="{FF2B5EF4-FFF2-40B4-BE49-F238E27FC236}">
                <a16:creationId xmlns:a16="http://schemas.microsoft.com/office/drawing/2014/main" id="{437692CA-6BAB-8682-E077-7E4A2777BBE4}"/>
              </a:ext>
            </a:extLst>
          </p:cNvPr>
          <p:cNvCxnSpPr>
            <a:cxnSpLocks/>
            <a:stCxn id="133" idx="4"/>
            <a:endCxn id="138" idx="3"/>
          </p:cNvCxnSpPr>
          <p:nvPr/>
        </p:nvCxnSpPr>
        <p:spPr>
          <a:xfrm flipV="1">
            <a:off x="5021896" y="3814173"/>
            <a:ext cx="752750" cy="351221"/>
          </a:xfrm>
          <a:prstGeom prst="straightConnector1">
            <a:avLst/>
          </a:prstGeom>
          <a:ln w="31750">
            <a:solidFill>
              <a:schemeClr val="tx1">
                <a:lumMod val="95000"/>
                <a:lumOff val="5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1" name="Цилиндр 140">
            <a:extLst>
              <a:ext uri="{FF2B5EF4-FFF2-40B4-BE49-F238E27FC236}">
                <a16:creationId xmlns:a16="http://schemas.microsoft.com/office/drawing/2014/main" id="{3039488A-90E7-C053-C3A5-6D2078D0D8AA}"/>
              </a:ext>
            </a:extLst>
          </p:cNvPr>
          <p:cNvSpPr/>
          <p:nvPr/>
        </p:nvSpPr>
        <p:spPr>
          <a:xfrm>
            <a:off x="5444249" y="5163717"/>
            <a:ext cx="1303503" cy="1555794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worker-2-</a:t>
            </a:r>
            <a:r>
              <a:rPr lang="ru-RU" dirty="0"/>
              <a:t>1</a:t>
            </a:r>
            <a:endParaRPr lang="ru-BY" dirty="0"/>
          </a:p>
        </p:txBody>
      </p:sp>
      <p:sp>
        <p:nvSpPr>
          <p:cNvPr id="142" name="Цилиндр 141">
            <a:extLst>
              <a:ext uri="{FF2B5EF4-FFF2-40B4-BE49-F238E27FC236}">
                <a16:creationId xmlns:a16="http://schemas.microsoft.com/office/drawing/2014/main" id="{C08D3B91-888D-4E44-94BF-FDCCFE5A5B8B}"/>
              </a:ext>
            </a:extLst>
          </p:cNvPr>
          <p:cNvSpPr/>
          <p:nvPr/>
        </p:nvSpPr>
        <p:spPr>
          <a:xfrm>
            <a:off x="6861369" y="5163717"/>
            <a:ext cx="1303503" cy="1555794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worker-2-</a:t>
            </a:r>
            <a:r>
              <a:rPr lang="ru-RU" dirty="0"/>
              <a:t>2</a:t>
            </a:r>
            <a:endParaRPr lang="ru-BY" dirty="0"/>
          </a:p>
        </p:txBody>
      </p:sp>
      <p:sp>
        <p:nvSpPr>
          <p:cNvPr id="185" name="TextBox 184">
            <a:extLst>
              <a:ext uri="{FF2B5EF4-FFF2-40B4-BE49-F238E27FC236}">
                <a16:creationId xmlns:a16="http://schemas.microsoft.com/office/drawing/2014/main" id="{E3A12764-859C-06BB-191F-3E87ABBE4FF9}"/>
              </a:ext>
            </a:extLst>
          </p:cNvPr>
          <p:cNvSpPr txBox="1"/>
          <p:nvPr/>
        </p:nvSpPr>
        <p:spPr>
          <a:xfrm>
            <a:off x="6867978" y="4656844"/>
            <a:ext cx="1043940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sharding</a:t>
            </a:r>
            <a:endParaRPr lang="ru-BY" dirty="0"/>
          </a:p>
        </p:txBody>
      </p:sp>
      <p:sp>
        <p:nvSpPr>
          <p:cNvPr id="197" name="TextBox 196">
            <a:extLst>
              <a:ext uri="{FF2B5EF4-FFF2-40B4-BE49-F238E27FC236}">
                <a16:creationId xmlns:a16="http://schemas.microsoft.com/office/drawing/2014/main" id="{79EA9046-390B-7DC2-0A45-D3698290DFF2}"/>
              </a:ext>
            </a:extLst>
          </p:cNvPr>
          <p:cNvSpPr txBox="1"/>
          <p:nvPr/>
        </p:nvSpPr>
        <p:spPr>
          <a:xfrm>
            <a:off x="5165803" y="4045431"/>
            <a:ext cx="867866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cxnSp>
        <p:nvCxnSpPr>
          <p:cNvPr id="198" name="Прямая со стрелкой 18">
            <a:extLst>
              <a:ext uri="{FF2B5EF4-FFF2-40B4-BE49-F238E27FC236}">
                <a16:creationId xmlns:a16="http://schemas.microsoft.com/office/drawing/2014/main" id="{E24C86D1-B1B2-0973-0C35-766D2673E24F}"/>
              </a:ext>
            </a:extLst>
          </p:cNvPr>
          <p:cNvCxnSpPr>
            <a:cxnSpLocks/>
            <a:stCxn id="68" idx="3"/>
            <a:endCxn id="138" idx="4"/>
          </p:cNvCxnSpPr>
          <p:nvPr/>
        </p:nvCxnSpPr>
        <p:spPr>
          <a:xfrm rot="5400000">
            <a:off x="8023306" y="942040"/>
            <a:ext cx="518189" cy="3927576"/>
          </a:xfrm>
          <a:prstGeom prst="curvedConnector2">
            <a:avLst/>
          </a:prstGeom>
          <a:ln w="31750">
            <a:solidFill>
              <a:schemeClr val="tx1">
                <a:lumMod val="95000"/>
                <a:lumOff val="5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1" name="Прямая со стрелкой 18">
            <a:extLst>
              <a:ext uri="{FF2B5EF4-FFF2-40B4-BE49-F238E27FC236}">
                <a16:creationId xmlns:a16="http://schemas.microsoft.com/office/drawing/2014/main" id="{E6610087-EEA6-8CB3-DB1C-596299E7C6E4}"/>
              </a:ext>
            </a:extLst>
          </p:cNvPr>
          <p:cNvCxnSpPr>
            <a:cxnSpLocks/>
            <a:stCxn id="138" idx="2"/>
            <a:endCxn id="9" idx="3"/>
          </p:cNvCxnSpPr>
          <p:nvPr/>
        </p:nvCxnSpPr>
        <p:spPr>
          <a:xfrm rot="10800000">
            <a:off x="2213257" y="2646735"/>
            <a:ext cx="3017422" cy="518189"/>
          </a:xfrm>
          <a:prstGeom prst="curvedConnector2">
            <a:avLst/>
          </a:prstGeom>
          <a:ln w="31750">
            <a:solidFill>
              <a:schemeClr val="tx1">
                <a:lumMod val="95000"/>
                <a:lumOff val="5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4" name="Прямая со стрелкой 18">
            <a:extLst>
              <a:ext uri="{FF2B5EF4-FFF2-40B4-BE49-F238E27FC236}">
                <a16:creationId xmlns:a16="http://schemas.microsoft.com/office/drawing/2014/main" id="{367169FA-98EA-11DB-5DDF-4A37DA71E9A0}"/>
              </a:ext>
            </a:extLst>
          </p:cNvPr>
          <p:cNvCxnSpPr>
            <a:cxnSpLocks/>
            <a:stCxn id="68" idx="1"/>
            <a:endCxn id="9" idx="1"/>
          </p:cNvCxnSpPr>
          <p:nvPr/>
        </p:nvCxnSpPr>
        <p:spPr>
          <a:xfrm rot="16200000" flipV="1">
            <a:off x="6229723" y="-2668232"/>
            <a:ext cx="12700" cy="8032931"/>
          </a:xfrm>
          <a:prstGeom prst="curvedConnector3">
            <a:avLst>
              <a:gd name="adj1" fmla="val 3124142"/>
            </a:avLst>
          </a:prstGeom>
          <a:ln w="31750">
            <a:solidFill>
              <a:schemeClr val="tx1">
                <a:lumMod val="95000"/>
                <a:lumOff val="5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9" name="Цилиндр 218">
            <a:extLst>
              <a:ext uri="{FF2B5EF4-FFF2-40B4-BE49-F238E27FC236}">
                <a16:creationId xmlns:a16="http://schemas.microsoft.com/office/drawing/2014/main" id="{F97146B8-7B39-B451-1FBC-DE4AC56132F9}"/>
              </a:ext>
            </a:extLst>
          </p:cNvPr>
          <p:cNvSpPr/>
          <p:nvPr/>
        </p:nvSpPr>
        <p:spPr>
          <a:xfrm>
            <a:off x="6585031" y="1165451"/>
            <a:ext cx="1187095" cy="1416855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pg</a:t>
            </a:r>
            <a:r>
              <a:rPr lang="en-US" dirty="0"/>
              <a:t>-locker</a:t>
            </a:r>
            <a:endParaRPr lang="ru-BY" dirty="0"/>
          </a:p>
        </p:txBody>
      </p:sp>
      <p:sp>
        <p:nvSpPr>
          <p:cNvPr id="256" name="TextBox 255">
            <a:extLst>
              <a:ext uri="{FF2B5EF4-FFF2-40B4-BE49-F238E27FC236}">
                <a16:creationId xmlns:a16="http://schemas.microsoft.com/office/drawing/2014/main" id="{58279774-7160-836C-6405-54333B773624}"/>
              </a:ext>
            </a:extLst>
          </p:cNvPr>
          <p:cNvSpPr txBox="1"/>
          <p:nvPr/>
        </p:nvSpPr>
        <p:spPr>
          <a:xfrm>
            <a:off x="7477985" y="2681788"/>
            <a:ext cx="867866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sp>
        <p:nvSpPr>
          <p:cNvPr id="257" name="TextBox 256">
            <a:extLst>
              <a:ext uri="{FF2B5EF4-FFF2-40B4-BE49-F238E27FC236}">
                <a16:creationId xmlns:a16="http://schemas.microsoft.com/office/drawing/2014/main" id="{DD53FC2A-CEAB-0AD0-B55F-D0A914B98D3C}"/>
              </a:ext>
            </a:extLst>
          </p:cNvPr>
          <p:cNvSpPr txBox="1"/>
          <p:nvPr/>
        </p:nvSpPr>
        <p:spPr>
          <a:xfrm>
            <a:off x="3023642" y="2536496"/>
            <a:ext cx="867866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sp>
        <p:nvSpPr>
          <p:cNvPr id="258" name="TextBox 257">
            <a:extLst>
              <a:ext uri="{FF2B5EF4-FFF2-40B4-BE49-F238E27FC236}">
                <a16:creationId xmlns:a16="http://schemas.microsoft.com/office/drawing/2014/main" id="{54BDDF33-7B5B-73FC-63C5-23E52053FDAB}"/>
              </a:ext>
            </a:extLst>
          </p:cNvPr>
          <p:cNvSpPr txBox="1"/>
          <p:nvPr/>
        </p:nvSpPr>
        <p:spPr>
          <a:xfrm>
            <a:off x="8730673" y="1107687"/>
            <a:ext cx="867866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sp>
        <p:nvSpPr>
          <p:cNvPr id="259" name="TextBox 258">
            <a:extLst>
              <a:ext uri="{FF2B5EF4-FFF2-40B4-BE49-F238E27FC236}">
                <a16:creationId xmlns:a16="http://schemas.microsoft.com/office/drawing/2014/main" id="{F59F23C3-6E7B-BAAF-769B-9EDF4ADABFE5}"/>
              </a:ext>
            </a:extLst>
          </p:cNvPr>
          <p:cNvSpPr txBox="1"/>
          <p:nvPr/>
        </p:nvSpPr>
        <p:spPr>
          <a:xfrm>
            <a:off x="2973785" y="1181682"/>
            <a:ext cx="867866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cxnSp>
        <p:nvCxnSpPr>
          <p:cNvPr id="260" name="Прямая со стрелкой 18">
            <a:extLst>
              <a:ext uri="{FF2B5EF4-FFF2-40B4-BE49-F238E27FC236}">
                <a16:creationId xmlns:a16="http://schemas.microsoft.com/office/drawing/2014/main" id="{1638CF53-861A-7EA7-7816-D17722443F84}"/>
              </a:ext>
            </a:extLst>
          </p:cNvPr>
          <p:cNvCxnSpPr>
            <a:cxnSpLocks/>
            <a:stCxn id="219" idx="2"/>
            <a:endCxn id="138" idx="1"/>
          </p:cNvCxnSpPr>
          <p:nvPr/>
        </p:nvCxnSpPr>
        <p:spPr>
          <a:xfrm rot="10800000" flipV="1">
            <a:off x="5774647" y="1873879"/>
            <a:ext cx="810385" cy="641794"/>
          </a:xfrm>
          <a:prstGeom prst="curvedConnector2">
            <a:avLst/>
          </a:prstGeom>
          <a:ln w="31750">
            <a:solidFill>
              <a:schemeClr val="tx1">
                <a:lumMod val="95000"/>
                <a:lumOff val="5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3" name="Прямая со стрелкой 18">
            <a:extLst>
              <a:ext uri="{FF2B5EF4-FFF2-40B4-BE49-F238E27FC236}">
                <a16:creationId xmlns:a16="http://schemas.microsoft.com/office/drawing/2014/main" id="{53F97DCD-6CB1-67FC-5E16-26E146F51A93}"/>
              </a:ext>
            </a:extLst>
          </p:cNvPr>
          <p:cNvCxnSpPr>
            <a:cxnSpLocks/>
            <a:stCxn id="219" idx="2"/>
            <a:endCxn id="9" idx="4"/>
          </p:cNvCxnSpPr>
          <p:nvPr/>
        </p:nvCxnSpPr>
        <p:spPr>
          <a:xfrm rot="10800000" flipV="1">
            <a:off x="2757223" y="1873878"/>
            <a:ext cx="3827808" cy="123605"/>
          </a:xfrm>
          <a:prstGeom prst="curvedConnector3">
            <a:avLst>
              <a:gd name="adj1" fmla="val 50000"/>
            </a:avLst>
          </a:prstGeom>
          <a:ln w="31750">
            <a:solidFill>
              <a:schemeClr val="tx1"/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6" name="Прямая со стрелкой 18">
            <a:extLst>
              <a:ext uri="{FF2B5EF4-FFF2-40B4-BE49-F238E27FC236}">
                <a16:creationId xmlns:a16="http://schemas.microsoft.com/office/drawing/2014/main" id="{CFAEA455-C352-AAFE-3A31-354F9E3B482B}"/>
              </a:ext>
            </a:extLst>
          </p:cNvPr>
          <p:cNvCxnSpPr>
            <a:cxnSpLocks/>
            <a:stCxn id="219" idx="4"/>
            <a:endCxn id="68" idx="2"/>
          </p:cNvCxnSpPr>
          <p:nvPr/>
        </p:nvCxnSpPr>
        <p:spPr>
          <a:xfrm>
            <a:off x="7772126" y="1873879"/>
            <a:ext cx="1930095" cy="123605"/>
          </a:xfrm>
          <a:prstGeom prst="curvedConnector3">
            <a:avLst>
              <a:gd name="adj1" fmla="val 50000"/>
            </a:avLst>
          </a:prstGeom>
          <a:ln w="31750">
            <a:solidFill>
              <a:schemeClr val="tx1">
                <a:lumMod val="95000"/>
                <a:lumOff val="5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9" name="TextBox 268">
            <a:extLst>
              <a:ext uri="{FF2B5EF4-FFF2-40B4-BE49-F238E27FC236}">
                <a16:creationId xmlns:a16="http://schemas.microsoft.com/office/drawing/2014/main" id="{49A2AAB3-1A49-2A61-5531-BDF57480A889}"/>
              </a:ext>
            </a:extLst>
          </p:cNvPr>
          <p:cNvSpPr txBox="1"/>
          <p:nvPr/>
        </p:nvSpPr>
        <p:spPr>
          <a:xfrm>
            <a:off x="8434847" y="1584764"/>
            <a:ext cx="604653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lock</a:t>
            </a:r>
            <a:endParaRPr lang="ru-BY" dirty="0"/>
          </a:p>
        </p:txBody>
      </p:sp>
      <p:sp>
        <p:nvSpPr>
          <p:cNvPr id="270" name="TextBox 269">
            <a:extLst>
              <a:ext uri="{FF2B5EF4-FFF2-40B4-BE49-F238E27FC236}">
                <a16:creationId xmlns:a16="http://schemas.microsoft.com/office/drawing/2014/main" id="{69A33C7D-9720-EB54-0886-65F6F5998EB5}"/>
              </a:ext>
            </a:extLst>
          </p:cNvPr>
          <p:cNvSpPr txBox="1"/>
          <p:nvPr/>
        </p:nvSpPr>
        <p:spPr>
          <a:xfrm>
            <a:off x="3933963" y="1610311"/>
            <a:ext cx="604653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lock</a:t>
            </a:r>
            <a:endParaRPr lang="ru-BY" dirty="0"/>
          </a:p>
        </p:txBody>
      </p:sp>
      <p:sp>
        <p:nvSpPr>
          <p:cNvPr id="271" name="TextBox 270">
            <a:extLst>
              <a:ext uri="{FF2B5EF4-FFF2-40B4-BE49-F238E27FC236}">
                <a16:creationId xmlns:a16="http://schemas.microsoft.com/office/drawing/2014/main" id="{23985170-98D4-49F9-2456-59DFBED5B3A1}"/>
              </a:ext>
            </a:extLst>
          </p:cNvPr>
          <p:cNvSpPr txBox="1"/>
          <p:nvPr/>
        </p:nvSpPr>
        <p:spPr>
          <a:xfrm>
            <a:off x="5327376" y="1935680"/>
            <a:ext cx="604653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lock</a:t>
            </a:r>
            <a:endParaRPr lang="ru-BY" dirty="0"/>
          </a:p>
        </p:txBody>
      </p:sp>
    </p:spTree>
    <p:extLst>
      <p:ext uri="{BB962C8B-B14F-4D97-AF65-F5344CB8AC3E}">
        <p14:creationId xmlns:p14="http://schemas.microsoft.com/office/powerpoint/2010/main" val="411162960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94E4C0E-6D42-9859-A288-13B3204AF1E0}"/>
              </a:ext>
            </a:extLst>
          </p:cNvPr>
          <p:cNvSpPr txBox="1"/>
          <p:nvPr/>
        </p:nvSpPr>
        <p:spPr>
          <a:xfrm>
            <a:off x="230406" y="226738"/>
            <a:ext cx="635462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600" dirty="0"/>
              <a:t>Общая архитектура кластера</a:t>
            </a:r>
            <a:endParaRPr lang="en-US" sz="3600" dirty="0"/>
          </a:p>
        </p:txBody>
      </p:sp>
      <p:sp>
        <p:nvSpPr>
          <p:cNvPr id="23" name="Цилиндр 22">
            <a:extLst>
              <a:ext uri="{FF2B5EF4-FFF2-40B4-BE49-F238E27FC236}">
                <a16:creationId xmlns:a16="http://schemas.microsoft.com/office/drawing/2014/main" id="{EF1DB332-50CD-775B-ABA2-0817F517ECDA}"/>
              </a:ext>
            </a:extLst>
          </p:cNvPr>
          <p:cNvSpPr/>
          <p:nvPr/>
        </p:nvSpPr>
        <p:spPr>
          <a:xfrm>
            <a:off x="215162" y="3220803"/>
            <a:ext cx="1087933" cy="1298500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coord-1</a:t>
            </a:r>
            <a:endParaRPr lang="ru-BY" dirty="0"/>
          </a:p>
        </p:txBody>
      </p:sp>
      <p:cxnSp>
        <p:nvCxnSpPr>
          <p:cNvPr id="24" name="Прямая со стрелкой 18">
            <a:extLst>
              <a:ext uri="{FF2B5EF4-FFF2-40B4-BE49-F238E27FC236}">
                <a16:creationId xmlns:a16="http://schemas.microsoft.com/office/drawing/2014/main" id="{8DA426C6-59CA-DA3A-D5CB-51EF9C2A4510}"/>
              </a:ext>
            </a:extLst>
          </p:cNvPr>
          <p:cNvCxnSpPr>
            <a:cxnSpLocks/>
            <a:stCxn id="23" idx="4"/>
            <a:endCxn id="77" idx="2"/>
          </p:cNvCxnSpPr>
          <p:nvPr/>
        </p:nvCxnSpPr>
        <p:spPr>
          <a:xfrm flipV="1">
            <a:off x="1303095" y="3852081"/>
            <a:ext cx="823068" cy="17972"/>
          </a:xfrm>
          <a:prstGeom prst="straightConnector1">
            <a:avLst/>
          </a:prstGeom>
          <a:ln w="31750">
            <a:solidFill>
              <a:schemeClr val="tx1">
                <a:lumMod val="95000"/>
                <a:lumOff val="5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Прямая со стрелкой 18">
            <a:extLst>
              <a:ext uri="{FF2B5EF4-FFF2-40B4-BE49-F238E27FC236}">
                <a16:creationId xmlns:a16="http://schemas.microsoft.com/office/drawing/2014/main" id="{B88E1360-ADC8-7A39-E28B-1D30D90CA2CC}"/>
              </a:ext>
            </a:extLst>
          </p:cNvPr>
          <p:cNvCxnSpPr>
            <a:cxnSpLocks/>
            <a:stCxn id="78" idx="1"/>
            <a:endCxn id="23" idx="3"/>
          </p:cNvCxnSpPr>
          <p:nvPr/>
        </p:nvCxnSpPr>
        <p:spPr>
          <a:xfrm flipH="1" flipV="1">
            <a:off x="759129" y="4519303"/>
            <a:ext cx="1408013" cy="644414"/>
          </a:xfrm>
          <a:prstGeom prst="straightConnector1">
            <a:avLst/>
          </a:prstGeom>
          <a:ln w="31750">
            <a:solidFill>
              <a:schemeClr val="tx1">
                <a:lumMod val="95000"/>
                <a:lumOff val="5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Прямая со стрелкой 18">
            <a:extLst>
              <a:ext uri="{FF2B5EF4-FFF2-40B4-BE49-F238E27FC236}">
                <a16:creationId xmlns:a16="http://schemas.microsoft.com/office/drawing/2014/main" id="{B88E1360-ADC8-7A39-E28B-1D30D90CA2CC}"/>
              </a:ext>
            </a:extLst>
          </p:cNvPr>
          <p:cNvCxnSpPr>
            <a:cxnSpLocks/>
            <a:stCxn id="23" idx="3"/>
            <a:endCxn id="79" idx="1"/>
          </p:cNvCxnSpPr>
          <p:nvPr/>
        </p:nvCxnSpPr>
        <p:spPr>
          <a:xfrm flipH="1">
            <a:off x="750020" y="4519303"/>
            <a:ext cx="9109" cy="644414"/>
          </a:xfrm>
          <a:prstGeom prst="straightConnector1">
            <a:avLst/>
          </a:prstGeom>
          <a:ln w="31750">
            <a:solidFill>
              <a:schemeClr val="tx1">
                <a:lumMod val="95000"/>
                <a:lumOff val="5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Цилиндр 8">
            <a:extLst>
              <a:ext uri="{FF2B5EF4-FFF2-40B4-BE49-F238E27FC236}">
                <a16:creationId xmlns:a16="http://schemas.microsoft.com/office/drawing/2014/main" id="{A6CB4848-BD9F-00DA-AFBB-169D872B698A}"/>
              </a:ext>
            </a:extLst>
          </p:cNvPr>
          <p:cNvSpPr/>
          <p:nvPr/>
        </p:nvSpPr>
        <p:spPr>
          <a:xfrm>
            <a:off x="1669290" y="1348234"/>
            <a:ext cx="1087933" cy="1298500"/>
          </a:xfrm>
          <a:prstGeom prst="can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master-1</a:t>
            </a:r>
            <a:endParaRPr lang="ru-BY" sz="1200" dirty="0"/>
          </a:p>
        </p:txBody>
      </p:sp>
      <p:cxnSp>
        <p:nvCxnSpPr>
          <p:cNvPr id="10" name="Прямая со стрелкой 18">
            <a:extLst>
              <a:ext uri="{FF2B5EF4-FFF2-40B4-BE49-F238E27FC236}">
                <a16:creationId xmlns:a16="http://schemas.microsoft.com/office/drawing/2014/main" id="{6BDA3585-87B9-649E-1E95-BF31212098C0}"/>
              </a:ext>
            </a:extLst>
          </p:cNvPr>
          <p:cNvCxnSpPr>
            <a:cxnSpLocks/>
            <a:stCxn id="23" idx="1"/>
            <a:endCxn id="9" idx="2"/>
          </p:cNvCxnSpPr>
          <p:nvPr/>
        </p:nvCxnSpPr>
        <p:spPr>
          <a:xfrm flipV="1">
            <a:off x="759129" y="1997484"/>
            <a:ext cx="910161" cy="1223319"/>
          </a:xfrm>
          <a:prstGeom prst="straightConnector1">
            <a:avLst/>
          </a:prstGeom>
          <a:ln w="31750">
            <a:solidFill>
              <a:schemeClr val="tx1">
                <a:lumMod val="95000"/>
                <a:lumOff val="5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273A2584-B55C-170F-E6C7-B55FA12521EE}"/>
              </a:ext>
            </a:extLst>
          </p:cNvPr>
          <p:cNvSpPr txBox="1"/>
          <p:nvPr/>
        </p:nvSpPr>
        <p:spPr>
          <a:xfrm>
            <a:off x="400574" y="2252160"/>
            <a:ext cx="867866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1791FD8-19AD-0449-82A9-93DFE76667E6}"/>
              </a:ext>
            </a:extLst>
          </p:cNvPr>
          <p:cNvSpPr txBox="1"/>
          <p:nvPr/>
        </p:nvSpPr>
        <p:spPr>
          <a:xfrm>
            <a:off x="9354132" y="4629978"/>
            <a:ext cx="1043940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sharding</a:t>
            </a:r>
            <a:endParaRPr lang="ru-BY" dirty="0"/>
          </a:p>
        </p:txBody>
      </p:sp>
      <p:sp>
        <p:nvSpPr>
          <p:cNvPr id="63" name="Цилиндр 62">
            <a:extLst>
              <a:ext uri="{FF2B5EF4-FFF2-40B4-BE49-F238E27FC236}">
                <a16:creationId xmlns:a16="http://schemas.microsoft.com/office/drawing/2014/main" id="{4B01D485-58C5-F64B-892A-4DB24B7AC6F5}"/>
              </a:ext>
            </a:extLst>
          </p:cNvPr>
          <p:cNvSpPr/>
          <p:nvPr/>
        </p:nvSpPr>
        <p:spPr>
          <a:xfrm>
            <a:off x="10888904" y="3220803"/>
            <a:ext cx="1087933" cy="1298500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coord-3</a:t>
            </a:r>
            <a:endParaRPr lang="ru-BY" dirty="0"/>
          </a:p>
        </p:txBody>
      </p:sp>
      <p:cxnSp>
        <p:nvCxnSpPr>
          <p:cNvPr id="64" name="Прямая со стрелкой 18">
            <a:extLst>
              <a:ext uri="{FF2B5EF4-FFF2-40B4-BE49-F238E27FC236}">
                <a16:creationId xmlns:a16="http://schemas.microsoft.com/office/drawing/2014/main" id="{E0164565-70E0-C7C7-2C99-E337B9E0B7F3}"/>
              </a:ext>
            </a:extLst>
          </p:cNvPr>
          <p:cNvCxnSpPr>
            <a:cxnSpLocks/>
            <a:stCxn id="63" idx="3"/>
            <a:endCxn id="80" idx="1"/>
          </p:cNvCxnSpPr>
          <p:nvPr/>
        </p:nvCxnSpPr>
        <p:spPr>
          <a:xfrm>
            <a:off x="11432871" y="4519303"/>
            <a:ext cx="9110" cy="644414"/>
          </a:xfrm>
          <a:prstGeom prst="straightConnector1">
            <a:avLst/>
          </a:prstGeom>
          <a:ln w="31750">
            <a:solidFill>
              <a:schemeClr val="tx1">
                <a:lumMod val="95000"/>
                <a:lumOff val="5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Прямая со стрелкой 18">
            <a:extLst>
              <a:ext uri="{FF2B5EF4-FFF2-40B4-BE49-F238E27FC236}">
                <a16:creationId xmlns:a16="http://schemas.microsoft.com/office/drawing/2014/main" id="{3B012901-C858-91F9-0976-418FE294860D}"/>
              </a:ext>
            </a:extLst>
          </p:cNvPr>
          <p:cNvCxnSpPr>
            <a:cxnSpLocks/>
            <a:stCxn id="75" idx="1"/>
            <a:endCxn id="63" idx="3"/>
          </p:cNvCxnSpPr>
          <p:nvPr/>
        </p:nvCxnSpPr>
        <p:spPr>
          <a:xfrm flipV="1">
            <a:off x="10024859" y="4519303"/>
            <a:ext cx="1408012" cy="644414"/>
          </a:xfrm>
          <a:prstGeom prst="straightConnector1">
            <a:avLst/>
          </a:prstGeom>
          <a:ln w="31750">
            <a:solidFill>
              <a:schemeClr val="tx1">
                <a:lumMod val="95000"/>
                <a:lumOff val="5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Прямая со стрелкой 18">
            <a:extLst>
              <a:ext uri="{FF2B5EF4-FFF2-40B4-BE49-F238E27FC236}">
                <a16:creationId xmlns:a16="http://schemas.microsoft.com/office/drawing/2014/main" id="{C3FFC7E5-B5AC-380A-3E46-45A18ABA9FA2}"/>
              </a:ext>
            </a:extLst>
          </p:cNvPr>
          <p:cNvCxnSpPr>
            <a:cxnSpLocks/>
            <a:stCxn id="63" idx="2"/>
            <a:endCxn id="67" idx="4"/>
          </p:cNvCxnSpPr>
          <p:nvPr/>
        </p:nvCxnSpPr>
        <p:spPr>
          <a:xfrm flipH="1">
            <a:off x="10054688" y="3870053"/>
            <a:ext cx="834216" cy="4836"/>
          </a:xfrm>
          <a:prstGeom prst="straightConnector1">
            <a:avLst/>
          </a:prstGeom>
          <a:ln w="31750">
            <a:solidFill>
              <a:schemeClr val="tx1">
                <a:lumMod val="95000"/>
                <a:lumOff val="5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Цилиндр 66">
            <a:extLst>
              <a:ext uri="{FF2B5EF4-FFF2-40B4-BE49-F238E27FC236}">
                <a16:creationId xmlns:a16="http://schemas.microsoft.com/office/drawing/2014/main" id="{128093ED-E928-3A89-4AAA-8DA88C49702D}"/>
              </a:ext>
            </a:extLst>
          </p:cNvPr>
          <p:cNvSpPr/>
          <p:nvPr/>
        </p:nvSpPr>
        <p:spPr>
          <a:xfrm>
            <a:off x="8751185" y="3096992"/>
            <a:ext cx="1303503" cy="1555794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worker-3-0</a:t>
            </a:r>
            <a:endParaRPr lang="ru-BY" dirty="0"/>
          </a:p>
        </p:txBody>
      </p:sp>
      <p:sp>
        <p:nvSpPr>
          <p:cNvPr id="68" name="Цилиндр 67">
            <a:extLst>
              <a:ext uri="{FF2B5EF4-FFF2-40B4-BE49-F238E27FC236}">
                <a16:creationId xmlns:a16="http://schemas.microsoft.com/office/drawing/2014/main" id="{656280ED-80FF-2A22-8B12-8033CCBAAD4E}"/>
              </a:ext>
            </a:extLst>
          </p:cNvPr>
          <p:cNvSpPr/>
          <p:nvPr/>
        </p:nvSpPr>
        <p:spPr>
          <a:xfrm>
            <a:off x="9702221" y="1348234"/>
            <a:ext cx="1087933" cy="1298500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master-3</a:t>
            </a:r>
            <a:endParaRPr lang="ru-BY" sz="1200" dirty="0"/>
          </a:p>
        </p:txBody>
      </p:sp>
      <p:cxnSp>
        <p:nvCxnSpPr>
          <p:cNvPr id="69" name="Прямая со стрелкой 18">
            <a:extLst>
              <a:ext uri="{FF2B5EF4-FFF2-40B4-BE49-F238E27FC236}">
                <a16:creationId xmlns:a16="http://schemas.microsoft.com/office/drawing/2014/main" id="{3C276CDB-B51F-B4E7-01DB-6FE9E932957D}"/>
              </a:ext>
            </a:extLst>
          </p:cNvPr>
          <p:cNvCxnSpPr>
            <a:cxnSpLocks/>
            <a:stCxn id="63" idx="1"/>
            <a:endCxn id="68" idx="4"/>
          </p:cNvCxnSpPr>
          <p:nvPr/>
        </p:nvCxnSpPr>
        <p:spPr>
          <a:xfrm flipH="1" flipV="1">
            <a:off x="10790154" y="1997484"/>
            <a:ext cx="642717" cy="1223319"/>
          </a:xfrm>
          <a:prstGeom prst="straightConnector1">
            <a:avLst/>
          </a:prstGeom>
          <a:ln w="31750">
            <a:solidFill>
              <a:schemeClr val="tx1">
                <a:lumMod val="95000"/>
                <a:lumOff val="5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FF4DE35B-CC66-B590-425F-C3360A92F914}"/>
              </a:ext>
            </a:extLst>
          </p:cNvPr>
          <p:cNvSpPr txBox="1"/>
          <p:nvPr/>
        </p:nvSpPr>
        <p:spPr>
          <a:xfrm>
            <a:off x="10998937" y="2271675"/>
            <a:ext cx="867866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sp>
        <p:nvSpPr>
          <p:cNvPr id="75" name="Цилиндр 74">
            <a:extLst>
              <a:ext uri="{FF2B5EF4-FFF2-40B4-BE49-F238E27FC236}">
                <a16:creationId xmlns:a16="http://schemas.microsoft.com/office/drawing/2014/main" id="{1081BE96-8EE3-23DD-00BD-4DE2FB885273}"/>
              </a:ext>
            </a:extLst>
          </p:cNvPr>
          <p:cNvSpPr/>
          <p:nvPr/>
        </p:nvSpPr>
        <p:spPr>
          <a:xfrm>
            <a:off x="9373107" y="5163717"/>
            <a:ext cx="1303503" cy="1555794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worker-3-</a:t>
            </a:r>
            <a:r>
              <a:rPr lang="ru-RU" dirty="0"/>
              <a:t>1</a:t>
            </a:r>
            <a:endParaRPr lang="ru-BY" dirty="0"/>
          </a:p>
        </p:txBody>
      </p:sp>
      <p:sp>
        <p:nvSpPr>
          <p:cNvPr id="77" name="Цилиндр 76">
            <a:extLst>
              <a:ext uri="{FF2B5EF4-FFF2-40B4-BE49-F238E27FC236}">
                <a16:creationId xmlns:a16="http://schemas.microsoft.com/office/drawing/2014/main" id="{74E180FE-7261-B185-0C8D-C9C0042627B9}"/>
              </a:ext>
            </a:extLst>
          </p:cNvPr>
          <p:cNvSpPr/>
          <p:nvPr/>
        </p:nvSpPr>
        <p:spPr>
          <a:xfrm>
            <a:off x="2126163" y="3074184"/>
            <a:ext cx="1303503" cy="1555794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</a:t>
            </a:r>
            <a:r>
              <a:rPr lang="ru-RU" dirty="0"/>
              <a:t>1</a:t>
            </a:r>
            <a:r>
              <a:rPr lang="en-US" dirty="0"/>
              <a:t>-</a:t>
            </a:r>
            <a:r>
              <a:rPr lang="ru-RU" dirty="0"/>
              <a:t>2</a:t>
            </a:r>
            <a:endParaRPr lang="ru-BY" dirty="0"/>
          </a:p>
        </p:txBody>
      </p:sp>
      <p:sp>
        <p:nvSpPr>
          <p:cNvPr id="78" name="Цилиндр 77">
            <a:extLst>
              <a:ext uri="{FF2B5EF4-FFF2-40B4-BE49-F238E27FC236}">
                <a16:creationId xmlns:a16="http://schemas.microsoft.com/office/drawing/2014/main" id="{669EF9BA-FD3C-AD21-BB9F-57CF7987C597}"/>
              </a:ext>
            </a:extLst>
          </p:cNvPr>
          <p:cNvSpPr/>
          <p:nvPr/>
        </p:nvSpPr>
        <p:spPr>
          <a:xfrm>
            <a:off x="1515390" y="5163717"/>
            <a:ext cx="1303503" cy="1555794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</a:t>
            </a:r>
            <a:r>
              <a:rPr lang="ru-RU" dirty="0"/>
              <a:t>1</a:t>
            </a:r>
            <a:r>
              <a:rPr lang="en-US" dirty="0"/>
              <a:t>-</a:t>
            </a:r>
            <a:r>
              <a:rPr lang="ru-RU" dirty="0"/>
              <a:t>1</a:t>
            </a:r>
            <a:endParaRPr lang="ru-BY" dirty="0"/>
          </a:p>
        </p:txBody>
      </p:sp>
      <p:sp>
        <p:nvSpPr>
          <p:cNvPr id="79" name="Цилиндр 78">
            <a:extLst>
              <a:ext uri="{FF2B5EF4-FFF2-40B4-BE49-F238E27FC236}">
                <a16:creationId xmlns:a16="http://schemas.microsoft.com/office/drawing/2014/main" id="{90EF0D7E-9F2C-1E4A-15C1-C868A4B7BA30}"/>
              </a:ext>
            </a:extLst>
          </p:cNvPr>
          <p:cNvSpPr/>
          <p:nvPr/>
        </p:nvSpPr>
        <p:spPr>
          <a:xfrm>
            <a:off x="98268" y="5163717"/>
            <a:ext cx="1303503" cy="1555794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</a:t>
            </a:r>
            <a:r>
              <a:rPr lang="ru-RU" dirty="0"/>
              <a:t>1</a:t>
            </a:r>
            <a:r>
              <a:rPr lang="en-US" dirty="0"/>
              <a:t>-0</a:t>
            </a:r>
            <a:endParaRPr lang="ru-BY" dirty="0"/>
          </a:p>
        </p:txBody>
      </p:sp>
      <p:sp>
        <p:nvSpPr>
          <p:cNvPr id="80" name="Цилиндр 79">
            <a:extLst>
              <a:ext uri="{FF2B5EF4-FFF2-40B4-BE49-F238E27FC236}">
                <a16:creationId xmlns:a16="http://schemas.microsoft.com/office/drawing/2014/main" id="{CAE1BEEA-12C6-891C-CD6E-5AD101581989}"/>
              </a:ext>
            </a:extLst>
          </p:cNvPr>
          <p:cNvSpPr/>
          <p:nvPr/>
        </p:nvSpPr>
        <p:spPr>
          <a:xfrm>
            <a:off x="10790229" y="5163717"/>
            <a:ext cx="1303503" cy="1555794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worker-3-</a:t>
            </a:r>
            <a:r>
              <a:rPr lang="ru-RU" dirty="0"/>
              <a:t>2</a:t>
            </a:r>
            <a:endParaRPr lang="ru-BY" dirty="0"/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2E24B429-77BF-4902-7BC8-2E29AEE76BA6}"/>
              </a:ext>
            </a:extLst>
          </p:cNvPr>
          <p:cNvSpPr txBox="1"/>
          <p:nvPr/>
        </p:nvSpPr>
        <p:spPr>
          <a:xfrm>
            <a:off x="1667169" y="4648857"/>
            <a:ext cx="1043940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sharding</a:t>
            </a:r>
            <a:endParaRPr lang="ru-BY" dirty="0"/>
          </a:p>
        </p:txBody>
      </p:sp>
      <p:sp>
        <p:nvSpPr>
          <p:cNvPr id="133" name="Цилиндр 132">
            <a:extLst>
              <a:ext uri="{FF2B5EF4-FFF2-40B4-BE49-F238E27FC236}">
                <a16:creationId xmlns:a16="http://schemas.microsoft.com/office/drawing/2014/main" id="{10422A75-5CBF-D970-425D-012B72501D29}"/>
              </a:ext>
            </a:extLst>
          </p:cNvPr>
          <p:cNvSpPr/>
          <p:nvPr/>
        </p:nvSpPr>
        <p:spPr>
          <a:xfrm>
            <a:off x="3933963" y="3516144"/>
            <a:ext cx="1087933" cy="1298500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coord-2</a:t>
            </a:r>
            <a:endParaRPr lang="ru-BY" dirty="0"/>
          </a:p>
        </p:txBody>
      </p:sp>
      <p:cxnSp>
        <p:nvCxnSpPr>
          <p:cNvPr id="134" name="Прямая со стрелкой 18">
            <a:extLst>
              <a:ext uri="{FF2B5EF4-FFF2-40B4-BE49-F238E27FC236}">
                <a16:creationId xmlns:a16="http://schemas.microsoft.com/office/drawing/2014/main" id="{DE6C28DF-FDB8-8101-9E67-6B6088DA23CF}"/>
              </a:ext>
            </a:extLst>
          </p:cNvPr>
          <p:cNvCxnSpPr>
            <a:cxnSpLocks/>
            <a:stCxn id="133" idx="3"/>
            <a:endCxn id="142" idx="1"/>
          </p:cNvCxnSpPr>
          <p:nvPr/>
        </p:nvCxnSpPr>
        <p:spPr>
          <a:xfrm>
            <a:off x="4477930" y="4814644"/>
            <a:ext cx="3035191" cy="349073"/>
          </a:xfrm>
          <a:prstGeom prst="straightConnector1">
            <a:avLst/>
          </a:prstGeom>
          <a:ln w="31750">
            <a:solidFill>
              <a:schemeClr val="tx1">
                <a:lumMod val="95000"/>
                <a:lumOff val="5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Прямая со стрелкой 18">
            <a:extLst>
              <a:ext uri="{FF2B5EF4-FFF2-40B4-BE49-F238E27FC236}">
                <a16:creationId xmlns:a16="http://schemas.microsoft.com/office/drawing/2014/main" id="{03579E49-243C-2684-AA5D-46796F02523B}"/>
              </a:ext>
            </a:extLst>
          </p:cNvPr>
          <p:cNvCxnSpPr>
            <a:cxnSpLocks/>
            <a:stCxn id="141" idx="1"/>
            <a:endCxn id="133" idx="3"/>
          </p:cNvCxnSpPr>
          <p:nvPr/>
        </p:nvCxnSpPr>
        <p:spPr>
          <a:xfrm flipH="1" flipV="1">
            <a:off x="4477930" y="4814644"/>
            <a:ext cx="1618071" cy="349073"/>
          </a:xfrm>
          <a:prstGeom prst="straightConnector1">
            <a:avLst/>
          </a:prstGeom>
          <a:ln w="31750">
            <a:solidFill>
              <a:schemeClr val="tx1">
                <a:lumMod val="95000"/>
                <a:lumOff val="5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Прямая со стрелкой 18">
            <a:extLst>
              <a:ext uri="{FF2B5EF4-FFF2-40B4-BE49-F238E27FC236}">
                <a16:creationId xmlns:a16="http://schemas.microsoft.com/office/drawing/2014/main" id="{C44AAD08-2943-690B-31A8-0A09B9E072FD}"/>
              </a:ext>
            </a:extLst>
          </p:cNvPr>
          <p:cNvCxnSpPr>
            <a:cxnSpLocks/>
            <a:stCxn id="133" idx="3"/>
            <a:endCxn id="137" idx="1"/>
          </p:cNvCxnSpPr>
          <p:nvPr/>
        </p:nvCxnSpPr>
        <p:spPr>
          <a:xfrm>
            <a:off x="4477930" y="4814644"/>
            <a:ext cx="200891" cy="349073"/>
          </a:xfrm>
          <a:prstGeom prst="straightConnector1">
            <a:avLst/>
          </a:prstGeom>
          <a:ln w="31750">
            <a:solidFill>
              <a:schemeClr val="tx1">
                <a:lumMod val="95000"/>
                <a:lumOff val="5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7" name="Цилиндр 136">
            <a:extLst>
              <a:ext uri="{FF2B5EF4-FFF2-40B4-BE49-F238E27FC236}">
                <a16:creationId xmlns:a16="http://schemas.microsoft.com/office/drawing/2014/main" id="{CC73C14A-0919-2FE7-F8E9-5C086C1BA19A}"/>
              </a:ext>
            </a:extLst>
          </p:cNvPr>
          <p:cNvSpPr/>
          <p:nvPr/>
        </p:nvSpPr>
        <p:spPr>
          <a:xfrm>
            <a:off x="4027069" y="5163717"/>
            <a:ext cx="1303503" cy="1555794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worker-2-0</a:t>
            </a:r>
            <a:endParaRPr lang="ru-BY" dirty="0"/>
          </a:p>
        </p:txBody>
      </p:sp>
      <p:sp>
        <p:nvSpPr>
          <p:cNvPr id="138" name="Цилиндр 137">
            <a:extLst>
              <a:ext uri="{FF2B5EF4-FFF2-40B4-BE49-F238E27FC236}">
                <a16:creationId xmlns:a16="http://schemas.microsoft.com/office/drawing/2014/main" id="{7764FAA7-A17D-C3BE-BCE9-AF49FE66AF99}"/>
              </a:ext>
            </a:extLst>
          </p:cNvPr>
          <p:cNvSpPr/>
          <p:nvPr/>
        </p:nvSpPr>
        <p:spPr>
          <a:xfrm>
            <a:off x="5230679" y="2515673"/>
            <a:ext cx="1087933" cy="1298500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master-2</a:t>
            </a:r>
            <a:endParaRPr lang="ru-BY" sz="1200" dirty="0"/>
          </a:p>
        </p:txBody>
      </p:sp>
      <p:cxnSp>
        <p:nvCxnSpPr>
          <p:cNvPr id="139" name="Прямая со стрелкой 18">
            <a:extLst>
              <a:ext uri="{FF2B5EF4-FFF2-40B4-BE49-F238E27FC236}">
                <a16:creationId xmlns:a16="http://schemas.microsoft.com/office/drawing/2014/main" id="{437692CA-6BAB-8682-E077-7E4A2777BBE4}"/>
              </a:ext>
            </a:extLst>
          </p:cNvPr>
          <p:cNvCxnSpPr>
            <a:cxnSpLocks/>
            <a:stCxn id="133" idx="4"/>
            <a:endCxn id="138" idx="3"/>
          </p:cNvCxnSpPr>
          <p:nvPr/>
        </p:nvCxnSpPr>
        <p:spPr>
          <a:xfrm flipV="1">
            <a:off x="5021896" y="3814173"/>
            <a:ext cx="752750" cy="351221"/>
          </a:xfrm>
          <a:prstGeom prst="straightConnector1">
            <a:avLst/>
          </a:prstGeom>
          <a:ln w="31750">
            <a:solidFill>
              <a:schemeClr val="tx1">
                <a:lumMod val="95000"/>
                <a:lumOff val="5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1" name="Цилиндр 140">
            <a:extLst>
              <a:ext uri="{FF2B5EF4-FFF2-40B4-BE49-F238E27FC236}">
                <a16:creationId xmlns:a16="http://schemas.microsoft.com/office/drawing/2014/main" id="{3039488A-90E7-C053-C3A5-6D2078D0D8AA}"/>
              </a:ext>
            </a:extLst>
          </p:cNvPr>
          <p:cNvSpPr/>
          <p:nvPr/>
        </p:nvSpPr>
        <p:spPr>
          <a:xfrm>
            <a:off x="5444249" y="5163717"/>
            <a:ext cx="1303503" cy="1555794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worker-2-</a:t>
            </a:r>
            <a:r>
              <a:rPr lang="ru-RU" dirty="0"/>
              <a:t>1</a:t>
            </a:r>
            <a:endParaRPr lang="ru-BY" dirty="0"/>
          </a:p>
        </p:txBody>
      </p:sp>
      <p:sp>
        <p:nvSpPr>
          <p:cNvPr id="142" name="Цилиндр 141">
            <a:extLst>
              <a:ext uri="{FF2B5EF4-FFF2-40B4-BE49-F238E27FC236}">
                <a16:creationId xmlns:a16="http://schemas.microsoft.com/office/drawing/2014/main" id="{C08D3B91-888D-4E44-94BF-FDCCFE5A5B8B}"/>
              </a:ext>
            </a:extLst>
          </p:cNvPr>
          <p:cNvSpPr/>
          <p:nvPr/>
        </p:nvSpPr>
        <p:spPr>
          <a:xfrm>
            <a:off x="6861369" y="5163717"/>
            <a:ext cx="1303503" cy="1555794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worker-2-</a:t>
            </a:r>
            <a:r>
              <a:rPr lang="ru-RU" dirty="0"/>
              <a:t>2</a:t>
            </a:r>
            <a:endParaRPr lang="ru-BY" dirty="0"/>
          </a:p>
        </p:txBody>
      </p:sp>
      <p:sp>
        <p:nvSpPr>
          <p:cNvPr id="185" name="TextBox 184">
            <a:extLst>
              <a:ext uri="{FF2B5EF4-FFF2-40B4-BE49-F238E27FC236}">
                <a16:creationId xmlns:a16="http://schemas.microsoft.com/office/drawing/2014/main" id="{E3A12764-859C-06BB-191F-3E87ABBE4FF9}"/>
              </a:ext>
            </a:extLst>
          </p:cNvPr>
          <p:cNvSpPr txBox="1"/>
          <p:nvPr/>
        </p:nvSpPr>
        <p:spPr>
          <a:xfrm>
            <a:off x="6867978" y="4656844"/>
            <a:ext cx="1043940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sharding</a:t>
            </a:r>
            <a:endParaRPr lang="ru-BY" dirty="0"/>
          </a:p>
        </p:txBody>
      </p:sp>
      <p:sp>
        <p:nvSpPr>
          <p:cNvPr id="197" name="TextBox 196">
            <a:extLst>
              <a:ext uri="{FF2B5EF4-FFF2-40B4-BE49-F238E27FC236}">
                <a16:creationId xmlns:a16="http://schemas.microsoft.com/office/drawing/2014/main" id="{79EA9046-390B-7DC2-0A45-D3698290DFF2}"/>
              </a:ext>
            </a:extLst>
          </p:cNvPr>
          <p:cNvSpPr txBox="1"/>
          <p:nvPr/>
        </p:nvSpPr>
        <p:spPr>
          <a:xfrm>
            <a:off x="5165803" y="4045431"/>
            <a:ext cx="867866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cxnSp>
        <p:nvCxnSpPr>
          <p:cNvPr id="198" name="Прямая со стрелкой 18">
            <a:extLst>
              <a:ext uri="{FF2B5EF4-FFF2-40B4-BE49-F238E27FC236}">
                <a16:creationId xmlns:a16="http://schemas.microsoft.com/office/drawing/2014/main" id="{E24C86D1-B1B2-0973-0C35-766D2673E24F}"/>
              </a:ext>
            </a:extLst>
          </p:cNvPr>
          <p:cNvCxnSpPr>
            <a:cxnSpLocks/>
            <a:stCxn id="68" idx="3"/>
            <a:endCxn id="138" idx="4"/>
          </p:cNvCxnSpPr>
          <p:nvPr/>
        </p:nvCxnSpPr>
        <p:spPr>
          <a:xfrm rot="5400000">
            <a:off x="8023306" y="942040"/>
            <a:ext cx="518189" cy="3927576"/>
          </a:xfrm>
          <a:prstGeom prst="curvedConnector2">
            <a:avLst/>
          </a:prstGeom>
          <a:ln w="31750">
            <a:solidFill>
              <a:schemeClr val="tx1">
                <a:lumMod val="95000"/>
                <a:lumOff val="5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1" name="Прямая со стрелкой 18">
            <a:extLst>
              <a:ext uri="{FF2B5EF4-FFF2-40B4-BE49-F238E27FC236}">
                <a16:creationId xmlns:a16="http://schemas.microsoft.com/office/drawing/2014/main" id="{E6610087-EEA6-8CB3-DB1C-596299E7C6E4}"/>
              </a:ext>
            </a:extLst>
          </p:cNvPr>
          <p:cNvCxnSpPr>
            <a:cxnSpLocks/>
            <a:stCxn id="138" idx="2"/>
            <a:endCxn id="9" idx="3"/>
          </p:cNvCxnSpPr>
          <p:nvPr/>
        </p:nvCxnSpPr>
        <p:spPr>
          <a:xfrm rot="10800000">
            <a:off x="2213257" y="2646735"/>
            <a:ext cx="3017422" cy="518189"/>
          </a:xfrm>
          <a:prstGeom prst="curvedConnector2">
            <a:avLst/>
          </a:prstGeom>
          <a:ln w="31750">
            <a:solidFill>
              <a:schemeClr val="tx1">
                <a:lumMod val="95000"/>
                <a:lumOff val="5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4" name="Прямая со стрелкой 18">
            <a:extLst>
              <a:ext uri="{FF2B5EF4-FFF2-40B4-BE49-F238E27FC236}">
                <a16:creationId xmlns:a16="http://schemas.microsoft.com/office/drawing/2014/main" id="{367169FA-98EA-11DB-5DDF-4A37DA71E9A0}"/>
              </a:ext>
            </a:extLst>
          </p:cNvPr>
          <p:cNvCxnSpPr>
            <a:cxnSpLocks/>
            <a:stCxn id="68" idx="1"/>
            <a:endCxn id="9" idx="1"/>
          </p:cNvCxnSpPr>
          <p:nvPr/>
        </p:nvCxnSpPr>
        <p:spPr>
          <a:xfrm rot="16200000" flipV="1">
            <a:off x="6229723" y="-2668232"/>
            <a:ext cx="12700" cy="8032931"/>
          </a:xfrm>
          <a:prstGeom prst="curvedConnector3">
            <a:avLst>
              <a:gd name="adj1" fmla="val 3124142"/>
            </a:avLst>
          </a:prstGeom>
          <a:ln w="31750">
            <a:solidFill>
              <a:schemeClr val="tx1">
                <a:lumMod val="95000"/>
                <a:lumOff val="5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9" name="Цилиндр 218">
            <a:extLst>
              <a:ext uri="{FF2B5EF4-FFF2-40B4-BE49-F238E27FC236}">
                <a16:creationId xmlns:a16="http://schemas.microsoft.com/office/drawing/2014/main" id="{F97146B8-7B39-B451-1FBC-DE4AC56132F9}"/>
              </a:ext>
            </a:extLst>
          </p:cNvPr>
          <p:cNvSpPr/>
          <p:nvPr/>
        </p:nvSpPr>
        <p:spPr>
          <a:xfrm>
            <a:off x="6585031" y="1165451"/>
            <a:ext cx="1187095" cy="1416855"/>
          </a:xfrm>
          <a:prstGeom prst="can">
            <a:avLst/>
          </a:prstGeom>
          <a:solidFill>
            <a:srgbClr val="C00000"/>
          </a:solidFill>
          <a:ln>
            <a:solidFill>
              <a:srgbClr val="5C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pg</a:t>
            </a:r>
            <a:r>
              <a:rPr lang="en-US" dirty="0"/>
              <a:t>-locker</a:t>
            </a:r>
            <a:endParaRPr lang="ru-BY" dirty="0"/>
          </a:p>
        </p:txBody>
      </p:sp>
      <p:sp>
        <p:nvSpPr>
          <p:cNvPr id="256" name="TextBox 255">
            <a:extLst>
              <a:ext uri="{FF2B5EF4-FFF2-40B4-BE49-F238E27FC236}">
                <a16:creationId xmlns:a16="http://schemas.microsoft.com/office/drawing/2014/main" id="{58279774-7160-836C-6405-54333B773624}"/>
              </a:ext>
            </a:extLst>
          </p:cNvPr>
          <p:cNvSpPr txBox="1"/>
          <p:nvPr/>
        </p:nvSpPr>
        <p:spPr>
          <a:xfrm>
            <a:off x="7477985" y="2681788"/>
            <a:ext cx="867866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sp>
        <p:nvSpPr>
          <p:cNvPr id="257" name="TextBox 256">
            <a:extLst>
              <a:ext uri="{FF2B5EF4-FFF2-40B4-BE49-F238E27FC236}">
                <a16:creationId xmlns:a16="http://schemas.microsoft.com/office/drawing/2014/main" id="{DD53FC2A-CEAB-0AD0-B55F-D0A914B98D3C}"/>
              </a:ext>
            </a:extLst>
          </p:cNvPr>
          <p:cNvSpPr txBox="1"/>
          <p:nvPr/>
        </p:nvSpPr>
        <p:spPr>
          <a:xfrm>
            <a:off x="3023642" y="2536496"/>
            <a:ext cx="867866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sp>
        <p:nvSpPr>
          <p:cNvPr id="258" name="TextBox 257">
            <a:extLst>
              <a:ext uri="{FF2B5EF4-FFF2-40B4-BE49-F238E27FC236}">
                <a16:creationId xmlns:a16="http://schemas.microsoft.com/office/drawing/2014/main" id="{54BDDF33-7B5B-73FC-63C5-23E52053FDAB}"/>
              </a:ext>
            </a:extLst>
          </p:cNvPr>
          <p:cNvSpPr txBox="1"/>
          <p:nvPr/>
        </p:nvSpPr>
        <p:spPr>
          <a:xfrm>
            <a:off x="8730673" y="1107687"/>
            <a:ext cx="867866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sp>
        <p:nvSpPr>
          <p:cNvPr id="259" name="TextBox 258">
            <a:extLst>
              <a:ext uri="{FF2B5EF4-FFF2-40B4-BE49-F238E27FC236}">
                <a16:creationId xmlns:a16="http://schemas.microsoft.com/office/drawing/2014/main" id="{F59F23C3-6E7B-BAAF-769B-9EDF4ADABFE5}"/>
              </a:ext>
            </a:extLst>
          </p:cNvPr>
          <p:cNvSpPr txBox="1"/>
          <p:nvPr/>
        </p:nvSpPr>
        <p:spPr>
          <a:xfrm>
            <a:off x="2973785" y="1181682"/>
            <a:ext cx="867866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cxnSp>
        <p:nvCxnSpPr>
          <p:cNvPr id="260" name="Прямая со стрелкой 18">
            <a:extLst>
              <a:ext uri="{FF2B5EF4-FFF2-40B4-BE49-F238E27FC236}">
                <a16:creationId xmlns:a16="http://schemas.microsoft.com/office/drawing/2014/main" id="{1638CF53-861A-7EA7-7816-D17722443F84}"/>
              </a:ext>
            </a:extLst>
          </p:cNvPr>
          <p:cNvCxnSpPr>
            <a:cxnSpLocks/>
            <a:stCxn id="219" idx="2"/>
            <a:endCxn id="138" idx="1"/>
          </p:cNvCxnSpPr>
          <p:nvPr/>
        </p:nvCxnSpPr>
        <p:spPr>
          <a:xfrm rot="10800000" flipV="1">
            <a:off x="5774647" y="1873879"/>
            <a:ext cx="810385" cy="641794"/>
          </a:xfrm>
          <a:prstGeom prst="curvedConnector2">
            <a:avLst/>
          </a:prstGeom>
          <a:ln w="31750">
            <a:solidFill>
              <a:schemeClr val="tx1">
                <a:lumMod val="95000"/>
                <a:lumOff val="5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3" name="Прямая со стрелкой 18">
            <a:extLst>
              <a:ext uri="{FF2B5EF4-FFF2-40B4-BE49-F238E27FC236}">
                <a16:creationId xmlns:a16="http://schemas.microsoft.com/office/drawing/2014/main" id="{53F97DCD-6CB1-67FC-5E16-26E146F51A93}"/>
              </a:ext>
            </a:extLst>
          </p:cNvPr>
          <p:cNvCxnSpPr>
            <a:cxnSpLocks/>
            <a:stCxn id="219" idx="2"/>
            <a:endCxn id="9" idx="4"/>
          </p:cNvCxnSpPr>
          <p:nvPr/>
        </p:nvCxnSpPr>
        <p:spPr>
          <a:xfrm rot="10800000" flipV="1">
            <a:off x="2757223" y="1873878"/>
            <a:ext cx="3827808" cy="123605"/>
          </a:xfrm>
          <a:prstGeom prst="curvedConnector3">
            <a:avLst>
              <a:gd name="adj1" fmla="val 50000"/>
            </a:avLst>
          </a:prstGeom>
          <a:ln w="31750">
            <a:solidFill>
              <a:schemeClr val="accent2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6" name="Прямая со стрелкой 18">
            <a:extLst>
              <a:ext uri="{FF2B5EF4-FFF2-40B4-BE49-F238E27FC236}">
                <a16:creationId xmlns:a16="http://schemas.microsoft.com/office/drawing/2014/main" id="{CFAEA455-C352-AAFE-3A31-354F9E3B482B}"/>
              </a:ext>
            </a:extLst>
          </p:cNvPr>
          <p:cNvCxnSpPr>
            <a:cxnSpLocks/>
            <a:stCxn id="219" idx="4"/>
            <a:endCxn id="68" idx="2"/>
          </p:cNvCxnSpPr>
          <p:nvPr/>
        </p:nvCxnSpPr>
        <p:spPr>
          <a:xfrm>
            <a:off x="7772126" y="1873879"/>
            <a:ext cx="1930095" cy="123605"/>
          </a:xfrm>
          <a:prstGeom prst="curvedConnector3">
            <a:avLst>
              <a:gd name="adj1" fmla="val 50000"/>
            </a:avLst>
          </a:prstGeom>
          <a:ln w="31750">
            <a:solidFill>
              <a:schemeClr val="tx1">
                <a:lumMod val="95000"/>
                <a:lumOff val="5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9" name="TextBox 268">
            <a:extLst>
              <a:ext uri="{FF2B5EF4-FFF2-40B4-BE49-F238E27FC236}">
                <a16:creationId xmlns:a16="http://schemas.microsoft.com/office/drawing/2014/main" id="{49A2AAB3-1A49-2A61-5531-BDF57480A889}"/>
              </a:ext>
            </a:extLst>
          </p:cNvPr>
          <p:cNvSpPr txBox="1"/>
          <p:nvPr/>
        </p:nvSpPr>
        <p:spPr>
          <a:xfrm>
            <a:off x="8434847" y="1584764"/>
            <a:ext cx="604653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lock</a:t>
            </a:r>
            <a:endParaRPr lang="ru-BY" dirty="0"/>
          </a:p>
        </p:txBody>
      </p:sp>
      <p:sp>
        <p:nvSpPr>
          <p:cNvPr id="270" name="TextBox 269">
            <a:extLst>
              <a:ext uri="{FF2B5EF4-FFF2-40B4-BE49-F238E27FC236}">
                <a16:creationId xmlns:a16="http://schemas.microsoft.com/office/drawing/2014/main" id="{69A33C7D-9720-EB54-0886-65F6F5998EB5}"/>
              </a:ext>
            </a:extLst>
          </p:cNvPr>
          <p:cNvSpPr txBox="1"/>
          <p:nvPr/>
        </p:nvSpPr>
        <p:spPr>
          <a:xfrm>
            <a:off x="3933963" y="1610311"/>
            <a:ext cx="604653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lock</a:t>
            </a:r>
            <a:endParaRPr lang="ru-BY" dirty="0"/>
          </a:p>
        </p:txBody>
      </p:sp>
      <p:sp>
        <p:nvSpPr>
          <p:cNvPr id="271" name="TextBox 270">
            <a:extLst>
              <a:ext uri="{FF2B5EF4-FFF2-40B4-BE49-F238E27FC236}">
                <a16:creationId xmlns:a16="http://schemas.microsoft.com/office/drawing/2014/main" id="{23985170-98D4-49F9-2456-59DFBED5B3A1}"/>
              </a:ext>
            </a:extLst>
          </p:cNvPr>
          <p:cNvSpPr txBox="1"/>
          <p:nvPr/>
        </p:nvSpPr>
        <p:spPr>
          <a:xfrm>
            <a:off x="5327376" y="1935680"/>
            <a:ext cx="604653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lock</a:t>
            </a:r>
            <a:endParaRPr lang="ru-BY" dirty="0"/>
          </a:p>
        </p:txBody>
      </p:sp>
    </p:spTree>
    <p:extLst>
      <p:ext uri="{BB962C8B-B14F-4D97-AF65-F5344CB8AC3E}">
        <p14:creationId xmlns:p14="http://schemas.microsoft.com/office/powerpoint/2010/main" val="73148401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94E4C0E-6D42-9859-A288-13B3204AF1E0}"/>
              </a:ext>
            </a:extLst>
          </p:cNvPr>
          <p:cNvSpPr txBox="1"/>
          <p:nvPr/>
        </p:nvSpPr>
        <p:spPr>
          <a:xfrm>
            <a:off x="230406" y="226738"/>
            <a:ext cx="635462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600" dirty="0"/>
              <a:t>Общая архитектура кластера</a:t>
            </a:r>
            <a:endParaRPr lang="en-US" sz="3600" dirty="0"/>
          </a:p>
        </p:txBody>
      </p:sp>
      <p:sp>
        <p:nvSpPr>
          <p:cNvPr id="23" name="Цилиндр 22">
            <a:extLst>
              <a:ext uri="{FF2B5EF4-FFF2-40B4-BE49-F238E27FC236}">
                <a16:creationId xmlns:a16="http://schemas.microsoft.com/office/drawing/2014/main" id="{EF1DB332-50CD-775B-ABA2-0817F517ECDA}"/>
              </a:ext>
            </a:extLst>
          </p:cNvPr>
          <p:cNvSpPr/>
          <p:nvPr/>
        </p:nvSpPr>
        <p:spPr>
          <a:xfrm>
            <a:off x="215162" y="3220803"/>
            <a:ext cx="1087933" cy="1298500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coord-1</a:t>
            </a:r>
            <a:endParaRPr lang="ru-BY" dirty="0"/>
          </a:p>
        </p:txBody>
      </p:sp>
      <p:cxnSp>
        <p:nvCxnSpPr>
          <p:cNvPr id="24" name="Прямая со стрелкой 18">
            <a:extLst>
              <a:ext uri="{FF2B5EF4-FFF2-40B4-BE49-F238E27FC236}">
                <a16:creationId xmlns:a16="http://schemas.microsoft.com/office/drawing/2014/main" id="{8DA426C6-59CA-DA3A-D5CB-51EF9C2A4510}"/>
              </a:ext>
            </a:extLst>
          </p:cNvPr>
          <p:cNvCxnSpPr>
            <a:cxnSpLocks/>
            <a:stCxn id="23" idx="4"/>
            <a:endCxn id="77" idx="2"/>
          </p:cNvCxnSpPr>
          <p:nvPr/>
        </p:nvCxnSpPr>
        <p:spPr>
          <a:xfrm flipV="1">
            <a:off x="1303095" y="3852081"/>
            <a:ext cx="823068" cy="17972"/>
          </a:xfrm>
          <a:prstGeom prst="straightConnector1">
            <a:avLst/>
          </a:prstGeom>
          <a:ln w="31750">
            <a:solidFill>
              <a:schemeClr val="tx1">
                <a:lumMod val="95000"/>
                <a:lumOff val="5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Прямая со стрелкой 18">
            <a:extLst>
              <a:ext uri="{FF2B5EF4-FFF2-40B4-BE49-F238E27FC236}">
                <a16:creationId xmlns:a16="http://schemas.microsoft.com/office/drawing/2014/main" id="{B88E1360-ADC8-7A39-E28B-1D30D90CA2CC}"/>
              </a:ext>
            </a:extLst>
          </p:cNvPr>
          <p:cNvCxnSpPr>
            <a:cxnSpLocks/>
            <a:stCxn id="78" idx="1"/>
            <a:endCxn id="23" idx="3"/>
          </p:cNvCxnSpPr>
          <p:nvPr/>
        </p:nvCxnSpPr>
        <p:spPr>
          <a:xfrm flipH="1" flipV="1">
            <a:off x="759129" y="4519303"/>
            <a:ext cx="1408013" cy="644414"/>
          </a:xfrm>
          <a:prstGeom prst="straightConnector1">
            <a:avLst/>
          </a:prstGeom>
          <a:ln w="31750">
            <a:solidFill>
              <a:schemeClr val="tx1">
                <a:lumMod val="95000"/>
                <a:lumOff val="5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Прямая со стрелкой 18">
            <a:extLst>
              <a:ext uri="{FF2B5EF4-FFF2-40B4-BE49-F238E27FC236}">
                <a16:creationId xmlns:a16="http://schemas.microsoft.com/office/drawing/2014/main" id="{B88E1360-ADC8-7A39-E28B-1D30D90CA2CC}"/>
              </a:ext>
            </a:extLst>
          </p:cNvPr>
          <p:cNvCxnSpPr>
            <a:cxnSpLocks/>
            <a:stCxn id="23" idx="3"/>
            <a:endCxn id="79" idx="1"/>
          </p:cNvCxnSpPr>
          <p:nvPr/>
        </p:nvCxnSpPr>
        <p:spPr>
          <a:xfrm flipH="1">
            <a:off x="750020" y="4519303"/>
            <a:ext cx="9109" cy="644414"/>
          </a:xfrm>
          <a:prstGeom prst="straightConnector1">
            <a:avLst/>
          </a:prstGeom>
          <a:ln w="31750">
            <a:solidFill>
              <a:schemeClr val="tx1">
                <a:lumMod val="95000"/>
                <a:lumOff val="5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Цилиндр 8">
            <a:extLst>
              <a:ext uri="{FF2B5EF4-FFF2-40B4-BE49-F238E27FC236}">
                <a16:creationId xmlns:a16="http://schemas.microsoft.com/office/drawing/2014/main" id="{A6CB4848-BD9F-00DA-AFBB-169D872B698A}"/>
              </a:ext>
            </a:extLst>
          </p:cNvPr>
          <p:cNvSpPr/>
          <p:nvPr/>
        </p:nvSpPr>
        <p:spPr>
          <a:xfrm>
            <a:off x="1669290" y="1348234"/>
            <a:ext cx="1087933" cy="1298500"/>
          </a:xfrm>
          <a:prstGeom prst="can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master-1</a:t>
            </a:r>
            <a:endParaRPr lang="ru-BY" sz="1200" dirty="0"/>
          </a:p>
        </p:txBody>
      </p:sp>
      <p:cxnSp>
        <p:nvCxnSpPr>
          <p:cNvPr id="10" name="Прямая со стрелкой 18">
            <a:extLst>
              <a:ext uri="{FF2B5EF4-FFF2-40B4-BE49-F238E27FC236}">
                <a16:creationId xmlns:a16="http://schemas.microsoft.com/office/drawing/2014/main" id="{6BDA3585-87B9-649E-1E95-BF31212098C0}"/>
              </a:ext>
            </a:extLst>
          </p:cNvPr>
          <p:cNvCxnSpPr>
            <a:cxnSpLocks/>
            <a:stCxn id="23" idx="1"/>
            <a:endCxn id="9" idx="2"/>
          </p:cNvCxnSpPr>
          <p:nvPr/>
        </p:nvCxnSpPr>
        <p:spPr>
          <a:xfrm flipV="1">
            <a:off x="759129" y="1997484"/>
            <a:ext cx="910161" cy="1223319"/>
          </a:xfrm>
          <a:prstGeom prst="straightConnector1">
            <a:avLst/>
          </a:prstGeom>
          <a:ln w="31750">
            <a:solidFill>
              <a:schemeClr val="tx1">
                <a:lumMod val="95000"/>
                <a:lumOff val="5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273A2584-B55C-170F-E6C7-B55FA12521EE}"/>
              </a:ext>
            </a:extLst>
          </p:cNvPr>
          <p:cNvSpPr txBox="1"/>
          <p:nvPr/>
        </p:nvSpPr>
        <p:spPr>
          <a:xfrm>
            <a:off x="400574" y="2252160"/>
            <a:ext cx="867866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1791FD8-19AD-0449-82A9-93DFE76667E6}"/>
              </a:ext>
            </a:extLst>
          </p:cNvPr>
          <p:cNvSpPr txBox="1"/>
          <p:nvPr/>
        </p:nvSpPr>
        <p:spPr>
          <a:xfrm>
            <a:off x="9354132" y="4629978"/>
            <a:ext cx="1043940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sharding</a:t>
            </a:r>
            <a:endParaRPr lang="ru-BY" dirty="0"/>
          </a:p>
        </p:txBody>
      </p:sp>
      <p:sp>
        <p:nvSpPr>
          <p:cNvPr id="63" name="Цилиндр 62">
            <a:extLst>
              <a:ext uri="{FF2B5EF4-FFF2-40B4-BE49-F238E27FC236}">
                <a16:creationId xmlns:a16="http://schemas.microsoft.com/office/drawing/2014/main" id="{4B01D485-58C5-F64B-892A-4DB24B7AC6F5}"/>
              </a:ext>
            </a:extLst>
          </p:cNvPr>
          <p:cNvSpPr/>
          <p:nvPr/>
        </p:nvSpPr>
        <p:spPr>
          <a:xfrm>
            <a:off x="10888904" y="3220803"/>
            <a:ext cx="1087933" cy="1298500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coord-3</a:t>
            </a:r>
            <a:endParaRPr lang="ru-BY" dirty="0"/>
          </a:p>
        </p:txBody>
      </p:sp>
      <p:cxnSp>
        <p:nvCxnSpPr>
          <p:cNvPr id="64" name="Прямая со стрелкой 18">
            <a:extLst>
              <a:ext uri="{FF2B5EF4-FFF2-40B4-BE49-F238E27FC236}">
                <a16:creationId xmlns:a16="http://schemas.microsoft.com/office/drawing/2014/main" id="{E0164565-70E0-C7C7-2C99-E337B9E0B7F3}"/>
              </a:ext>
            </a:extLst>
          </p:cNvPr>
          <p:cNvCxnSpPr>
            <a:cxnSpLocks/>
            <a:stCxn id="63" idx="3"/>
            <a:endCxn id="80" idx="1"/>
          </p:cNvCxnSpPr>
          <p:nvPr/>
        </p:nvCxnSpPr>
        <p:spPr>
          <a:xfrm>
            <a:off x="11432871" y="4519303"/>
            <a:ext cx="9110" cy="644414"/>
          </a:xfrm>
          <a:prstGeom prst="straightConnector1">
            <a:avLst/>
          </a:prstGeom>
          <a:ln w="31750">
            <a:solidFill>
              <a:schemeClr val="tx1">
                <a:lumMod val="95000"/>
                <a:lumOff val="5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Прямая со стрелкой 18">
            <a:extLst>
              <a:ext uri="{FF2B5EF4-FFF2-40B4-BE49-F238E27FC236}">
                <a16:creationId xmlns:a16="http://schemas.microsoft.com/office/drawing/2014/main" id="{3B012901-C858-91F9-0976-418FE294860D}"/>
              </a:ext>
            </a:extLst>
          </p:cNvPr>
          <p:cNvCxnSpPr>
            <a:cxnSpLocks/>
            <a:stCxn id="75" idx="1"/>
            <a:endCxn id="63" idx="3"/>
          </p:cNvCxnSpPr>
          <p:nvPr/>
        </p:nvCxnSpPr>
        <p:spPr>
          <a:xfrm flipV="1">
            <a:off x="10024859" y="4519303"/>
            <a:ext cx="1408012" cy="644414"/>
          </a:xfrm>
          <a:prstGeom prst="straightConnector1">
            <a:avLst/>
          </a:prstGeom>
          <a:ln w="31750">
            <a:solidFill>
              <a:schemeClr val="tx1">
                <a:lumMod val="95000"/>
                <a:lumOff val="5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Прямая со стрелкой 18">
            <a:extLst>
              <a:ext uri="{FF2B5EF4-FFF2-40B4-BE49-F238E27FC236}">
                <a16:creationId xmlns:a16="http://schemas.microsoft.com/office/drawing/2014/main" id="{C3FFC7E5-B5AC-380A-3E46-45A18ABA9FA2}"/>
              </a:ext>
            </a:extLst>
          </p:cNvPr>
          <p:cNvCxnSpPr>
            <a:cxnSpLocks/>
            <a:stCxn id="63" idx="2"/>
            <a:endCxn id="67" idx="4"/>
          </p:cNvCxnSpPr>
          <p:nvPr/>
        </p:nvCxnSpPr>
        <p:spPr>
          <a:xfrm flipH="1">
            <a:off x="10054688" y="3870053"/>
            <a:ext cx="834216" cy="4836"/>
          </a:xfrm>
          <a:prstGeom prst="straightConnector1">
            <a:avLst/>
          </a:prstGeom>
          <a:ln w="31750">
            <a:solidFill>
              <a:schemeClr val="tx1">
                <a:lumMod val="95000"/>
                <a:lumOff val="5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Цилиндр 66">
            <a:extLst>
              <a:ext uri="{FF2B5EF4-FFF2-40B4-BE49-F238E27FC236}">
                <a16:creationId xmlns:a16="http://schemas.microsoft.com/office/drawing/2014/main" id="{128093ED-E928-3A89-4AAA-8DA88C49702D}"/>
              </a:ext>
            </a:extLst>
          </p:cNvPr>
          <p:cNvSpPr/>
          <p:nvPr/>
        </p:nvSpPr>
        <p:spPr>
          <a:xfrm>
            <a:off x="8751185" y="3096992"/>
            <a:ext cx="1303503" cy="1555794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worker-3-0</a:t>
            </a:r>
            <a:endParaRPr lang="ru-BY" dirty="0"/>
          </a:p>
        </p:txBody>
      </p:sp>
      <p:sp>
        <p:nvSpPr>
          <p:cNvPr id="68" name="Цилиндр 67">
            <a:extLst>
              <a:ext uri="{FF2B5EF4-FFF2-40B4-BE49-F238E27FC236}">
                <a16:creationId xmlns:a16="http://schemas.microsoft.com/office/drawing/2014/main" id="{656280ED-80FF-2A22-8B12-8033CCBAAD4E}"/>
              </a:ext>
            </a:extLst>
          </p:cNvPr>
          <p:cNvSpPr/>
          <p:nvPr/>
        </p:nvSpPr>
        <p:spPr>
          <a:xfrm>
            <a:off x="9702221" y="1348234"/>
            <a:ext cx="1087933" cy="1298500"/>
          </a:xfrm>
          <a:prstGeom prst="can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master-3</a:t>
            </a:r>
            <a:endParaRPr lang="ru-BY" sz="1200" dirty="0"/>
          </a:p>
        </p:txBody>
      </p:sp>
      <p:cxnSp>
        <p:nvCxnSpPr>
          <p:cNvPr id="69" name="Прямая со стрелкой 18">
            <a:extLst>
              <a:ext uri="{FF2B5EF4-FFF2-40B4-BE49-F238E27FC236}">
                <a16:creationId xmlns:a16="http://schemas.microsoft.com/office/drawing/2014/main" id="{3C276CDB-B51F-B4E7-01DB-6FE9E932957D}"/>
              </a:ext>
            </a:extLst>
          </p:cNvPr>
          <p:cNvCxnSpPr>
            <a:cxnSpLocks/>
            <a:stCxn id="63" idx="1"/>
            <a:endCxn id="68" idx="4"/>
          </p:cNvCxnSpPr>
          <p:nvPr/>
        </p:nvCxnSpPr>
        <p:spPr>
          <a:xfrm flipH="1" flipV="1">
            <a:off x="10790154" y="1997484"/>
            <a:ext cx="642717" cy="1223319"/>
          </a:xfrm>
          <a:prstGeom prst="straightConnector1">
            <a:avLst/>
          </a:prstGeom>
          <a:ln w="31750">
            <a:solidFill>
              <a:schemeClr val="tx1">
                <a:lumMod val="95000"/>
                <a:lumOff val="5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FF4DE35B-CC66-B590-425F-C3360A92F914}"/>
              </a:ext>
            </a:extLst>
          </p:cNvPr>
          <p:cNvSpPr txBox="1"/>
          <p:nvPr/>
        </p:nvSpPr>
        <p:spPr>
          <a:xfrm>
            <a:off x="10998937" y="2271675"/>
            <a:ext cx="867866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sp>
        <p:nvSpPr>
          <p:cNvPr id="75" name="Цилиндр 74">
            <a:extLst>
              <a:ext uri="{FF2B5EF4-FFF2-40B4-BE49-F238E27FC236}">
                <a16:creationId xmlns:a16="http://schemas.microsoft.com/office/drawing/2014/main" id="{1081BE96-8EE3-23DD-00BD-4DE2FB885273}"/>
              </a:ext>
            </a:extLst>
          </p:cNvPr>
          <p:cNvSpPr/>
          <p:nvPr/>
        </p:nvSpPr>
        <p:spPr>
          <a:xfrm>
            <a:off x="9373107" y="5163717"/>
            <a:ext cx="1303503" cy="1555794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worker-3-</a:t>
            </a:r>
            <a:r>
              <a:rPr lang="ru-RU" dirty="0"/>
              <a:t>1</a:t>
            </a:r>
            <a:endParaRPr lang="ru-BY" dirty="0"/>
          </a:p>
        </p:txBody>
      </p:sp>
      <p:sp>
        <p:nvSpPr>
          <p:cNvPr id="77" name="Цилиндр 76">
            <a:extLst>
              <a:ext uri="{FF2B5EF4-FFF2-40B4-BE49-F238E27FC236}">
                <a16:creationId xmlns:a16="http://schemas.microsoft.com/office/drawing/2014/main" id="{74E180FE-7261-B185-0C8D-C9C0042627B9}"/>
              </a:ext>
            </a:extLst>
          </p:cNvPr>
          <p:cNvSpPr/>
          <p:nvPr/>
        </p:nvSpPr>
        <p:spPr>
          <a:xfrm>
            <a:off x="2126163" y="3074184"/>
            <a:ext cx="1303503" cy="1555794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</a:t>
            </a:r>
            <a:r>
              <a:rPr lang="ru-RU" dirty="0"/>
              <a:t>1</a:t>
            </a:r>
            <a:r>
              <a:rPr lang="en-US" dirty="0"/>
              <a:t>-</a:t>
            </a:r>
            <a:r>
              <a:rPr lang="ru-RU" dirty="0"/>
              <a:t>2</a:t>
            </a:r>
            <a:endParaRPr lang="ru-BY" dirty="0"/>
          </a:p>
        </p:txBody>
      </p:sp>
      <p:sp>
        <p:nvSpPr>
          <p:cNvPr id="78" name="Цилиндр 77">
            <a:extLst>
              <a:ext uri="{FF2B5EF4-FFF2-40B4-BE49-F238E27FC236}">
                <a16:creationId xmlns:a16="http://schemas.microsoft.com/office/drawing/2014/main" id="{669EF9BA-FD3C-AD21-BB9F-57CF7987C597}"/>
              </a:ext>
            </a:extLst>
          </p:cNvPr>
          <p:cNvSpPr/>
          <p:nvPr/>
        </p:nvSpPr>
        <p:spPr>
          <a:xfrm>
            <a:off x="1515390" y="5163717"/>
            <a:ext cx="1303503" cy="1555794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</a:t>
            </a:r>
            <a:r>
              <a:rPr lang="ru-RU" dirty="0"/>
              <a:t>1</a:t>
            </a:r>
            <a:r>
              <a:rPr lang="en-US" dirty="0"/>
              <a:t>-</a:t>
            </a:r>
            <a:r>
              <a:rPr lang="ru-RU" dirty="0"/>
              <a:t>1</a:t>
            </a:r>
            <a:endParaRPr lang="ru-BY" dirty="0"/>
          </a:p>
        </p:txBody>
      </p:sp>
      <p:sp>
        <p:nvSpPr>
          <p:cNvPr id="79" name="Цилиндр 78">
            <a:extLst>
              <a:ext uri="{FF2B5EF4-FFF2-40B4-BE49-F238E27FC236}">
                <a16:creationId xmlns:a16="http://schemas.microsoft.com/office/drawing/2014/main" id="{90EF0D7E-9F2C-1E4A-15C1-C868A4B7BA30}"/>
              </a:ext>
            </a:extLst>
          </p:cNvPr>
          <p:cNvSpPr/>
          <p:nvPr/>
        </p:nvSpPr>
        <p:spPr>
          <a:xfrm>
            <a:off x="98268" y="5163717"/>
            <a:ext cx="1303503" cy="1555794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</a:t>
            </a:r>
            <a:r>
              <a:rPr lang="ru-RU" dirty="0"/>
              <a:t>1</a:t>
            </a:r>
            <a:r>
              <a:rPr lang="en-US" dirty="0"/>
              <a:t>-0</a:t>
            </a:r>
            <a:endParaRPr lang="ru-BY" dirty="0"/>
          </a:p>
        </p:txBody>
      </p:sp>
      <p:sp>
        <p:nvSpPr>
          <p:cNvPr id="80" name="Цилиндр 79">
            <a:extLst>
              <a:ext uri="{FF2B5EF4-FFF2-40B4-BE49-F238E27FC236}">
                <a16:creationId xmlns:a16="http://schemas.microsoft.com/office/drawing/2014/main" id="{CAE1BEEA-12C6-891C-CD6E-5AD101581989}"/>
              </a:ext>
            </a:extLst>
          </p:cNvPr>
          <p:cNvSpPr/>
          <p:nvPr/>
        </p:nvSpPr>
        <p:spPr>
          <a:xfrm>
            <a:off x="10790229" y="5163717"/>
            <a:ext cx="1303503" cy="1555794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worker-3-</a:t>
            </a:r>
            <a:r>
              <a:rPr lang="ru-RU" dirty="0"/>
              <a:t>2</a:t>
            </a:r>
            <a:endParaRPr lang="ru-BY" dirty="0"/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2E24B429-77BF-4902-7BC8-2E29AEE76BA6}"/>
              </a:ext>
            </a:extLst>
          </p:cNvPr>
          <p:cNvSpPr txBox="1"/>
          <p:nvPr/>
        </p:nvSpPr>
        <p:spPr>
          <a:xfrm>
            <a:off x="1667169" y="4648857"/>
            <a:ext cx="1043940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sharding</a:t>
            </a:r>
            <a:endParaRPr lang="ru-BY" dirty="0"/>
          </a:p>
        </p:txBody>
      </p:sp>
      <p:sp>
        <p:nvSpPr>
          <p:cNvPr id="133" name="Цилиндр 132">
            <a:extLst>
              <a:ext uri="{FF2B5EF4-FFF2-40B4-BE49-F238E27FC236}">
                <a16:creationId xmlns:a16="http://schemas.microsoft.com/office/drawing/2014/main" id="{10422A75-5CBF-D970-425D-012B72501D29}"/>
              </a:ext>
            </a:extLst>
          </p:cNvPr>
          <p:cNvSpPr/>
          <p:nvPr/>
        </p:nvSpPr>
        <p:spPr>
          <a:xfrm>
            <a:off x="3933963" y="3516144"/>
            <a:ext cx="1087933" cy="1298500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coord-2</a:t>
            </a:r>
            <a:endParaRPr lang="ru-BY" dirty="0"/>
          </a:p>
        </p:txBody>
      </p:sp>
      <p:cxnSp>
        <p:nvCxnSpPr>
          <p:cNvPr id="134" name="Прямая со стрелкой 18">
            <a:extLst>
              <a:ext uri="{FF2B5EF4-FFF2-40B4-BE49-F238E27FC236}">
                <a16:creationId xmlns:a16="http://schemas.microsoft.com/office/drawing/2014/main" id="{DE6C28DF-FDB8-8101-9E67-6B6088DA23CF}"/>
              </a:ext>
            </a:extLst>
          </p:cNvPr>
          <p:cNvCxnSpPr>
            <a:cxnSpLocks/>
            <a:stCxn id="133" idx="3"/>
            <a:endCxn id="142" idx="1"/>
          </p:cNvCxnSpPr>
          <p:nvPr/>
        </p:nvCxnSpPr>
        <p:spPr>
          <a:xfrm>
            <a:off x="4477930" y="4814644"/>
            <a:ext cx="3035191" cy="349073"/>
          </a:xfrm>
          <a:prstGeom prst="straightConnector1">
            <a:avLst/>
          </a:prstGeom>
          <a:ln w="31750">
            <a:solidFill>
              <a:schemeClr val="tx1">
                <a:lumMod val="95000"/>
                <a:lumOff val="5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Прямая со стрелкой 18">
            <a:extLst>
              <a:ext uri="{FF2B5EF4-FFF2-40B4-BE49-F238E27FC236}">
                <a16:creationId xmlns:a16="http://schemas.microsoft.com/office/drawing/2014/main" id="{03579E49-243C-2684-AA5D-46796F02523B}"/>
              </a:ext>
            </a:extLst>
          </p:cNvPr>
          <p:cNvCxnSpPr>
            <a:cxnSpLocks/>
            <a:stCxn id="141" idx="1"/>
            <a:endCxn id="133" idx="3"/>
          </p:cNvCxnSpPr>
          <p:nvPr/>
        </p:nvCxnSpPr>
        <p:spPr>
          <a:xfrm flipH="1" flipV="1">
            <a:off x="4477930" y="4814644"/>
            <a:ext cx="1618071" cy="349073"/>
          </a:xfrm>
          <a:prstGeom prst="straightConnector1">
            <a:avLst/>
          </a:prstGeom>
          <a:ln w="31750">
            <a:solidFill>
              <a:schemeClr val="tx1">
                <a:lumMod val="95000"/>
                <a:lumOff val="5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Прямая со стрелкой 18">
            <a:extLst>
              <a:ext uri="{FF2B5EF4-FFF2-40B4-BE49-F238E27FC236}">
                <a16:creationId xmlns:a16="http://schemas.microsoft.com/office/drawing/2014/main" id="{C44AAD08-2943-690B-31A8-0A09B9E072FD}"/>
              </a:ext>
            </a:extLst>
          </p:cNvPr>
          <p:cNvCxnSpPr>
            <a:cxnSpLocks/>
            <a:stCxn id="133" idx="3"/>
            <a:endCxn id="137" idx="1"/>
          </p:cNvCxnSpPr>
          <p:nvPr/>
        </p:nvCxnSpPr>
        <p:spPr>
          <a:xfrm>
            <a:off x="4477930" y="4814644"/>
            <a:ext cx="200891" cy="349073"/>
          </a:xfrm>
          <a:prstGeom prst="straightConnector1">
            <a:avLst/>
          </a:prstGeom>
          <a:ln w="31750">
            <a:solidFill>
              <a:schemeClr val="tx1">
                <a:lumMod val="95000"/>
                <a:lumOff val="5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7" name="Цилиндр 136">
            <a:extLst>
              <a:ext uri="{FF2B5EF4-FFF2-40B4-BE49-F238E27FC236}">
                <a16:creationId xmlns:a16="http://schemas.microsoft.com/office/drawing/2014/main" id="{CC73C14A-0919-2FE7-F8E9-5C086C1BA19A}"/>
              </a:ext>
            </a:extLst>
          </p:cNvPr>
          <p:cNvSpPr/>
          <p:nvPr/>
        </p:nvSpPr>
        <p:spPr>
          <a:xfrm>
            <a:off x="4027069" y="5163717"/>
            <a:ext cx="1303503" cy="1555794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worker-2-0</a:t>
            </a:r>
            <a:endParaRPr lang="ru-BY" dirty="0"/>
          </a:p>
        </p:txBody>
      </p:sp>
      <p:sp>
        <p:nvSpPr>
          <p:cNvPr id="138" name="Цилиндр 137">
            <a:extLst>
              <a:ext uri="{FF2B5EF4-FFF2-40B4-BE49-F238E27FC236}">
                <a16:creationId xmlns:a16="http://schemas.microsoft.com/office/drawing/2014/main" id="{7764FAA7-A17D-C3BE-BCE9-AF49FE66AF99}"/>
              </a:ext>
            </a:extLst>
          </p:cNvPr>
          <p:cNvSpPr/>
          <p:nvPr/>
        </p:nvSpPr>
        <p:spPr>
          <a:xfrm>
            <a:off x="5230679" y="2515673"/>
            <a:ext cx="1087933" cy="1298500"/>
          </a:xfrm>
          <a:prstGeom prst="can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master-2</a:t>
            </a:r>
            <a:endParaRPr lang="ru-BY" sz="1200" dirty="0"/>
          </a:p>
        </p:txBody>
      </p:sp>
      <p:cxnSp>
        <p:nvCxnSpPr>
          <p:cNvPr id="139" name="Прямая со стрелкой 18">
            <a:extLst>
              <a:ext uri="{FF2B5EF4-FFF2-40B4-BE49-F238E27FC236}">
                <a16:creationId xmlns:a16="http://schemas.microsoft.com/office/drawing/2014/main" id="{437692CA-6BAB-8682-E077-7E4A2777BBE4}"/>
              </a:ext>
            </a:extLst>
          </p:cNvPr>
          <p:cNvCxnSpPr>
            <a:cxnSpLocks/>
            <a:stCxn id="133" idx="4"/>
            <a:endCxn id="138" idx="3"/>
          </p:cNvCxnSpPr>
          <p:nvPr/>
        </p:nvCxnSpPr>
        <p:spPr>
          <a:xfrm flipV="1">
            <a:off x="5021896" y="3814173"/>
            <a:ext cx="752750" cy="351221"/>
          </a:xfrm>
          <a:prstGeom prst="straightConnector1">
            <a:avLst/>
          </a:prstGeom>
          <a:ln w="31750">
            <a:solidFill>
              <a:schemeClr val="tx1">
                <a:lumMod val="95000"/>
                <a:lumOff val="5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1" name="Цилиндр 140">
            <a:extLst>
              <a:ext uri="{FF2B5EF4-FFF2-40B4-BE49-F238E27FC236}">
                <a16:creationId xmlns:a16="http://schemas.microsoft.com/office/drawing/2014/main" id="{3039488A-90E7-C053-C3A5-6D2078D0D8AA}"/>
              </a:ext>
            </a:extLst>
          </p:cNvPr>
          <p:cNvSpPr/>
          <p:nvPr/>
        </p:nvSpPr>
        <p:spPr>
          <a:xfrm>
            <a:off x="5444249" y="5163717"/>
            <a:ext cx="1303503" cy="1555794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worker-2-</a:t>
            </a:r>
            <a:r>
              <a:rPr lang="ru-RU" dirty="0"/>
              <a:t>1</a:t>
            </a:r>
            <a:endParaRPr lang="ru-BY" dirty="0"/>
          </a:p>
        </p:txBody>
      </p:sp>
      <p:sp>
        <p:nvSpPr>
          <p:cNvPr id="142" name="Цилиндр 141">
            <a:extLst>
              <a:ext uri="{FF2B5EF4-FFF2-40B4-BE49-F238E27FC236}">
                <a16:creationId xmlns:a16="http://schemas.microsoft.com/office/drawing/2014/main" id="{C08D3B91-888D-4E44-94BF-FDCCFE5A5B8B}"/>
              </a:ext>
            </a:extLst>
          </p:cNvPr>
          <p:cNvSpPr/>
          <p:nvPr/>
        </p:nvSpPr>
        <p:spPr>
          <a:xfrm>
            <a:off x="6861369" y="5163717"/>
            <a:ext cx="1303503" cy="1555794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worker-2-</a:t>
            </a:r>
            <a:r>
              <a:rPr lang="ru-RU" dirty="0"/>
              <a:t>2</a:t>
            </a:r>
            <a:endParaRPr lang="ru-BY" dirty="0"/>
          </a:p>
        </p:txBody>
      </p:sp>
      <p:sp>
        <p:nvSpPr>
          <p:cNvPr id="185" name="TextBox 184">
            <a:extLst>
              <a:ext uri="{FF2B5EF4-FFF2-40B4-BE49-F238E27FC236}">
                <a16:creationId xmlns:a16="http://schemas.microsoft.com/office/drawing/2014/main" id="{E3A12764-859C-06BB-191F-3E87ABBE4FF9}"/>
              </a:ext>
            </a:extLst>
          </p:cNvPr>
          <p:cNvSpPr txBox="1"/>
          <p:nvPr/>
        </p:nvSpPr>
        <p:spPr>
          <a:xfrm>
            <a:off x="6867978" y="4656844"/>
            <a:ext cx="1043940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sharding</a:t>
            </a:r>
            <a:endParaRPr lang="ru-BY" dirty="0"/>
          </a:p>
        </p:txBody>
      </p:sp>
      <p:sp>
        <p:nvSpPr>
          <p:cNvPr id="197" name="TextBox 196">
            <a:extLst>
              <a:ext uri="{FF2B5EF4-FFF2-40B4-BE49-F238E27FC236}">
                <a16:creationId xmlns:a16="http://schemas.microsoft.com/office/drawing/2014/main" id="{79EA9046-390B-7DC2-0A45-D3698290DFF2}"/>
              </a:ext>
            </a:extLst>
          </p:cNvPr>
          <p:cNvSpPr txBox="1"/>
          <p:nvPr/>
        </p:nvSpPr>
        <p:spPr>
          <a:xfrm>
            <a:off x="5165803" y="4045431"/>
            <a:ext cx="867866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cxnSp>
        <p:nvCxnSpPr>
          <p:cNvPr id="198" name="Прямая со стрелкой 18">
            <a:extLst>
              <a:ext uri="{FF2B5EF4-FFF2-40B4-BE49-F238E27FC236}">
                <a16:creationId xmlns:a16="http://schemas.microsoft.com/office/drawing/2014/main" id="{E24C86D1-B1B2-0973-0C35-766D2673E24F}"/>
              </a:ext>
            </a:extLst>
          </p:cNvPr>
          <p:cNvCxnSpPr>
            <a:cxnSpLocks/>
            <a:stCxn id="68" idx="3"/>
            <a:endCxn id="138" idx="4"/>
          </p:cNvCxnSpPr>
          <p:nvPr/>
        </p:nvCxnSpPr>
        <p:spPr>
          <a:xfrm rot="5400000">
            <a:off x="8023306" y="942040"/>
            <a:ext cx="518189" cy="3927576"/>
          </a:xfrm>
          <a:prstGeom prst="curvedConnector2">
            <a:avLst/>
          </a:prstGeom>
          <a:ln w="31750">
            <a:solidFill>
              <a:schemeClr val="tx1">
                <a:lumMod val="95000"/>
                <a:lumOff val="5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1" name="Прямая со стрелкой 18">
            <a:extLst>
              <a:ext uri="{FF2B5EF4-FFF2-40B4-BE49-F238E27FC236}">
                <a16:creationId xmlns:a16="http://schemas.microsoft.com/office/drawing/2014/main" id="{E6610087-EEA6-8CB3-DB1C-596299E7C6E4}"/>
              </a:ext>
            </a:extLst>
          </p:cNvPr>
          <p:cNvCxnSpPr>
            <a:cxnSpLocks/>
            <a:stCxn id="138" idx="2"/>
            <a:endCxn id="9" idx="3"/>
          </p:cNvCxnSpPr>
          <p:nvPr/>
        </p:nvCxnSpPr>
        <p:spPr>
          <a:xfrm rot="10800000">
            <a:off x="2213257" y="2646735"/>
            <a:ext cx="3017422" cy="518189"/>
          </a:xfrm>
          <a:prstGeom prst="curvedConnector2">
            <a:avLst/>
          </a:prstGeom>
          <a:ln w="31750">
            <a:solidFill>
              <a:schemeClr val="accent2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4" name="Прямая со стрелкой 18">
            <a:extLst>
              <a:ext uri="{FF2B5EF4-FFF2-40B4-BE49-F238E27FC236}">
                <a16:creationId xmlns:a16="http://schemas.microsoft.com/office/drawing/2014/main" id="{367169FA-98EA-11DB-5DDF-4A37DA71E9A0}"/>
              </a:ext>
            </a:extLst>
          </p:cNvPr>
          <p:cNvCxnSpPr>
            <a:cxnSpLocks/>
            <a:stCxn id="68" idx="1"/>
            <a:endCxn id="9" idx="1"/>
          </p:cNvCxnSpPr>
          <p:nvPr/>
        </p:nvCxnSpPr>
        <p:spPr>
          <a:xfrm rot="16200000" flipV="1">
            <a:off x="6229723" y="-2668232"/>
            <a:ext cx="12700" cy="8032931"/>
          </a:xfrm>
          <a:prstGeom prst="curvedConnector3">
            <a:avLst>
              <a:gd name="adj1" fmla="val 3124142"/>
            </a:avLst>
          </a:prstGeom>
          <a:ln w="31750">
            <a:solidFill>
              <a:schemeClr val="accent2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9" name="Цилиндр 218">
            <a:extLst>
              <a:ext uri="{FF2B5EF4-FFF2-40B4-BE49-F238E27FC236}">
                <a16:creationId xmlns:a16="http://schemas.microsoft.com/office/drawing/2014/main" id="{F97146B8-7B39-B451-1FBC-DE4AC56132F9}"/>
              </a:ext>
            </a:extLst>
          </p:cNvPr>
          <p:cNvSpPr/>
          <p:nvPr/>
        </p:nvSpPr>
        <p:spPr>
          <a:xfrm>
            <a:off x="6585031" y="1165451"/>
            <a:ext cx="1187095" cy="1416855"/>
          </a:xfrm>
          <a:prstGeom prst="can">
            <a:avLst/>
          </a:prstGeom>
          <a:solidFill>
            <a:schemeClr val="accent5">
              <a:lumMod val="75000"/>
            </a:schemeClr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pg</a:t>
            </a:r>
            <a:r>
              <a:rPr lang="en-US" dirty="0"/>
              <a:t>-locker</a:t>
            </a:r>
            <a:endParaRPr lang="ru-BY" dirty="0"/>
          </a:p>
        </p:txBody>
      </p:sp>
      <p:sp>
        <p:nvSpPr>
          <p:cNvPr id="256" name="TextBox 255">
            <a:extLst>
              <a:ext uri="{FF2B5EF4-FFF2-40B4-BE49-F238E27FC236}">
                <a16:creationId xmlns:a16="http://schemas.microsoft.com/office/drawing/2014/main" id="{58279774-7160-836C-6405-54333B773624}"/>
              </a:ext>
            </a:extLst>
          </p:cNvPr>
          <p:cNvSpPr txBox="1"/>
          <p:nvPr/>
        </p:nvSpPr>
        <p:spPr>
          <a:xfrm>
            <a:off x="7477985" y="2681788"/>
            <a:ext cx="867866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sp>
        <p:nvSpPr>
          <p:cNvPr id="257" name="TextBox 256">
            <a:extLst>
              <a:ext uri="{FF2B5EF4-FFF2-40B4-BE49-F238E27FC236}">
                <a16:creationId xmlns:a16="http://schemas.microsoft.com/office/drawing/2014/main" id="{DD53FC2A-CEAB-0AD0-B55F-D0A914B98D3C}"/>
              </a:ext>
            </a:extLst>
          </p:cNvPr>
          <p:cNvSpPr txBox="1"/>
          <p:nvPr/>
        </p:nvSpPr>
        <p:spPr>
          <a:xfrm>
            <a:off x="3023642" y="2536496"/>
            <a:ext cx="867866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sp>
        <p:nvSpPr>
          <p:cNvPr id="258" name="TextBox 257">
            <a:extLst>
              <a:ext uri="{FF2B5EF4-FFF2-40B4-BE49-F238E27FC236}">
                <a16:creationId xmlns:a16="http://schemas.microsoft.com/office/drawing/2014/main" id="{54BDDF33-7B5B-73FC-63C5-23E52053FDAB}"/>
              </a:ext>
            </a:extLst>
          </p:cNvPr>
          <p:cNvSpPr txBox="1"/>
          <p:nvPr/>
        </p:nvSpPr>
        <p:spPr>
          <a:xfrm>
            <a:off x="8730673" y="1107687"/>
            <a:ext cx="867866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sp>
        <p:nvSpPr>
          <p:cNvPr id="259" name="TextBox 258">
            <a:extLst>
              <a:ext uri="{FF2B5EF4-FFF2-40B4-BE49-F238E27FC236}">
                <a16:creationId xmlns:a16="http://schemas.microsoft.com/office/drawing/2014/main" id="{F59F23C3-6E7B-BAAF-769B-9EDF4ADABFE5}"/>
              </a:ext>
            </a:extLst>
          </p:cNvPr>
          <p:cNvSpPr txBox="1"/>
          <p:nvPr/>
        </p:nvSpPr>
        <p:spPr>
          <a:xfrm>
            <a:off x="2973785" y="1181682"/>
            <a:ext cx="867866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cxnSp>
        <p:nvCxnSpPr>
          <p:cNvPr id="260" name="Прямая со стрелкой 18">
            <a:extLst>
              <a:ext uri="{FF2B5EF4-FFF2-40B4-BE49-F238E27FC236}">
                <a16:creationId xmlns:a16="http://schemas.microsoft.com/office/drawing/2014/main" id="{1638CF53-861A-7EA7-7816-D17722443F84}"/>
              </a:ext>
            </a:extLst>
          </p:cNvPr>
          <p:cNvCxnSpPr>
            <a:cxnSpLocks/>
            <a:stCxn id="219" idx="2"/>
            <a:endCxn id="138" idx="1"/>
          </p:cNvCxnSpPr>
          <p:nvPr/>
        </p:nvCxnSpPr>
        <p:spPr>
          <a:xfrm rot="10800000" flipV="1">
            <a:off x="5774647" y="1873879"/>
            <a:ext cx="810385" cy="641794"/>
          </a:xfrm>
          <a:prstGeom prst="curvedConnector2">
            <a:avLst/>
          </a:prstGeom>
          <a:ln w="31750">
            <a:solidFill>
              <a:schemeClr val="tx1">
                <a:lumMod val="95000"/>
                <a:lumOff val="5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3" name="Прямая со стрелкой 18">
            <a:extLst>
              <a:ext uri="{FF2B5EF4-FFF2-40B4-BE49-F238E27FC236}">
                <a16:creationId xmlns:a16="http://schemas.microsoft.com/office/drawing/2014/main" id="{53F97DCD-6CB1-67FC-5E16-26E146F51A93}"/>
              </a:ext>
            </a:extLst>
          </p:cNvPr>
          <p:cNvCxnSpPr>
            <a:cxnSpLocks/>
            <a:stCxn id="219" idx="2"/>
            <a:endCxn id="9" idx="4"/>
          </p:cNvCxnSpPr>
          <p:nvPr/>
        </p:nvCxnSpPr>
        <p:spPr>
          <a:xfrm rot="10800000" flipV="1">
            <a:off x="2757223" y="1873878"/>
            <a:ext cx="3827808" cy="123605"/>
          </a:xfrm>
          <a:prstGeom prst="curvedConnector3">
            <a:avLst>
              <a:gd name="adj1" fmla="val 50000"/>
            </a:avLst>
          </a:prstGeom>
          <a:ln w="31750">
            <a:solidFill>
              <a:schemeClr val="tx1">
                <a:lumMod val="95000"/>
                <a:lumOff val="5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6" name="Прямая со стрелкой 18">
            <a:extLst>
              <a:ext uri="{FF2B5EF4-FFF2-40B4-BE49-F238E27FC236}">
                <a16:creationId xmlns:a16="http://schemas.microsoft.com/office/drawing/2014/main" id="{CFAEA455-C352-AAFE-3A31-354F9E3B482B}"/>
              </a:ext>
            </a:extLst>
          </p:cNvPr>
          <p:cNvCxnSpPr>
            <a:cxnSpLocks/>
            <a:stCxn id="219" idx="4"/>
            <a:endCxn id="68" idx="2"/>
          </p:cNvCxnSpPr>
          <p:nvPr/>
        </p:nvCxnSpPr>
        <p:spPr>
          <a:xfrm>
            <a:off x="7772126" y="1873879"/>
            <a:ext cx="1930095" cy="123605"/>
          </a:xfrm>
          <a:prstGeom prst="curvedConnector3">
            <a:avLst>
              <a:gd name="adj1" fmla="val 50000"/>
            </a:avLst>
          </a:prstGeom>
          <a:ln w="31750">
            <a:solidFill>
              <a:schemeClr val="tx1">
                <a:lumMod val="95000"/>
                <a:lumOff val="5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9" name="TextBox 268">
            <a:extLst>
              <a:ext uri="{FF2B5EF4-FFF2-40B4-BE49-F238E27FC236}">
                <a16:creationId xmlns:a16="http://schemas.microsoft.com/office/drawing/2014/main" id="{49A2AAB3-1A49-2A61-5531-BDF57480A889}"/>
              </a:ext>
            </a:extLst>
          </p:cNvPr>
          <p:cNvSpPr txBox="1"/>
          <p:nvPr/>
        </p:nvSpPr>
        <p:spPr>
          <a:xfrm>
            <a:off x="8434847" y="1584764"/>
            <a:ext cx="604653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lock</a:t>
            </a:r>
            <a:endParaRPr lang="ru-BY" dirty="0"/>
          </a:p>
        </p:txBody>
      </p:sp>
      <p:sp>
        <p:nvSpPr>
          <p:cNvPr id="270" name="TextBox 269">
            <a:extLst>
              <a:ext uri="{FF2B5EF4-FFF2-40B4-BE49-F238E27FC236}">
                <a16:creationId xmlns:a16="http://schemas.microsoft.com/office/drawing/2014/main" id="{69A33C7D-9720-EB54-0886-65F6F5998EB5}"/>
              </a:ext>
            </a:extLst>
          </p:cNvPr>
          <p:cNvSpPr txBox="1"/>
          <p:nvPr/>
        </p:nvSpPr>
        <p:spPr>
          <a:xfrm>
            <a:off x="3933963" y="1610311"/>
            <a:ext cx="604653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lock</a:t>
            </a:r>
            <a:endParaRPr lang="ru-BY" dirty="0"/>
          </a:p>
        </p:txBody>
      </p:sp>
      <p:sp>
        <p:nvSpPr>
          <p:cNvPr id="271" name="TextBox 270">
            <a:extLst>
              <a:ext uri="{FF2B5EF4-FFF2-40B4-BE49-F238E27FC236}">
                <a16:creationId xmlns:a16="http://schemas.microsoft.com/office/drawing/2014/main" id="{23985170-98D4-49F9-2456-59DFBED5B3A1}"/>
              </a:ext>
            </a:extLst>
          </p:cNvPr>
          <p:cNvSpPr txBox="1"/>
          <p:nvPr/>
        </p:nvSpPr>
        <p:spPr>
          <a:xfrm>
            <a:off x="5327376" y="1935680"/>
            <a:ext cx="604653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lock</a:t>
            </a:r>
            <a:endParaRPr lang="ru-BY" dirty="0"/>
          </a:p>
        </p:txBody>
      </p:sp>
    </p:spTree>
    <p:extLst>
      <p:ext uri="{BB962C8B-B14F-4D97-AF65-F5344CB8AC3E}">
        <p14:creationId xmlns:p14="http://schemas.microsoft.com/office/powerpoint/2010/main" val="393501664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94E4C0E-6D42-9859-A288-13B3204AF1E0}"/>
              </a:ext>
            </a:extLst>
          </p:cNvPr>
          <p:cNvSpPr txBox="1"/>
          <p:nvPr/>
        </p:nvSpPr>
        <p:spPr>
          <a:xfrm>
            <a:off x="230406" y="226738"/>
            <a:ext cx="635462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600" dirty="0"/>
              <a:t>Общая архитектура кластера</a:t>
            </a:r>
            <a:endParaRPr lang="en-US" sz="3600" dirty="0"/>
          </a:p>
        </p:txBody>
      </p:sp>
      <p:sp>
        <p:nvSpPr>
          <p:cNvPr id="23" name="Цилиндр 22">
            <a:extLst>
              <a:ext uri="{FF2B5EF4-FFF2-40B4-BE49-F238E27FC236}">
                <a16:creationId xmlns:a16="http://schemas.microsoft.com/office/drawing/2014/main" id="{EF1DB332-50CD-775B-ABA2-0817F517ECDA}"/>
              </a:ext>
            </a:extLst>
          </p:cNvPr>
          <p:cNvSpPr/>
          <p:nvPr/>
        </p:nvSpPr>
        <p:spPr>
          <a:xfrm>
            <a:off x="215162" y="3220803"/>
            <a:ext cx="1087933" cy="1298500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coord-1</a:t>
            </a:r>
            <a:endParaRPr lang="ru-BY" dirty="0"/>
          </a:p>
        </p:txBody>
      </p:sp>
      <p:cxnSp>
        <p:nvCxnSpPr>
          <p:cNvPr id="24" name="Прямая со стрелкой 18">
            <a:extLst>
              <a:ext uri="{FF2B5EF4-FFF2-40B4-BE49-F238E27FC236}">
                <a16:creationId xmlns:a16="http://schemas.microsoft.com/office/drawing/2014/main" id="{8DA426C6-59CA-DA3A-D5CB-51EF9C2A4510}"/>
              </a:ext>
            </a:extLst>
          </p:cNvPr>
          <p:cNvCxnSpPr>
            <a:cxnSpLocks/>
            <a:stCxn id="23" idx="4"/>
            <a:endCxn id="77" idx="2"/>
          </p:cNvCxnSpPr>
          <p:nvPr/>
        </p:nvCxnSpPr>
        <p:spPr>
          <a:xfrm flipV="1">
            <a:off x="1303095" y="3852081"/>
            <a:ext cx="823068" cy="17972"/>
          </a:xfrm>
          <a:prstGeom prst="straightConnector1">
            <a:avLst/>
          </a:prstGeom>
          <a:ln w="31750">
            <a:solidFill>
              <a:schemeClr val="tx1">
                <a:lumMod val="95000"/>
                <a:lumOff val="5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Прямая со стрелкой 18">
            <a:extLst>
              <a:ext uri="{FF2B5EF4-FFF2-40B4-BE49-F238E27FC236}">
                <a16:creationId xmlns:a16="http://schemas.microsoft.com/office/drawing/2014/main" id="{B88E1360-ADC8-7A39-E28B-1D30D90CA2CC}"/>
              </a:ext>
            </a:extLst>
          </p:cNvPr>
          <p:cNvCxnSpPr>
            <a:cxnSpLocks/>
            <a:stCxn id="78" idx="1"/>
            <a:endCxn id="23" idx="3"/>
          </p:cNvCxnSpPr>
          <p:nvPr/>
        </p:nvCxnSpPr>
        <p:spPr>
          <a:xfrm flipH="1" flipV="1">
            <a:off x="759129" y="4519303"/>
            <a:ext cx="1408013" cy="644414"/>
          </a:xfrm>
          <a:prstGeom prst="straightConnector1">
            <a:avLst/>
          </a:prstGeom>
          <a:ln w="31750">
            <a:solidFill>
              <a:schemeClr val="tx1">
                <a:lumMod val="95000"/>
                <a:lumOff val="5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Прямая со стрелкой 18">
            <a:extLst>
              <a:ext uri="{FF2B5EF4-FFF2-40B4-BE49-F238E27FC236}">
                <a16:creationId xmlns:a16="http://schemas.microsoft.com/office/drawing/2014/main" id="{B88E1360-ADC8-7A39-E28B-1D30D90CA2CC}"/>
              </a:ext>
            </a:extLst>
          </p:cNvPr>
          <p:cNvCxnSpPr>
            <a:cxnSpLocks/>
            <a:stCxn id="23" idx="3"/>
            <a:endCxn id="79" idx="1"/>
          </p:cNvCxnSpPr>
          <p:nvPr/>
        </p:nvCxnSpPr>
        <p:spPr>
          <a:xfrm flipH="1">
            <a:off x="750020" y="4519303"/>
            <a:ext cx="9109" cy="644414"/>
          </a:xfrm>
          <a:prstGeom prst="straightConnector1">
            <a:avLst/>
          </a:prstGeom>
          <a:ln w="31750">
            <a:solidFill>
              <a:schemeClr val="tx1">
                <a:lumMod val="95000"/>
                <a:lumOff val="5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Цилиндр 8">
            <a:extLst>
              <a:ext uri="{FF2B5EF4-FFF2-40B4-BE49-F238E27FC236}">
                <a16:creationId xmlns:a16="http://schemas.microsoft.com/office/drawing/2014/main" id="{A6CB4848-BD9F-00DA-AFBB-169D872B698A}"/>
              </a:ext>
            </a:extLst>
          </p:cNvPr>
          <p:cNvSpPr/>
          <p:nvPr/>
        </p:nvSpPr>
        <p:spPr>
          <a:xfrm>
            <a:off x="1669290" y="1348234"/>
            <a:ext cx="1087933" cy="1298500"/>
          </a:xfrm>
          <a:prstGeom prst="can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master-1</a:t>
            </a:r>
            <a:endParaRPr lang="ru-BY" sz="1200" dirty="0"/>
          </a:p>
        </p:txBody>
      </p:sp>
      <p:cxnSp>
        <p:nvCxnSpPr>
          <p:cNvPr id="10" name="Прямая со стрелкой 18">
            <a:extLst>
              <a:ext uri="{FF2B5EF4-FFF2-40B4-BE49-F238E27FC236}">
                <a16:creationId xmlns:a16="http://schemas.microsoft.com/office/drawing/2014/main" id="{6BDA3585-87B9-649E-1E95-BF31212098C0}"/>
              </a:ext>
            </a:extLst>
          </p:cNvPr>
          <p:cNvCxnSpPr>
            <a:cxnSpLocks/>
            <a:stCxn id="23" idx="1"/>
            <a:endCxn id="9" idx="2"/>
          </p:cNvCxnSpPr>
          <p:nvPr/>
        </p:nvCxnSpPr>
        <p:spPr>
          <a:xfrm flipV="1">
            <a:off x="759129" y="1997484"/>
            <a:ext cx="910161" cy="1223319"/>
          </a:xfrm>
          <a:prstGeom prst="straightConnector1">
            <a:avLst/>
          </a:prstGeom>
          <a:ln w="31750">
            <a:solidFill>
              <a:schemeClr val="tx1">
                <a:lumMod val="95000"/>
                <a:lumOff val="5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273A2584-B55C-170F-E6C7-B55FA12521EE}"/>
              </a:ext>
            </a:extLst>
          </p:cNvPr>
          <p:cNvSpPr txBox="1"/>
          <p:nvPr/>
        </p:nvSpPr>
        <p:spPr>
          <a:xfrm>
            <a:off x="400574" y="2252160"/>
            <a:ext cx="867866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1791FD8-19AD-0449-82A9-93DFE76667E6}"/>
              </a:ext>
            </a:extLst>
          </p:cNvPr>
          <p:cNvSpPr txBox="1"/>
          <p:nvPr/>
        </p:nvSpPr>
        <p:spPr>
          <a:xfrm>
            <a:off x="9354132" y="4629978"/>
            <a:ext cx="1043940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sharding</a:t>
            </a:r>
            <a:endParaRPr lang="ru-BY" dirty="0"/>
          </a:p>
        </p:txBody>
      </p:sp>
      <p:sp>
        <p:nvSpPr>
          <p:cNvPr id="63" name="Цилиндр 62">
            <a:extLst>
              <a:ext uri="{FF2B5EF4-FFF2-40B4-BE49-F238E27FC236}">
                <a16:creationId xmlns:a16="http://schemas.microsoft.com/office/drawing/2014/main" id="{4B01D485-58C5-F64B-892A-4DB24B7AC6F5}"/>
              </a:ext>
            </a:extLst>
          </p:cNvPr>
          <p:cNvSpPr/>
          <p:nvPr/>
        </p:nvSpPr>
        <p:spPr>
          <a:xfrm>
            <a:off x="10888904" y="3220803"/>
            <a:ext cx="1087933" cy="1298500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coord-3</a:t>
            </a:r>
            <a:endParaRPr lang="ru-BY" dirty="0"/>
          </a:p>
        </p:txBody>
      </p:sp>
      <p:cxnSp>
        <p:nvCxnSpPr>
          <p:cNvPr id="64" name="Прямая со стрелкой 18">
            <a:extLst>
              <a:ext uri="{FF2B5EF4-FFF2-40B4-BE49-F238E27FC236}">
                <a16:creationId xmlns:a16="http://schemas.microsoft.com/office/drawing/2014/main" id="{E0164565-70E0-C7C7-2C99-E337B9E0B7F3}"/>
              </a:ext>
            </a:extLst>
          </p:cNvPr>
          <p:cNvCxnSpPr>
            <a:cxnSpLocks/>
            <a:stCxn id="63" idx="3"/>
            <a:endCxn id="80" idx="1"/>
          </p:cNvCxnSpPr>
          <p:nvPr/>
        </p:nvCxnSpPr>
        <p:spPr>
          <a:xfrm>
            <a:off x="11432871" y="4519303"/>
            <a:ext cx="9110" cy="644414"/>
          </a:xfrm>
          <a:prstGeom prst="straightConnector1">
            <a:avLst/>
          </a:prstGeom>
          <a:ln w="31750">
            <a:solidFill>
              <a:schemeClr val="tx1">
                <a:lumMod val="95000"/>
                <a:lumOff val="5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Прямая со стрелкой 18">
            <a:extLst>
              <a:ext uri="{FF2B5EF4-FFF2-40B4-BE49-F238E27FC236}">
                <a16:creationId xmlns:a16="http://schemas.microsoft.com/office/drawing/2014/main" id="{3B012901-C858-91F9-0976-418FE294860D}"/>
              </a:ext>
            </a:extLst>
          </p:cNvPr>
          <p:cNvCxnSpPr>
            <a:cxnSpLocks/>
            <a:stCxn id="75" idx="1"/>
            <a:endCxn id="63" idx="3"/>
          </p:cNvCxnSpPr>
          <p:nvPr/>
        </p:nvCxnSpPr>
        <p:spPr>
          <a:xfrm flipV="1">
            <a:off x="10024859" y="4519303"/>
            <a:ext cx="1408012" cy="644414"/>
          </a:xfrm>
          <a:prstGeom prst="straightConnector1">
            <a:avLst/>
          </a:prstGeom>
          <a:ln w="31750">
            <a:solidFill>
              <a:schemeClr val="tx1">
                <a:lumMod val="95000"/>
                <a:lumOff val="5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Прямая со стрелкой 18">
            <a:extLst>
              <a:ext uri="{FF2B5EF4-FFF2-40B4-BE49-F238E27FC236}">
                <a16:creationId xmlns:a16="http://schemas.microsoft.com/office/drawing/2014/main" id="{C3FFC7E5-B5AC-380A-3E46-45A18ABA9FA2}"/>
              </a:ext>
            </a:extLst>
          </p:cNvPr>
          <p:cNvCxnSpPr>
            <a:cxnSpLocks/>
            <a:stCxn id="63" idx="2"/>
            <a:endCxn id="67" idx="4"/>
          </p:cNvCxnSpPr>
          <p:nvPr/>
        </p:nvCxnSpPr>
        <p:spPr>
          <a:xfrm flipH="1">
            <a:off x="10054688" y="3870053"/>
            <a:ext cx="834216" cy="4836"/>
          </a:xfrm>
          <a:prstGeom prst="straightConnector1">
            <a:avLst/>
          </a:prstGeom>
          <a:ln w="31750">
            <a:solidFill>
              <a:schemeClr val="tx1">
                <a:lumMod val="95000"/>
                <a:lumOff val="5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Цилиндр 66">
            <a:extLst>
              <a:ext uri="{FF2B5EF4-FFF2-40B4-BE49-F238E27FC236}">
                <a16:creationId xmlns:a16="http://schemas.microsoft.com/office/drawing/2014/main" id="{128093ED-E928-3A89-4AAA-8DA88C49702D}"/>
              </a:ext>
            </a:extLst>
          </p:cNvPr>
          <p:cNvSpPr/>
          <p:nvPr/>
        </p:nvSpPr>
        <p:spPr>
          <a:xfrm>
            <a:off x="8751185" y="3096992"/>
            <a:ext cx="1303503" cy="1555794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worker-3-0</a:t>
            </a:r>
            <a:endParaRPr lang="ru-BY" dirty="0"/>
          </a:p>
        </p:txBody>
      </p:sp>
      <p:sp>
        <p:nvSpPr>
          <p:cNvPr id="68" name="Цилиндр 67">
            <a:extLst>
              <a:ext uri="{FF2B5EF4-FFF2-40B4-BE49-F238E27FC236}">
                <a16:creationId xmlns:a16="http://schemas.microsoft.com/office/drawing/2014/main" id="{656280ED-80FF-2A22-8B12-8033CCBAAD4E}"/>
              </a:ext>
            </a:extLst>
          </p:cNvPr>
          <p:cNvSpPr/>
          <p:nvPr/>
        </p:nvSpPr>
        <p:spPr>
          <a:xfrm>
            <a:off x="9702221" y="1348234"/>
            <a:ext cx="1087933" cy="1298500"/>
          </a:xfrm>
          <a:prstGeom prst="can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master-3</a:t>
            </a:r>
            <a:endParaRPr lang="ru-BY" sz="1200" dirty="0"/>
          </a:p>
        </p:txBody>
      </p:sp>
      <p:cxnSp>
        <p:nvCxnSpPr>
          <p:cNvPr id="69" name="Прямая со стрелкой 18">
            <a:extLst>
              <a:ext uri="{FF2B5EF4-FFF2-40B4-BE49-F238E27FC236}">
                <a16:creationId xmlns:a16="http://schemas.microsoft.com/office/drawing/2014/main" id="{3C276CDB-B51F-B4E7-01DB-6FE9E932957D}"/>
              </a:ext>
            </a:extLst>
          </p:cNvPr>
          <p:cNvCxnSpPr>
            <a:cxnSpLocks/>
            <a:stCxn id="63" idx="1"/>
            <a:endCxn id="68" idx="4"/>
          </p:cNvCxnSpPr>
          <p:nvPr/>
        </p:nvCxnSpPr>
        <p:spPr>
          <a:xfrm flipH="1" flipV="1">
            <a:off x="10790154" y="1997484"/>
            <a:ext cx="642717" cy="1223319"/>
          </a:xfrm>
          <a:prstGeom prst="straightConnector1">
            <a:avLst/>
          </a:prstGeom>
          <a:ln w="31750">
            <a:solidFill>
              <a:schemeClr val="tx1">
                <a:lumMod val="95000"/>
                <a:lumOff val="5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FF4DE35B-CC66-B590-425F-C3360A92F914}"/>
              </a:ext>
            </a:extLst>
          </p:cNvPr>
          <p:cNvSpPr txBox="1"/>
          <p:nvPr/>
        </p:nvSpPr>
        <p:spPr>
          <a:xfrm>
            <a:off x="10998937" y="2271675"/>
            <a:ext cx="867866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sp>
        <p:nvSpPr>
          <p:cNvPr id="75" name="Цилиндр 74">
            <a:extLst>
              <a:ext uri="{FF2B5EF4-FFF2-40B4-BE49-F238E27FC236}">
                <a16:creationId xmlns:a16="http://schemas.microsoft.com/office/drawing/2014/main" id="{1081BE96-8EE3-23DD-00BD-4DE2FB885273}"/>
              </a:ext>
            </a:extLst>
          </p:cNvPr>
          <p:cNvSpPr/>
          <p:nvPr/>
        </p:nvSpPr>
        <p:spPr>
          <a:xfrm>
            <a:off x="9373107" y="5163717"/>
            <a:ext cx="1303503" cy="1555794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worker-3-</a:t>
            </a:r>
            <a:r>
              <a:rPr lang="ru-RU" dirty="0"/>
              <a:t>1</a:t>
            </a:r>
            <a:endParaRPr lang="ru-BY" dirty="0"/>
          </a:p>
        </p:txBody>
      </p:sp>
      <p:sp>
        <p:nvSpPr>
          <p:cNvPr id="77" name="Цилиндр 76">
            <a:extLst>
              <a:ext uri="{FF2B5EF4-FFF2-40B4-BE49-F238E27FC236}">
                <a16:creationId xmlns:a16="http://schemas.microsoft.com/office/drawing/2014/main" id="{74E180FE-7261-B185-0C8D-C9C0042627B9}"/>
              </a:ext>
            </a:extLst>
          </p:cNvPr>
          <p:cNvSpPr/>
          <p:nvPr/>
        </p:nvSpPr>
        <p:spPr>
          <a:xfrm>
            <a:off x="2126163" y="3074184"/>
            <a:ext cx="1303503" cy="1555794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</a:t>
            </a:r>
            <a:r>
              <a:rPr lang="ru-RU" dirty="0"/>
              <a:t>1</a:t>
            </a:r>
            <a:r>
              <a:rPr lang="en-US" dirty="0"/>
              <a:t>-</a:t>
            </a:r>
            <a:r>
              <a:rPr lang="ru-RU" dirty="0"/>
              <a:t>2</a:t>
            </a:r>
            <a:endParaRPr lang="ru-BY" dirty="0"/>
          </a:p>
        </p:txBody>
      </p:sp>
      <p:sp>
        <p:nvSpPr>
          <p:cNvPr id="78" name="Цилиндр 77">
            <a:extLst>
              <a:ext uri="{FF2B5EF4-FFF2-40B4-BE49-F238E27FC236}">
                <a16:creationId xmlns:a16="http://schemas.microsoft.com/office/drawing/2014/main" id="{669EF9BA-FD3C-AD21-BB9F-57CF7987C597}"/>
              </a:ext>
            </a:extLst>
          </p:cNvPr>
          <p:cNvSpPr/>
          <p:nvPr/>
        </p:nvSpPr>
        <p:spPr>
          <a:xfrm>
            <a:off x="1515390" y="5163717"/>
            <a:ext cx="1303503" cy="1555794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</a:t>
            </a:r>
            <a:r>
              <a:rPr lang="ru-RU" dirty="0"/>
              <a:t>1</a:t>
            </a:r>
            <a:r>
              <a:rPr lang="en-US" dirty="0"/>
              <a:t>-</a:t>
            </a:r>
            <a:r>
              <a:rPr lang="ru-RU" dirty="0"/>
              <a:t>1</a:t>
            </a:r>
            <a:endParaRPr lang="ru-BY" dirty="0"/>
          </a:p>
        </p:txBody>
      </p:sp>
      <p:sp>
        <p:nvSpPr>
          <p:cNvPr id="79" name="Цилиндр 78">
            <a:extLst>
              <a:ext uri="{FF2B5EF4-FFF2-40B4-BE49-F238E27FC236}">
                <a16:creationId xmlns:a16="http://schemas.microsoft.com/office/drawing/2014/main" id="{90EF0D7E-9F2C-1E4A-15C1-C868A4B7BA30}"/>
              </a:ext>
            </a:extLst>
          </p:cNvPr>
          <p:cNvSpPr/>
          <p:nvPr/>
        </p:nvSpPr>
        <p:spPr>
          <a:xfrm>
            <a:off x="98268" y="5163717"/>
            <a:ext cx="1303503" cy="1555794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</a:t>
            </a:r>
            <a:r>
              <a:rPr lang="ru-RU" dirty="0"/>
              <a:t>1</a:t>
            </a:r>
            <a:r>
              <a:rPr lang="en-US" dirty="0"/>
              <a:t>-0</a:t>
            </a:r>
            <a:endParaRPr lang="ru-BY" dirty="0"/>
          </a:p>
        </p:txBody>
      </p:sp>
      <p:sp>
        <p:nvSpPr>
          <p:cNvPr id="80" name="Цилиндр 79">
            <a:extLst>
              <a:ext uri="{FF2B5EF4-FFF2-40B4-BE49-F238E27FC236}">
                <a16:creationId xmlns:a16="http://schemas.microsoft.com/office/drawing/2014/main" id="{CAE1BEEA-12C6-891C-CD6E-5AD101581989}"/>
              </a:ext>
            </a:extLst>
          </p:cNvPr>
          <p:cNvSpPr/>
          <p:nvPr/>
        </p:nvSpPr>
        <p:spPr>
          <a:xfrm>
            <a:off x="10790229" y="5163717"/>
            <a:ext cx="1303503" cy="1555794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worker-3-</a:t>
            </a:r>
            <a:r>
              <a:rPr lang="ru-RU" dirty="0"/>
              <a:t>2</a:t>
            </a:r>
            <a:endParaRPr lang="ru-BY" dirty="0"/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2E24B429-77BF-4902-7BC8-2E29AEE76BA6}"/>
              </a:ext>
            </a:extLst>
          </p:cNvPr>
          <p:cNvSpPr txBox="1"/>
          <p:nvPr/>
        </p:nvSpPr>
        <p:spPr>
          <a:xfrm>
            <a:off x="1667169" y="4648857"/>
            <a:ext cx="1043940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sharding</a:t>
            </a:r>
            <a:endParaRPr lang="ru-BY" dirty="0"/>
          </a:p>
        </p:txBody>
      </p:sp>
      <p:sp>
        <p:nvSpPr>
          <p:cNvPr id="133" name="Цилиндр 132">
            <a:extLst>
              <a:ext uri="{FF2B5EF4-FFF2-40B4-BE49-F238E27FC236}">
                <a16:creationId xmlns:a16="http://schemas.microsoft.com/office/drawing/2014/main" id="{10422A75-5CBF-D970-425D-012B72501D29}"/>
              </a:ext>
            </a:extLst>
          </p:cNvPr>
          <p:cNvSpPr/>
          <p:nvPr/>
        </p:nvSpPr>
        <p:spPr>
          <a:xfrm>
            <a:off x="3933963" y="3516144"/>
            <a:ext cx="1087933" cy="1298500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coord-2</a:t>
            </a:r>
            <a:endParaRPr lang="ru-BY" dirty="0"/>
          </a:p>
        </p:txBody>
      </p:sp>
      <p:cxnSp>
        <p:nvCxnSpPr>
          <p:cNvPr id="134" name="Прямая со стрелкой 18">
            <a:extLst>
              <a:ext uri="{FF2B5EF4-FFF2-40B4-BE49-F238E27FC236}">
                <a16:creationId xmlns:a16="http://schemas.microsoft.com/office/drawing/2014/main" id="{DE6C28DF-FDB8-8101-9E67-6B6088DA23CF}"/>
              </a:ext>
            </a:extLst>
          </p:cNvPr>
          <p:cNvCxnSpPr>
            <a:cxnSpLocks/>
            <a:stCxn id="133" idx="3"/>
            <a:endCxn id="142" idx="1"/>
          </p:cNvCxnSpPr>
          <p:nvPr/>
        </p:nvCxnSpPr>
        <p:spPr>
          <a:xfrm>
            <a:off x="4477930" y="4814644"/>
            <a:ext cx="3035191" cy="349073"/>
          </a:xfrm>
          <a:prstGeom prst="straightConnector1">
            <a:avLst/>
          </a:prstGeom>
          <a:ln w="31750">
            <a:solidFill>
              <a:schemeClr val="tx1">
                <a:lumMod val="95000"/>
                <a:lumOff val="5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Прямая со стрелкой 18">
            <a:extLst>
              <a:ext uri="{FF2B5EF4-FFF2-40B4-BE49-F238E27FC236}">
                <a16:creationId xmlns:a16="http://schemas.microsoft.com/office/drawing/2014/main" id="{03579E49-243C-2684-AA5D-46796F02523B}"/>
              </a:ext>
            </a:extLst>
          </p:cNvPr>
          <p:cNvCxnSpPr>
            <a:cxnSpLocks/>
            <a:stCxn id="141" idx="1"/>
            <a:endCxn id="133" idx="3"/>
          </p:cNvCxnSpPr>
          <p:nvPr/>
        </p:nvCxnSpPr>
        <p:spPr>
          <a:xfrm flipH="1" flipV="1">
            <a:off x="4477930" y="4814644"/>
            <a:ext cx="1618071" cy="349073"/>
          </a:xfrm>
          <a:prstGeom prst="straightConnector1">
            <a:avLst/>
          </a:prstGeom>
          <a:ln w="31750">
            <a:solidFill>
              <a:schemeClr val="tx1">
                <a:lumMod val="95000"/>
                <a:lumOff val="5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Прямая со стрелкой 18">
            <a:extLst>
              <a:ext uri="{FF2B5EF4-FFF2-40B4-BE49-F238E27FC236}">
                <a16:creationId xmlns:a16="http://schemas.microsoft.com/office/drawing/2014/main" id="{C44AAD08-2943-690B-31A8-0A09B9E072FD}"/>
              </a:ext>
            </a:extLst>
          </p:cNvPr>
          <p:cNvCxnSpPr>
            <a:cxnSpLocks/>
            <a:stCxn id="133" idx="3"/>
            <a:endCxn id="137" idx="1"/>
          </p:cNvCxnSpPr>
          <p:nvPr/>
        </p:nvCxnSpPr>
        <p:spPr>
          <a:xfrm>
            <a:off x="4477930" y="4814644"/>
            <a:ext cx="200891" cy="349073"/>
          </a:xfrm>
          <a:prstGeom prst="straightConnector1">
            <a:avLst/>
          </a:prstGeom>
          <a:ln w="31750">
            <a:solidFill>
              <a:schemeClr val="tx1">
                <a:lumMod val="95000"/>
                <a:lumOff val="5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7" name="Цилиндр 136">
            <a:extLst>
              <a:ext uri="{FF2B5EF4-FFF2-40B4-BE49-F238E27FC236}">
                <a16:creationId xmlns:a16="http://schemas.microsoft.com/office/drawing/2014/main" id="{CC73C14A-0919-2FE7-F8E9-5C086C1BA19A}"/>
              </a:ext>
            </a:extLst>
          </p:cNvPr>
          <p:cNvSpPr/>
          <p:nvPr/>
        </p:nvSpPr>
        <p:spPr>
          <a:xfrm>
            <a:off x="4027069" y="5163717"/>
            <a:ext cx="1303503" cy="1555794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worker-2-0</a:t>
            </a:r>
            <a:endParaRPr lang="ru-BY" dirty="0"/>
          </a:p>
        </p:txBody>
      </p:sp>
      <p:sp>
        <p:nvSpPr>
          <p:cNvPr id="138" name="Цилиндр 137">
            <a:extLst>
              <a:ext uri="{FF2B5EF4-FFF2-40B4-BE49-F238E27FC236}">
                <a16:creationId xmlns:a16="http://schemas.microsoft.com/office/drawing/2014/main" id="{7764FAA7-A17D-C3BE-BCE9-AF49FE66AF99}"/>
              </a:ext>
            </a:extLst>
          </p:cNvPr>
          <p:cNvSpPr/>
          <p:nvPr/>
        </p:nvSpPr>
        <p:spPr>
          <a:xfrm>
            <a:off x="5230679" y="2515673"/>
            <a:ext cx="1087933" cy="1298500"/>
          </a:xfrm>
          <a:prstGeom prst="can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master-2</a:t>
            </a:r>
            <a:endParaRPr lang="ru-BY" sz="1200" dirty="0"/>
          </a:p>
        </p:txBody>
      </p:sp>
      <p:cxnSp>
        <p:nvCxnSpPr>
          <p:cNvPr id="139" name="Прямая со стрелкой 18">
            <a:extLst>
              <a:ext uri="{FF2B5EF4-FFF2-40B4-BE49-F238E27FC236}">
                <a16:creationId xmlns:a16="http://schemas.microsoft.com/office/drawing/2014/main" id="{437692CA-6BAB-8682-E077-7E4A2777BBE4}"/>
              </a:ext>
            </a:extLst>
          </p:cNvPr>
          <p:cNvCxnSpPr>
            <a:cxnSpLocks/>
            <a:stCxn id="133" idx="4"/>
            <a:endCxn id="138" idx="3"/>
          </p:cNvCxnSpPr>
          <p:nvPr/>
        </p:nvCxnSpPr>
        <p:spPr>
          <a:xfrm flipV="1">
            <a:off x="5021896" y="3814173"/>
            <a:ext cx="752750" cy="351221"/>
          </a:xfrm>
          <a:prstGeom prst="straightConnector1">
            <a:avLst/>
          </a:prstGeom>
          <a:ln w="31750">
            <a:solidFill>
              <a:schemeClr val="tx1">
                <a:lumMod val="95000"/>
                <a:lumOff val="5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1" name="Цилиндр 140">
            <a:extLst>
              <a:ext uri="{FF2B5EF4-FFF2-40B4-BE49-F238E27FC236}">
                <a16:creationId xmlns:a16="http://schemas.microsoft.com/office/drawing/2014/main" id="{3039488A-90E7-C053-C3A5-6D2078D0D8AA}"/>
              </a:ext>
            </a:extLst>
          </p:cNvPr>
          <p:cNvSpPr/>
          <p:nvPr/>
        </p:nvSpPr>
        <p:spPr>
          <a:xfrm>
            <a:off x="5444249" y="5163717"/>
            <a:ext cx="1303503" cy="1555794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worker-2-</a:t>
            </a:r>
            <a:r>
              <a:rPr lang="ru-RU" dirty="0"/>
              <a:t>1</a:t>
            </a:r>
            <a:endParaRPr lang="ru-BY" dirty="0"/>
          </a:p>
        </p:txBody>
      </p:sp>
      <p:sp>
        <p:nvSpPr>
          <p:cNvPr id="142" name="Цилиндр 141">
            <a:extLst>
              <a:ext uri="{FF2B5EF4-FFF2-40B4-BE49-F238E27FC236}">
                <a16:creationId xmlns:a16="http://schemas.microsoft.com/office/drawing/2014/main" id="{C08D3B91-888D-4E44-94BF-FDCCFE5A5B8B}"/>
              </a:ext>
            </a:extLst>
          </p:cNvPr>
          <p:cNvSpPr/>
          <p:nvPr/>
        </p:nvSpPr>
        <p:spPr>
          <a:xfrm>
            <a:off x="6861369" y="5163717"/>
            <a:ext cx="1303503" cy="1555794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worker-2-</a:t>
            </a:r>
            <a:r>
              <a:rPr lang="ru-RU" dirty="0"/>
              <a:t>2</a:t>
            </a:r>
            <a:endParaRPr lang="ru-BY" dirty="0"/>
          </a:p>
        </p:txBody>
      </p:sp>
      <p:sp>
        <p:nvSpPr>
          <p:cNvPr id="185" name="TextBox 184">
            <a:extLst>
              <a:ext uri="{FF2B5EF4-FFF2-40B4-BE49-F238E27FC236}">
                <a16:creationId xmlns:a16="http://schemas.microsoft.com/office/drawing/2014/main" id="{E3A12764-859C-06BB-191F-3E87ABBE4FF9}"/>
              </a:ext>
            </a:extLst>
          </p:cNvPr>
          <p:cNvSpPr txBox="1"/>
          <p:nvPr/>
        </p:nvSpPr>
        <p:spPr>
          <a:xfrm>
            <a:off x="6867978" y="4656844"/>
            <a:ext cx="1043940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sharding</a:t>
            </a:r>
            <a:endParaRPr lang="ru-BY" dirty="0"/>
          </a:p>
        </p:txBody>
      </p:sp>
      <p:sp>
        <p:nvSpPr>
          <p:cNvPr id="197" name="TextBox 196">
            <a:extLst>
              <a:ext uri="{FF2B5EF4-FFF2-40B4-BE49-F238E27FC236}">
                <a16:creationId xmlns:a16="http://schemas.microsoft.com/office/drawing/2014/main" id="{79EA9046-390B-7DC2-0A45-D3698290DFF2}"/>
              </a:ext>
            </a:extLst>
          </p:cNvPr>
          <p:cNvSpPr txBox="1"/>
          <p:nvPr/>
        </p:nvSpPr>
        <p:spPr>
          <a:xfrm>
            <a:off x="5165803" y="4045431"/>
            <a:ext cx="867866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cxnSp>
        <p:nvCxnSpPr>
          <p:cNvPr id="198" name="Прямая со стрелкой 18">
            <a:extLst>
              <a:ext uri="{FF2B5EF4-FFF2-40B4-BE49-F238E27FC236}">
                <a16:creationId xmlns:a16="http://schemas.microsoft.com/office/drawing/2014/main" id="{E24C86D1-B1B2-0973-0C35-766D2673E24F}"/>
              </a:ext>
            </a:extLst>
          </p:cNvPr>
          <p:cNvCxnSpPr>
            <a:cxnSpLocks/>
            <a:stCxn id="68" idx="3"/>
            <a:endCxn id="138" idx="4"/>
          </p:cNvCxnSpPr>
          <p:nvPr/>
        </p:nvCxnSpPr>
        <p:spPr>
          <a:xfrm rot="5400000">
            <a:off x="8023306" y="942040"/>
            <a:ext cx="518189" cy="3927576"/>
          </a:xfrm>
          <a:prstGeom prst="curvedConnector2">
            <a:avLst/>
          </a:prstGeom>
          <a:ln w="31750">
            <a:solidFill>
              <a:schemeClr val="tx2">
                <a:lumMod val="90000"/>
                <a:lumOff val="1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1" name="Прямая со стрелкой 18">
            <a:extLst>
              <a:ext uri="{FF2B5EF4-FFF2-40B4-BE49-F238E27FC236}">
                <a16:creationId xmlns:a16="http://schemas.microsoft.com/office/drawing/2014/main" id="{E6610087-EEA6-8CB3-DB1C-596299E7C6E4}"/>
              </a:ext>
            </a:extLst>
          </p:cNvPr>
          <p:cNvCxnSpPr>
            <a:cxnSpLocks/>
            <a:stCxn id="138" idx="2"/>
            <a:endCxn id="9" idx="3"/>
          </p:cNvCxnSpPr>
          <p:nvPr/>
        </p:nvCxnSpPr>
        <p:spPr>
          <a:xfrm rot="10800000">
            <a:off x="2213257" y="2646735"/>
            <a:ext cx="3017422" cy="518189"/>
          </a:xfrm>
          <a:prstGeom prst="curvedConnector2">
            <a:avLst/>
          </a:prstGeom>
          <a:ln w="31750">
            <a:solidFill>
              <a:schemeClr val="tx2">
                <a:lumMod val="90000"/>
                <a:lumOff val="1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4" name="Прямая со стрелкой 18">
            <a:extLst>
              <a:ext uri="{FF2B5EF4-FFF2-40B4-BE49-F238E27FC236}">
                <a16:creationId xmlns:a16="http://schemas.microsoft.com/office/drawing/2014/main" id="{367169FA-98EA-11DB-5DDF-4A37DA71E9A0}"/>
              </a:ext>
            </a:extLst>
          </p:cNvPr>
          <p:cNvCxnSpPr>
            <a:cxnSpLocks/>
            <a:stCxn id="68" idx="1"/>
            <a:endCxn id="9" idx="1"/>
          </p:cNvCxnSpPr>
          <p:nvPr/>
        </p:nvCxnSpPr>
        <p:spPr>
          <a:xfrm rot="16200000" flipV="1">
            <a:off x="6229723" y="-2668232"/>
            <a:ext cx="12700" cy="8032931"/>
          </a:xfrm>
          <a:prstGeom prst="curvedConnector3">
            <a:avLst>
              <a:gd name="adj1" fmla="val 3124142"/>
            </a:avLst>
          </a:prstGeom>
          <a:ln w="31750">
            <a:solidFill>
              <a:schemeClr val="tx2">
                <a:lumMod val="90000"/>
                <a:lumOff val="1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9" name="Цилиндр 218">
            <a:extLst>
              <a:ext uri="{FF2B5EF4-FFF2-40B4-BE49-F238E27FC236}">
                <a16:creationId xmlns:a16="http://schemas.microsoft.com/office/drawing/2014/main" id="{F97146B8-7B39-B451-1FBC-DE4AC56132F9}"/>
              </a:ext>
            </a:extLst>
          </p:cNvPr>
          <p:cNvSpPr/>
          <p:nvPr/>
        </p:nvSpPr>
        <p:spPr>
          <a:xfrm>
            <a:off x="6585031" y="1165451"/>
            <a:ext cx="1187095" cy="1416855"/>
          </a:xfrm>
          <a:prstGeom prst="can">
            <a:avLst/>
          </a:prstGeom>
          <a:solidFill>
            <a:schemeClr val="accent5">
              <a:lumMod val="75000"/>
            </a:schemeClr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pg</a:t>
            </a:r>
            <a:r>
              <a:rPr lang="en-US" dirty="0"/>
              <a:t>-locker</a:t>
            </a:r>
            <a:endParaRPr lang="ru-BY" dirty="0"/>
          </a:p>
        </p:txBody>
      </p:sp>
      <p:sp>
        <p:nvSpPr>
          <p:cNvPr id="256" name="TextBox 255">
            <a:extLst>
              <a:ext uri="{FF2B5EF4-FFF2-40B4-BE49-F238E27FC236}">
                <a16:creationId xmlns:a16="http://schemas.microsoft.com/office/drawing/2014/main" id="{58279774-7160-836C-6405-54333B773624}"/>
              </a:ext>
            </a:extLst>
          </p:cNvPr>
          <p:cNvSpPr txBox="1"/>
          <p:nvPr/>
        </p:nvSpPr>
        <p:spPr>
          <a:xfrm>
            <a:off x="7477985" y="2681788"/>
            <a:ext cx="867866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sp>
        <p:nvSpPr>
          <p:cNvPr id="257" name="TextBox 256">
            <a:extLst>
              <a:ext uri="{FF2B5EF4-FFF2-40B4-BE49-F238E27FC236}">
                <a16:creationId xmlns:a16="http://schemas.microsoft.com/office/drawing/2014/main" id="{DD53FC2A-CEAB-0AD0-B55F-D0A914B98D3C}"/>
              </a:ext>
            </a:extLst>
          </p:cNvPr>
          <p:cNvSpPr txBox="1"/>
          <p:nvPr/>
        </p:nvSpPr>
        <p:spPr>
          <a:xfrm>
            <a:off x="3023642" y="2536496"/>
            <a:ext cx="867866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sp>
        <p:nvSpPr>
          <p:cNvPr id="258" name="TextBox 257">
            <a:extLst>
              <a:ext uri="{FF2B5EF4-FFF2-40B4-BE49-F238E27FC236}">
                <a16:creationId xmlns:a16="http://schemas.microsoft.com/office/drawing/2014/main" id="{54BDDF33-7B5B-73FC-63C5-23E52053FDAB}"/>
              </a:ext>
            </a:extLst>
          </p:cNvPr>
          <p:cNvSpPr txBox="1"/>
          <p:nvPr/>
        </p:nvSpPr>
        <p:spPr>
          <a:xfrm>
            <a:off x="8730673" y="1107687"/>
            <a:ext cx="867866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sp>
        <p:nvSpPr>
          <p:cNvPr id="259" name="TextBox 258">
            <a:extLst>
              <a:ext uri="{FF2B5EF4-FFF2-40B4-BE49-F238E27FC236}">
                <a16:creationId xmlns:a16="http://schemas.microsoft.com/office/drawing/2014/main" id="{F59F23C3-6E7B-BAAF-769B-9EDF4ADABFE5}"/>
              </a:ext>
            </a:extLst>
          </p:cNvPr>
          <p:cNvSpPr txBox="1"/>
          <p:nvPr/>
        </p:nvSpPr>
        <p:spPr>
          <a:xfrm>
            <a:off x="2973785" y="1181682"/>
            <a:ext cx="867866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cxnSp>
        <p:nvCxnSpPr>
          <p:cNvPr id="260" name="Прямая со стрелкой 18">
            <a:extLst>
              <a:ext uri="{FF2B5EF4-FFF2-40B4-BE49-F238E27FC236}">
                <a16:creationId xmlns:a16="http://schemas.microsoft.com/office/drawing/2014/main" id="{1638CF53-861A-7EA7-7816-D17722443F84}"/>
              </a:ext>
            </a:extLst>
          </p:cNvPr>
          <p:cNvCxnSpPr>
            <a:cxnSpLocks/>
            <a:stCxn id="219" idx="2"/>
            <a:endCxn id="138" idx="1"/>
          </p:cNvCxnSpPr>
          <p:nvPr/>
        </p:nvCxnSpPr>
        <p:spPr>
          <a:xfrm rot="10800000" flipV="1">
            <a:off x="5774647" y="1873879"/>
            <a:ext cx="810385" cy="641794"/>
          </a:xfrm>
          <a:prstGeom prst="curvedConnector2">
            <a:avLst/>
          </a:prstGeom>
          <a:ln w="31750">
            <a:solidFill>
              <a:schemeClr val="accent5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3" name="Прямая со стрелкой 18">
            <a:extLst>
              <a:ext uri="{FF2B5EF4-FFF2-40B4-BE49-F238E27FC236}">
                <a16:creationId xmlns:a16="http://schemas.microsoft.com/office/drawing/2014/main" id="{53F97DCD-6CB1-67FC-5E16-26E146F51A93}"/>
              </a:ext>
            </a:extLst>
          </p:cNvPr>
          <p:cNvCxnSpPr>
            <a:cxnSpLocks/>
            <a:stCxn id="219" idx="2"/>
            <a:endCxn id="9" idx="4"/>
          </p:cNvCxnSpPr>
          <p:nvPr/>
        </p:nvCxnSpPr>
        <p:spPr>
          <a:xfrm rot="10800000" flipV="1">
            <a:off x="2757223" y="1873878"/>
            <a:ext cx="3827808" cy="123605"/>
          </a:xfrm>
          <a:prstGeom prst="curvedConnector3">
            <a:avLst>
              <a:gd name="adj1" fmla="val 50000"/>
            </a:avLst>
          </a:prstGeom>
          <a:ln w="31750">
            <a:solidFill>
              <a:schemeClr val="accent5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6" name="Прямая со стрелкой 18">
            <a:extLst>
              <a:ext uri="{FF2B5EF4-FFF2-40B4-BE49-F238E27FC236}">
                <a16:creationId xmlns:a16="http://schemas.microsoft.com/office/drawing/2014/main" id="{CFAEA455-C352-AAFE-3A31-354F9E3B482B}"/>
              </a:ext>
            </a:extLst>
          </p:cNvPr>
          <p:cNvCxnSpPr>
            <a:cxnSpLocks/>
            <a:stCxn id="219" idx="4"/>
            <a:endCxn id="68" idx="2"/>
          </p:cNvCxnSpPr>
          <p:nvPr/>
        </p:nvCxnSpPr>
        <p:spPr>
          <a:xfrm>
            <a:off x="7772126" y="1873879"/>
            <a:ext cx="1930095" cy="123605"/>
          </a:xfrm>
          <a:prstGeom prst="curvedConnector3">
            <a:avLst>
              <a:gd name="adj1" fmla="val 50000"/>
            </a:avLst>
          </a:prstGeom>
          <a:ln w="31750">
            <a:solidFill>
              <a:schemeClr val="accent5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9" name="TextBox 268">
            <a:extLst>
              <a:ext uri="{FF2B5EF4-FFF2-40B4-BE49-F238E27FC236}">
                <a16:creationId xmlns:a16="http://schemas.microsoft.com/office/drawing/2014/main" id="{49A2AAB3-1A49-2A61-5531-BDF57480A889}"/>
              </a:ext>
            </a:extLst>
          </p:cNvPr>
          <p:cNvSpPr txBox="1"/>
          <p:nvPr/>
        </p:nvSpPr>
        <p:spPr>
          <a:xfrm>
            <a:off x="8434847" y="1584764"/>
            <a:ext cx="604653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lock</a:t>
            </a:r>
            <a:endParaRPr lang="ru-BY" dirty="0"/>
          </a:p>
        </p:txBody>
      </p:sp>
      <p:sp>
        <p:nvSpPr>
          <p:cNvPr id="270" name="TextBox 269">
            <a:extLst>
              <a:ext uri="{FF2B5EF4-FFF2-40B4-BE49-F238E27FC236}">
                <a16:creationId xmlns:a16="http://schemas.microsoft.com/office/drawing/2014/main" id="{69A33C7D-9720-EB54-0886-65F6F5998EB5}"/>
              </a:ext>
            </a:extLst>
          </p:cNvPr>
          <p:cNvSpPr txBox="1"/>
          <p:nvPr/>
        </p:nvSpPr>
        <p:spPr>
          <a:xfrm>
            <a:off x="3933963" y="1610311"/>
            <a:ext cx="604653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lock</a:t>
            </a:r>
            <a:endParaRPr lang="ru-BY" dirty="0"/>
          </a:p>
        </p:txBody>
      </p:sp>
      <p:sp>
        <p:nvSpPr>
          <p:cNvPr id="271" name="TextBox 270">
            <a:extLst>
              <a:ext uri="{FF2B5EF4-FFF2-40B4-BE49-F238E27FC236}">
                <a16:creationId xmlns:a16="http://schemas.microsoft.com/office/drawing/2014/main" id="{23985170-98D4-49F9-2456-59DFBED5B3A1}"/>
              </a:ext>
            </a:extLst>
          </p:cNvPr>
          <p:cNvSpPr txBox="1"/>
          <p:nvPr/>
        </p:nvSpPr>
        <p:spPr>
          <a:xfrm>
            <a:off x="5327376" y="1935680"/>
            <a:ext cx="604653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lock</a:t>
            </a:r>
            <a:endParaRPr lang="ru-BY" dirty="0"/>
          </a:p>
        </p:txBody>
      </p:sp>
    </p:spTree>
    <p:extLst>
      <p:ext uri="{BB962C8B-B14F-4D97-AF65-F5344CB8AC3E}">
        <p14:creationId xmlns:p14="http://schemas.microsoft.com/office/powerpoint/2010/main" val="241965948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94E4C0E-6D42-9859-A288-13B3204AF1E0}"/>
              </a:ext>
            </a:extLst>
          </p:cNvPr>
          <p:cNvSpPr txBox="1"/>
          <p:nvPr/>
        </p:nvSpPr>
        <p:spPr>
          <a:xfrm>
            <a:off x="230406" y="226738"/>
            <a:ext cx="635462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600" dirty="0"/>
              <a:t>Общая архитектура кластера</a:t>
            </a:r>
            <a:endParaRPr lang="en-US" sz="3600" dirty="0"/>
          </a:p>
        </p:txBody>
      </p:sp>
      <p:sp>
        <p:nvSpPr>
          <p:cNvPr id="23" name="Цилиндр 22">
            <a:extLst>
              <a:ext uri="{FF2B5EF4-FFF2-40B4-BE49-F238E27FC236}">
                <a16:creationId xmlns:a16="http://schemas.microsoft.com/office/drawing/2014/main" id="{EF1DB332-50CD-775B-ABA2-0817F517ECDA}"/>
              </a:ext>
            </a:extLst>
          </p:cNvPr>
          <p:cNvSpPr/>
          <p:nvPr/>
        </p:nvSpPr>
        <p:spPr>
          <a:xfrm>
            <a:off x="215162" y="3220803"/>
            <a:ext cx="1087933" cy="1298500"/>
          </a:xfrm>
          <a:prstGeom prst="can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coord-1</a:t>
            </a:r>
            <a:endParaRPr lang="ru-BY" dirty="0"/>
          </a:p>
        </p:txBody>
      </p:sp>
      <p:cxnSp>
        <p:nvCxnSpPr>
          <p:cNvPr id="24" name="Прямая со стрелкой 18">
            <a:extLst>
              <a:ext uri="{FF2B5EF4-FFF2-40B4-BE49-F238E27FC236}">
                <a16:creationId xmlns:a16="http://schemas.microsoft.com/office/drawing/2014/main" id="{8DA426C6-59CA-DA3A-D5CB-51EF9C2A4510}"/>
              </a:ext>
            </a:extLst>
          </p:cNvPr>
          <p:cNvCxnSpPr>
            <a:cxnSpLocks/>
            <a:stCxn id="23" idx="4"/>
            <a:endCxn id="77" idx="2"/>
          </p:cNvCxnSpPr>
          <p:nvPr/>
        </p:nvCxnSpPr>
        <p:spPr>
          <a:xfrm flipV="1">
            <a:off x="1303095" y="3852081"/>
            <a:ext cx="823068" cy="17972"/>
          </a:xfrm>
          <a:prstGeom prst="straightConnector1">
            <a:avLst/>
          </a:prstGeom>
          <a:ln w="31750">
            <a:solidFill>
              <a:schemeClr val="tx1">
                <a:lumMod val="95000"/>
                <a:lumOff val="5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Прямая со стрелкой 18">
            <a:extLst>
              <a:ext uri="{FF2B5EF4-FFF2-40B4-BE49-F238E27FC236}">
                <a16:creationId xmlns:a16="http://schemas.microsoft.com/office/drawing/2014/main" id="{B88E1360-ADC8-7A39-E28B-1D30D90CA2CC}"/>
              </a:ext>
            </a:extLst>
          </p:cNvPr>
          <p:cNvCxnSpPr>
            <a:cxnSpLocks/>
            <a:stCxn id="78" idx="1"/>
            <a:endCxn id="23" idx="3"/>
          </p:cNvCxnSpPr>
          <p:nvPr/>
        </p:nvCxnSpPr>
        <p:spPr>
          <a:xfrm flipH="1" flipV="1">
            <a:off x="759129" y="4519303"/>
            <a:ext cx="1408013" cy="644414"/>
          </a:xfrm>
          <a:prstGeom prst="straightConnector1">
            <a:avLst/>
          </a:prstGeom>
          <a:ln w="31750">
            <a:solidFill>
              <a:schemeClr val="tx1">
                <a:lumMod val="95000"/>
                <a:lumOff val="5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Прямая со стрелкой 18">
            <a:extLst>
              <a:ext uri="{FF2B5EF4-FFF2-40B4-BE49-F238E27FC236}">
                <a16:creationId xmlns:a16="http://schemas.microsoft.com/office/drawing/2014/main" id="{B88E1360-ADC8-7A39-E28B-1D30D90CA2CC}"/>
              </a:ext>
            </a:extLst>
          </p:cNvPr>
          <p:cNvCxnSpPr>
            <a:cxnSpLocks/>
            <a:stCxn id="23" idx="3"/>
            <a:endCxn id="79" idx="1"/>
          </p:cNvCxnSpPr>
          <p:nvPr/>
        </p:nvCxnSpPr>
        <p:spPr>
          <a:xfrm flipH="1">
            <a:off x="750020" y="4519303"/>
            <a:ext cx="9109" cy="644414"/>
          </a:xfrm>
          <a:prstGeom prst="straightConnector1">
            <a:avLst/>
          </a:prstGeom>
          <a:ln w="31750">
            <a:solidFill>
              <a:schemeClr val="tx1">
                <a:lumMod val="95000"/>
                <a:lumOff val="5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Цилиндр 8">
            <a:extLst>
              <a:ext uri="{FF2B5EF4-FFF2-40B4-BE49-F238E27FC236}">
                <a16:creationId xmlns:a16="http://schemas.microsoft.com/office/drawing/2014/main" id="{A6CB4848-BD9F-00DA-AFBB-169D872B698A}"/>
              </a:ext>
            </a:extLst>
          </p:cNvPr>
          <p:cNvSpPr/>
          <p:nvPr/>
        </p:nvSpPr>
        <p:spPr>
          <a:xfrm>
            <a:off x="1669290" y="1348234"/>
            <a:ext cx="1087933" cy="1298500"/>
          </a:xfrm>
          <a:prstGeom prst="can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master-1</a:t>
            </a:r>
            <a:endParaRPr lang="ru-BY" sz="1200" dirty="0"/>
          </a:p>
        </p:txBody>
      </p:sp>
      <p:cxnSp>
        <p:nvCxnSpPr>
          <p:cNvPr id="10" name="Прямая со стрелкой 18">
            <a:extLst>
              <a:ext uri="{FF2B5EF4-FFF2-40B4-BE49-F238E27FC236}">
                <a16:creationId xmlns:a16="http://schemas.microsoft.com/office/drawing/2014/main" id="{6BDA3585-87B9-649E-1E95-BF31212098C0}"/>
              </a:ext>
            </a:extLst>
          </p:cNvPr>
          <p:cNvCxnSpPr>
            <a:cxnSpLocks/>
            <a:stCxn id="23" idx="1"/>
            <a:endCxn id="9" idx="2"/>
          </p:cNvCxnSpPr>
          <p:nvPr/>
        </p:nvCxnSpPr>
        <p:spPr>
          <a:xfrm flipV="1">
            <a:off x="759129" y="1997484"/>
            <a:ext cx="910161" cy="1223319"/>
          </a:xfrm>
          <a:prstGeom prst="straightConnector1">
            <a:avLst/>
          </a:prstGeom>
          <a:ln w="31750">
            <a:solidFill>
              <a:schemeClr val="accent2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273A2584-B55C-170F-E6C7-B55FA12521EE}"/>
              </a:ext>
            </a:extLst>
          </p:cNvPr>
          <p:cNvSpPr txBox="1"/>
          <p:nvPr/>
        </p:nvSpPr>
        <p:spPr>
          <a:xfrm>
            <a:off x="400574" y="2252160"/>
            <a:ext cx="867866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1791FD8-19AD-0449-82A9-93DFE76667E6}"/>
              </a:ext>
            </a:extLst>
          </p:cNvPr>
          <p:cNvSpPr txBox="1"/>
          <p:nvPr/>
        </p:nvSpPr>
        <p:spPr>
          <a:xfrm>
            <a:off x="9354132" y="4629978"/>
            <a:ext cx="1043940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sharding</a:t>
            </a:r>
            <a:endParaRPr lang="ru-BY" dirty="0"/>
          </a:p>
        </p:txBody>
      </p:sp>
      <p:sp>
        <p:nvSpPr>
          <p:cNvPr id="63" name="Цилиндр 62">
            <a:extLst>
              <a:ext uri="{FF2B5EF4-FFF2-40B4-BE49-F238E27FC236}">
                <a16:creationId xmlns:a16="http://schemas.microsoft.com/office/drawing/2014/main" id="{4B01D485-58C5-F64B-892A-4DB24B7AC6F5}"/>
              </a:ext>
            </a:extLst>
          </p:cNvPr>
          <p:cNvSpPr/>
          <p:nvPr/>
        </p:nvSpPr>
        <p:spPr>
          <a:xfrm>
            <a:off x="10888904" y="3220803"/>
            <a:ext cx="1087933" cy="1298500"/>
          </a:xfrm>
          <a:prstGeom prst="can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coord-3</a:t>
            </a:r>
            <a:endParaRPr lang="ru-BY" dirty="0"/>
          </a:p>
        </p:txBody>
      </p:sp>
      <p:cxnSp>
        <p:nvCxnSpPr>
          <p:cNvPr id="64" name="Прямая со стрелкой 18">
            <a:extLst>
              <a:ext uri="{FF2B5EF4-FFF2-40B4-BE49-F238E27FC236}">
                <a16:creationId xmlns:a16="http://schemas.microsoft.com/office/drawing/2014/main" id="{E0164565-70E0-C7C7-2C99-E337B9E0B7F3}"/>
              </a:ext>
            </a:extLst>
          </p:cNvPr>
          <p:cNvCxnSpPr>
            <a:cxnSpLocks/>
            <a:stCxn id="63" idx="3"/>
            <a:endCxn id="80" idx="1"/>
          </p:cNvCxnSpPr>
          <p:nvPr/>
        </p:nvCxnSpPr>
        <p:spPr>
          <a:xfrm>
            <a:off x="11432871" y="4519303"/>
            <a:ext cx="9110" cy="644414"/>
          </a:xfrm>
          <a:prstGeom prst="straightConnector1">
            <a:avLst/>
          </a:prstGeom>
          <a:ln w="31750">
            <a:solidFill>
              <a:schemeClr val="tx1">
                <a:lumMod val="95000"/>
                <a:lumOff val="5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Прямая со стрелкой 18">
            <a:extLst>
              <a:ext uri="{FF2B5EF4-FFF2-40B4-BE49-F238E27FC236}">
                <a16:creationId xmlns:a16="http://schemas.microsoft.com/office/drawing/2014/main" id="{3B012901-C858-91F9-0976-418FE294860D}"/>
              </a:ext>
            </a:extLst>
          </p:cNvPr>
          <p:cNvCxnSpPr>
            <a:cxnSpLocks/>
            <a:stCxn id="75" idx="1"/>
            <a:endCxn id="63" idx="3"/>
          </p:cNvCxnSpPr>
          <p:nvPr/>
        </p:nvCxnSpPr>
        <p:spPr>
          <a:xfrm flipV="1">
            <a:off x="10024859" y="4519303"/>
            <a:ext cx="1408012" cy="644414"/>
          </a:xfrm>
          <a:prstGeom prst="straightConnector1">
            <a:avLst/>
          </a:prstGeom>
          <a:ln w="31750">
            <a:solidFill>
              <a:schemeClr val="tx1">
                <a:lumMod val="95000"/>
                <a:lumOff val="5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Прямая со стрелкой 18">
            <a:extLst>
              <a:ext uri="{FF2B5EF4-FFF2-40B4-BE49-F238E27FC236}">
                <a16:creationId xmlns:a16="http://schemas.microsoft.com/office/drawing/2014/main" id="{C3FFC7E5-B5AC-380A-3E46-45A18ABA9FA2}"/>
              </a:ext>
            </a:extLst>
          </p:cNvPr>
          <p:cNvCxnSpPr>
            <a:cxnSpLocks/>
            <a:stCxn id="63" idx="2"/>
            <a:endCxn id="67" idx="4"/>
          </p:cNvCxnSpPr>
          <p:nvPr/>
        </p:nvCxnSpPr>
        <p:spPr>
          <a:xfrm flipH="1">
            <a:off x="10054688" y="3870053"/>
            <a:ext cx="834216" cy="4836"/>
          </a:xfrm>
          <a:prstGeom prst="straightConnector1">
            <a:avLst/>
          </a:prstGeom>
          <a:ln w="31750">
            <a:solidFill>
              <a:schemeClr val="tx1">
                <a:lumMod val="95000"/>
                <a:lumOff val="5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Цилиндр 66">
            <a:extLst>
              <a:ext uri="{FF2B5EF4-FFF2-40B4-BE49-F238E27FC236}">
                <a16:creationId xmlns:a16="http://schemas.microsoft.com/office/drawing/2014/main" id="{128093ED-E928-3A89-4AAA-8DA88C49702D}"/>
              </a:ext>
            </a:extLst>
          </p:cNvPr>
          <p:cNvSpPr/>
          <p:nvPr/>
        </p:nvSpPr>
        <p:spPr>
          <a:xfrm>
            <a:off x="8751185" y="3096992"/>
            <a:ext cx="1303503" cy="1555794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worker-3-0</a:t>
            </a:r>
            <a:endParaRPr lang="ru-BY" dirty="0"/>
          </a:p>
        </p:txBody>
      </p:sp>
      <p:sp>
        <p:nvSpPr>
          <p:cNvPr id="68" name="Цилиндр 67">
            <a:extLst>
              <a:ext uri="{FF2B5EF4-FFF2-40B4-BE49-F238E27FC236}">
                <a16:creationId xmlns:a16="http://schemas.microsoft.com/office/drawing/2014/main" id="{656280ED-80FF-2A22-8B12-8033CCBAAD4E}"/>
              </a:ext>
            </a:extLst>
          </p:cNvPr>
          <p:cNvSpPr/>
          <p:nvPr/>
        </p:nvSpPr>
        <p:spPr>
          <a:xfrm>
            <a:off x="9702221" y="1348234"/>
            <a:ext cx="1087933" cy="1298500"/>
          </a:xfrm>
          <a:prstGeom prst="can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master-3</a:t>
            </a:r>
            <a:endParaRPr lang="ru-BY" sz="1200" dirty="0"/>
          </a:p>
        </p:txBody>
      </p:sp>
      <p:cxnSp>
        <p:nvCxnSpPr>
          <p:cNvPr id="69" name="Прямая со стрелкой 18">
            <a:extLst>
              <a:ext uri="{FF2B5EF4-FFF2-40B4-BE49-F238E27FC236}">
                <a16:creationId xmlns:a16="http://schemas.microsoft.com/office/drawing/2014/main" id="{3C276CDB-B51F-B4E7-01DB-6FE9E932957D}"/>
              </a:ext>
            </a:extLst>
          </p:cNvPr>
          <p:cNvCxnSpPr>
            <a:cxnSpLocks/>
            <a:stCxn id="63" idx="1"/>
            <a:endCxn id="68" idx="4"/>
          </p:cNvCxnSpPr>
          <p:nvPr/>
        </p:nvCxnSpPr>
        <p:spPr>
          <a:xfrm flipH="1" flipV="1">
            <a:off x="10790154" y="1997484"/>
            <a:ext cx="642717" cy="1223319"/>
          </a:xfrm>
          <a:prstGeom prst="straightConnector1">
            <a:avLst/>
          </a:prstGeom>
          <a:ln w="31750">
            <a:solidFill>
              <a:schemeClr val="accent2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FF4DE35B-CC66-B590-425F-C3360A92F914}"/>
              </a:ext>
            </a:extLst>
          </p:cNvPr>
          <p:cNvSpPr txBox="1"/>
          <p:nvPr/>
        </p:nvSpPr>
        <p:spPr>
          <a:xfrm>
            <a:off x="10998937" y="2271675"/>
            <a:ext cx="867866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sp>
        <p:nvSpPr>
          <p:cNvPr id="75" name="Цилиндр 74">
            <a:extLst>
              <a:ext uri="{FF2B5EF4-FFF2-40B4-BE49-F238E27FC236}">
                <a16:creationId xmlns:a16="http://schemas.microsoft.com/office/drawing/2014/main" id="{1081BE96-8EE3-23DD-00BD-4DE2FB885273}"/>
              </a:ext>
            </a:extLst>
          </p:cNvPr>
          <p:cNvSpPr/>
          <p:nvPr/>
        </p:nvSpPr>
        <p:spPr>
          <a:xfrm>
            <a:off x="9373107" y="5163717"/>
            <a:ext cx="1303503" cy="1555794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worker-3-</a:t>
            </a:r>
            <a:r>
              <a:rPr lang="ru-RU" dirty="0"/>
              <a:t>1</a:t>
            </a:r>
            <a:endParaRPr lang="ru-BY" dirty="0"/>
          </a:p>
        </p:txBody>
      </p:sp>
      <p:sp>
        <p:nvSpPr>
          <p:cNvPr id="77" name="Цилиндр 76">
            <a:extLst>
              <a:ext uri="{FF2B5EF4-FFF2-40B4-BE49-F238E27FC236}">
                <a16:creationId xmlns:a16="http://schemas.microsoft.com/office/drawing/2014/main" id="{74E180FE-7261-B185-0C8D-C9C0042627B9}"/>
              </a:ext>
            </a:extLst>
          </p:cNvPr>
          <p:cNvSpPr/>
          <p:nvPr/>
        </p:nvSpPr>
        <p:spPr>
          <a:xfrm>
            <a:off x="2126163" y="3074184"/>
            <a:ext cx="1303503" cy="1555794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</a:t>
            </a:r>
            <a:r>
              <a:rPr lang="ru-RU" dirty="0"/>
              <a:t>1</a:t>
            </a:r>
            <a:r>
              <a:rPr lang="en-US" dirty="0"/>
              <a:t>-</a:t>
            </a:r>
            <a:r>
              <a:rPr lang="ru-RU" dirty="0"/>
              <a:t>2</a:t>
            </a:r>
            <a:endParaRPr lang="ru-BY" dirty="0"/>
          </a:p>
        </p:txBody>
      </p:sp>
      <p:sp>
        <p:nvSpPr>
          <p:cNvPr id="78" name="Цилиндр 77">
            <a:extLst>
              <a:ext uri="{FF2B5EF4-FFF2-40B4-BE49-F238E27FC236}">
                <a16:creationId xmlns:a16="http://schemas.microsoft.com/office/drawing/2014/main" id="{669EF9BA-FD3C-AD21-BB9F-57CF7987C597}"/>
              </a:ext>
            </a:extLst>
          </p:cNvPr>
          <p:cNvSpPr/>
          <p:nvPr/>
        </p:nvSpPr>
        <p:spPr>
          <a:xfrm>
            <a:off x="1515390" y="5163717"/>
            <a:ext cx="1303503" cy="1555794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</a:t>
            </a:r>
            <a:r>
              <a:rPr lang="ru-RU" dirty="0"/>
              <a:t>1</a:t>
            </a:r>
            <a:r>
              <a:rPr lang="en-US" dirty="0"/>
              <a:t>-</a:t>
            </a:r>
            <a:r>
              <a:rPr lang="ru-RU" dirty="0"/>
              <a:t>1</a:t>
            </a:r>
            <a:endParaRPr lang="ru-BY" dirty="0"/>
          </a:p>
        </p:txBody>
      </p:sp>
      <p:sp>
        <p:nvSpPr>
          <p:cNvPr id="79" name="Цилиндр 78">
            <a:extLst>
              <a:ext uri="{FF2B5EF4-FFF2-40B4-BE49-F238E27FC236}">
                <a16:creationId xmlns:a16="http://schemas.microsoft.com/office/drawing/2014/main" id="{90EF0D7E-9F2C-1E4A-15C1-C868A4B7BA30}"/>
              </a:ext>
            </a:extLst>
          </p:cNvPr>
          <p:cNvSpPr/>
          <p:nvPr/>
        </p:nvSpPr>
        <p:spPr>
          <a:xfrm>
            <a:off x="98268" y="5163717"/>
            <a:ext cx="1303503" cy="1555794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</a:t>
            </a:r>
            <a:r>
              <a:rPr lang="ru-RU" dirty="0"/>
              <a:t>1</a:t>
            </a:r>
            <a:r>
              <a:rPr lang="en-US" dirty="0"/>
              <a:t>-0</a:t>
            </a:r>
            <a:endParaRPr lang="ru-BY" dirty="0"/>
          </a:p>
        </p:txBody>
      </p:sp>
      <p:sp>
        <p:nvSpPr>
          <p:cNvPr id="80" name="Цилиндр 79">
            <a:extLst>
              <a:ext uri="{FF2B5EF4-FFF2-40B4-BE49-F238E27FC236}">
                <a16:creationId xmlns:a16="http://schemas.microsoft.com/office/drawing/2014/main" id="{CAE1BEEA-12C6-891C-CD6E-5AD101581989}"/>
              </a:ext>
            </a:extLst>
          </p:cNvPr>
          <p:cNvSpPr/>
          <p:nvPr/>
        </p:nvSpPr>
        <p:spPr>
          <a:xfrm>
            <a:off x="10790229" y="5163717"/>
            <a:ext cx="1303503" cy="1555794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worker-3-</a:t>
            </a:r>
            <a:r>
              <a:rPr lang="ru-RU" dirty="0"/>
              <a:t>2</a:t>
            </a:r>
            <a:endParaRPr lang="ru-BY" dirty="0"/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2E24B429-77BF-4902-7BC8-2E29AEE76BA6}"/>
              </a:ext>
            </a:extLst>
          </p:cNvPr>
          <p:cNvSpPr txBox="1"/>
          <p:nvPr/>
        </p:nvSpPr>
        <p:spPr>
          <a:xfrm>
            <a:off x="1667169" y="4648857"/>
            <a:ext cx="1043940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sharding</a:t>
            </a:r>
            <a:endParaRPr lang="ru-BY" dirty="0"/>
          </a:p>
        </p:txBody>
      </p:sp>
      <p:sp>
        <p:nvSpPr>
          <p:cNvPr id="133" name="Цилиндр 132">
            <a:extLst>
              <a:ext uri="{FF2B5EF4-FFF2-40B4-BE49-F238E27FC236}">
                <a16:creationId xmlns:a16="http://schemas.microsoft.com/office/drawing/2014/main" id="{10422A75-5CBF-D970-425D-012B72501D29}"/>
              </a:ext>
            </a:extLst>
          </p:cNvPr>
          <p:cNvSpPr/>
          <p:nvPr/>
        </p:nvSpPr>
        <p:spPr>
          <a:xfrm>
            <a:off x="3933963" y="3516144"/>
            <a:ext cx="1087933" cy="1298500"/>
          </a:xfrm>
          <a:prstGeom prst="can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coord-2</a:t>
            </a:r>
            <a:endParaRPr lang="ru-BY" dirty="0"/>
          </a:p>
        </p:txBody>
      </p:sp>
      <p:cxnSp>
        <p:nvCxnSpPr>
          <p:cNvPr id="134" name="Прямая со стрелкой 18">
            <a:extLst>
              <a:ext uri="{FF2B5EF4-FFF2-40B4-BE49-F238E27FC236}">
                <a16:creationId xmlns:a16="http://schemas.microsoft.com/office/drawing/2014/main" id="{DE6C28DF-FDB8-8101-9E67-6B6088DA23CF}"/>
              </a:ext>
            </a:extLst>
          </p:cNvPr>
          <p:cNvCxnSpPr>
            <a:cxnSpLocks/>
            <a:stCxn id="133" idx="3"/>
            <a:endCxn id="142" idx="1"/>
          </p:cNvCxnSpPr>
          <p:nvPr/>
        </p:nvCxnSpPr>
        <p:spPr>
          <a:xfrm>
            <a:off x="4477930" y="4814644"/>
            <a:ext cx="3035191" cy="349073"/>
          </a:xfrm>
          <a:prstGeom prst="straightConnector1">
            <a:avLst/>
          </a:prstGeom>
          <a:ln w="31750">
            <a:solidFill>
              <a:schemeClr val="tx1">
                <a:lumMod val="95000"/>
                <a:lumOff val="5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Прямая со стрелкой 18">
            <a:extLst>
              <a:ext uri="{FF2B5EF4-FFF2-40B4-BE49-F238E27FC236}">
                <a16:creationId xmlns:a16="http://schemas.microsoft.com/office/drawing/2014/main" id="{03579E49-243C-2684-AA5D-46796F02523B}"/>
              </a:ext>
            </a:extLst>
          </p:cNvPr>
          <p:cNvCxnSpPr>
            <a:cxnSpLocks/>
            <a:stCxn id="141" idx="1"/>
            <a:endCxn id="133" idx="3"/>
          </p:cNvCxnSpPr>
          <p:nvPr/>
        </p:nvCxnSpPr>
        <p:spPr>
          <a:xfrm flipH="1" flipV="1">
            <a:off x="4477930" y="4814644"/>
            <a:ext cx="1618071" cy="349073"/>
          </a:xfrm>
          <a:prstGeom prst="straightConnector1">
            <a:avLst/>
          </a:prstGeom>
          <a:ln w="31750">
            <a:solidFill>
              <a:schemeClr val="tx1">
                <a:lumMod val="95000"/>
                <a:lumOff val="5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Прямая со стрелкой 18">
            <a:extLst>
              <a:ext uri="{FF2B5EF4-FFF2-40B4-BE49-F238E27FC236}">
                <a16:creationId xmlns:a16="http://schemas.microsoft.com/office/drawing/2014/main" id="{C44AAD08-2943-690B-31A8-0A09B9E072FD}"/>
              </a:ext>
            </a:extLst>
          </p:cNvPr>
          <p:cNvCxnSpPr>
            <a:cxnSpLocks/>
            <a:stCxn id="133" idx="3"/>
            <a:endCxn id="137" idx="1"/>
          </p:cNvCxnSpPr>
          <p:nvPr/>
        </p:nvCxnSpPr>
        <p:spPr>
          <a:xfrm>
            <a:off x="4477930" y="4814644"/>
            <a:ext cx="200891" cy="349073"/>
          </a:xfrm>
          <a:prstGeom prst="straightConnector1">
            <a:avLst/>
          </a:prstGeom>
          <a:ln w="31750">
            <a:solidFill>
              <a:schemeClr val="tx1">
                <a:lumMod val="95000"/>
                <a:lumOff val="5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7" name="Цилиндр 136">
            <a:extLst>
              <a:ext uri="{FF2B5EF4-FFF2-40B4-BE49-F238E27FC236}">
                <a16:creationId xmlns:a16="http://schemas.microsoft.com/office/drawing/2014/main" id="{CC73C14A-0919-2FE7-F8E9-5C086C1BA19A}"/>
              </a:ext>
            </a:extLst>
          </p:cNvPr>
          <p:cNvSpPr/>
          <p:nvPr/>
        </p:nvSpPr>
        <p:spPr>
          <a:xfrm>
            <a:off x="4027069" y="5163717"/>
            <a:ext cx="1303503" cy="1555794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worker-2-0</a:t>
            </a:r>
            <a:endParaRPr lang="ru-BY" dirty="0"/>
          </a:p>
        </p:txBody>
      </p:sp>
      <p:sp>
        <p:nvSpPr>
          <p:cNvPr id="138" name="Цилиндр 137">
            <a:extLst>
              <a:ext uri="{FF2B5EF4-FFF2-40B4-BE49-F238E27FC236}">
                <a16:creationId xmlns:a16="http://schemas.microsoft.com/office/drawing/2014/main" id="{7764FAA7-A17D-C3BE-BCE9-AF49FE66AF99}"/>
              </a:ext>
            </a:extLst>
          </p:cNvPr>
          <p:cNvSpPr/>
          <p:nvPr/>
        </p:nvSpPr>
        <p:spPr>
          <a:xfrm>
            <a:off x="5230679" y="2515673"/>
            <a:ext cx="1087933" cy="1298500"/>
          </a:xfrm>
          <a:prstGeom prst="can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master-2</a:t>
            </a:r>
            <a:endParaRPr lang="ru-BY" sz="1200" dirty="0"/>
          </a:p>
        </p:txBody>
      </p:sp>
      <p:cxnSp>
        <p:nvCxnSpPr>
          <p:cNvPr id="139" name="Прямая со стрелкой 18">
            <a:extLst>
              <a:ext uri="{FF2B5EF4-FFF2-40B4-BE49-F238E27FC236}">
                <a16:creationId xmlns:a16="http://schemas.microsoft.com/office/drawing/2014/main" id="{437692CA-6BAB-8682-E077-7E4A2777BBE4}"/>
              </a:ext>
            </a:extLst>
          </p:cNvPr>
          <p:cNvCxnSpPr>
            <a:cxnSpLocks/>
            <a:stCxn id="133" idx="4"/>
            <a:endCxn id="138" idx="3"/>
          </p:cNvCxnSpPr>
          <p:nvPr/>
        </p:nvCxnSpPr>
        <p:spPr>
          <a:xfrm flipV="1">
            <a:off x="5021896" y="3814173"/>
            <a:ext cx="752750" cy="351221"/>
          </a:xfrm>
          <a:prstGeom prst="straightConnector1">
            <a:avLst/>
          </a:prstGeom>
          <a:ln w="31750">
            <a:solidFill>
              <a:schemeClr val="accent2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1" name="Цилиндр 140">
            <a:extLst>
              <a:ext uri="{FF2B5EF4-FFF2-40B4-BE49-F238E27FC236}">
                <a16:creationId xmlns:a16="http://schemas.microsoft.com/office/drawing/2014/main" id="{3039488A-90E7-C053-C3A5-6D2078D0D8AA}"/>
              </a:ext>
            </a:extLst>
          </p:cNvPr>
          <p:cNvSpPr/>
          <p:nvPr/>
        </p:nvSpPr>
        <p:spPr>
          <a:xfrm>
            <a:off x="5444249" y="5163717"/>
            <a:ext cx="1303503" cy="1555794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worker-2-</a:t>
            </a:r>
            <a:r>
              <a:rPr lang="ru-RU" dirty="0"/>
              <a:t>1</a:t>
            </a:r>
            <a:endParaRPr lang="ru-BY" dirty="0"/>
          </a:p>
        </p:txBody>
      </p:sp>
      <p:sp>
        <p:nvSpPr>
          <p:cNvPr id="142" name="Цилиндр 141">
            <a:extLst>
              <a:ext uri="{FF2B5EF4-FFF2-40B4-BE49-F238E27FC236}">
                <a16:creationId xmlns:a16="http://schemas.microsoft.com/office/drawing/2014/main" id="{C08D3B91-888D-4E44-94BF-FDCCFE5A5B8B}"/>
              </a:ext>
            </a:extLst>
          </p:cNvPr>
          <p:cNvSpPr/>
          <p:nvPr/>
        </p:nvSpPr>
        <p:spPr>
          <a:xfrm>
            <a:off x="6861369" y="5163717"/>
            <a:ext cx="1303503" cy="1555794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worker-2-</a:t>
            </a:r>
            <a:r>
              <a:rPr lang="ru-RU" dirty="0"/>
              <a:t>2</a:t>
            </a:r>
            <a:endParaRPr lang="ru-BY" dirty="0"/>
          </a:p>
        </p:txBody>
      </p:sp>
      <p:sp>
        <p:nvSpPr>
          <p:cNvPr id="185" name="TextBox 184">
            <a:extLst>
              <a:ext uri="{FF2B5EF4-FFF2-40B4-BE49-F238E27FC236}">
                <a16:creationId xmlns:a16="http://schemas.microsoft.com/office/drawing/2014/main" id="{E3A12764-859C-06BB-191F-3E87ABBE4FF9}"/>
              </a:ext>
            </a:extLst>
          </p:cNvPr>
          <p:cNvSpPr txBox="1"/>
          <p:nvPr/>
        </p:nvSpPr>
        <p:spPr>
          <a:xfrm>
            <a:off x="6867978" y="4656844"/>
            <a:ext cx="1043940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sharding</a:t>
            </a:r>
            <a:endParaRPr lang="ru-BY" dirty="0"/>
          </a:p>
        </p:txBody>
      </p:sp>
      <p:sp>
        <p:nvSpPr>
          <p:cNvPr id="197" name="TextBox 196">
            <a:extLst>
              <a:ext uri="{FF2B5EF4-FFF2-40B4-BE49-F238E27FC236}">
                <a16:creationId xmlns:a16="http://schemas.microsoft.com/office/drawing/2014/main" id="{79EA9046-390B-7DC2-0A45-D3698290DFF2}"/>
              </a:ext>
            </a:extLst>
          </p:cNvPr>
          <p:cNvSpPr txBox="1"/>
          <p:nvPr/>
        </p:nvSpPr>
        <p:spPr>
          <a:xfrm>
            <a:off x="5165803" y="4045431"/>
            <a:ext cx="867866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cxnSp>
        <p:nvCxnSpPr>
          <p:cNvPr id="198" name="Прямая со стрелкой 18">
            <a:extLst>
              <a:ext uri="{FF2B5EF4-FFF2-40B4-BE49-F238E27FC236}">
                <a16:creationId xmlns:a16="http://schemas.microsoft.com/office/drawing/2014/main" id="{E24C86D1-B1B2-0973-0C35-766D2673E24F}"/>
              </a:ext>
            </a:extLst>
          </p:cNvPr>
          <p:cNvCxnSpPr>
            <a:cxnSpLocks/>
            <a:stCxn id="68" idx="3"/>
            <a:endCxn id="138" idx="4"/>
          </p:cNvCxnSpPr>
          <p:nvPr/>
        </p:nvCxnSpPr>
        <p:spPr>
          <a:xfrm rot="5400000">
            <a:off x="8023306" y="942040"/>
            <a:ext cx="518189" cy="3927576"/>
          </a:xfrm>
          <a:prstGeom prst="curvedConnector2">
            <a:avLst/>
          </a:prstGeom>
          <a:ln w="31750">
            <a:solidFill>
              <a:schemeClr val="tx2">
                <a:lumMod val="90000"/>
                <a:lumOff val="1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1" name="Прямая со стрелкой 18">
            <a:extLst>
              <a:ext uri="{FF2B5EF4-FFF2-40B4-BE49-F238E27FC236}">
                <a16:creationId xmlns:a16="http://schemas.microsoft.com/office/drawing/2014/main" id="{E6610087-EEA6-8CB3-DB1C-596299E7C6E4}"/>
              </a:ext>
            </a:extLst>
          </p:cNvPr>
          <p:cNvCxnSpPr>
            <a:cxnSpLocks/>
            <a:stCxn id="138" idx="2"/>
            <a:endCxn id="9" idx="3"/>
          </p:cNvCxnSpPr>
          <p:nvPr/>
        </p:nvCxnSpPr>
        <p:spPr>
          <a:xfrm rot="10800000">
            <a:off x="2213257" y="2646735"/>
            <a:ext cx="3017422" cy="518189"/>
          </a:xfrm>
          <a:prstGeom prst="curvedConnector2">
            <a:avLst/>
          </a:prstGeom>
          <a:ln w="31750">
            <a:solidFill>
              <a:schemeClr val="tx2">
                <a:lumMod val="90000"/>
                <a:lumOff val="1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4" name="Прямая со стрелкой 18">
            <a:extLst>
              <a:ext uri="{FF2B5EF4-FFF2-40B4-BE49-F238E27FC236}">
                <a16:creationId xmlns:a16="http://schemas.microsoft.com/office/drawing/2014/main" id="{367169FA-98EA-11DB-5DDF-4A37DA71E9A0}"/>
              </a:ext>
            </a:extLst>
          </p:cNvPr>
          <p:cNvCxnSpPr>
            <a:cxnSpLocks/>
            <a:stCxn id="68" idx="1"/>
            <a:endCxn id="9" idx="1"/>
          </p:cNvCxnSpPr>
          <p:nvPr/>
        </p:nvCxnSpPr>
        <p:spPr>
          <a:xfrm rot="16200000" flipV="1">
            <a:off x="6229723" y="-2668232"/>
            <a:ext cx="12700" cy="8032931"/>
          </a:xfrm>
          <a:prstGeom prst="curvedConnector3">
            <a:avLst>
              <a:gd name="adj1" fmla="val 3124142"/>
            </a:avLst>
          </a:prstGeom>
          <a:ln w="31750">
            <a:solidFill>
              <a:schemeClr val="tx2">
                <a:lumMod val="90000"/>
                <a:lumOff val="1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9" name="Цилиндр 218">
            <a:extLst>
              <a:ext uri="{FF2B5EF4-FFF2-40B4-BE49-F238E27FC236}">
                <a16:creationId xmlns:a16="http://schemas.microsoft.com/office/drawing/2014/main" id="{F97146B8-7B39-B451-1FBC-DE4AC56132F9}"/>
              </a:ext>
            </a:extLst>
          </p:cNvPr>
          <p:cNvSpPr/>
          <p:nvPr/>
        </p:nvSpPr>
        <p:spPr>
          <a:xfrm>
            <a:off x="6585031" y="1165451"/>
            <a:ext cx="1187095" cy="1416855"/>
          </a:xfrm>
          <a:prstGeom prst="can">
            <a:avLst/>
          </a:prstGeom>
          <a:solidFill>
            <a:schemeClr val="accent5">
              <a:lumMod val="75000"/>
            </a:schemeClr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pg</a:t>
            </a:r>
            <a:r>
              <a:rPr lang="en-US" dirty="0"/>
              <a:t>-locker</a:t>
            </a:r>
            <a:endParaRPr lang="ru-BY" dirty="0"/>
          </a:p>
        </p:txBody>
      </p:sp>
      <p:sp>
        <p:nvSpPr>
          <p:cNvPr id="256" name="TextBox 255">
            <a:extLst>
              <a:ext uri="{FF2B5EF4-FFF2-40B4-BE49-F238E27FC236}">
                <a16:creationId xmlns:a16="http://schemas.microsoft.com/office/drawing/2014/main" id="{58279774-7160-836C-6405-54333B773624}"/>
              </a:ext>
            </a:extLst>
          </p:cNvPr>
          <p:cNvSpPr txBox="1"/>
          <p:nvPr/>
        </p:nvSpPr>
        <p:spPr>
          <a:xfrm>
            <a:off x="7477985" y="2681788"/>
            <a:ext cx="867866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sp>
        <p:nvSpPr>
          <p:cNvPr id="257" name="TextBox 256">
            <a:extLst>
              <a:ext uri="{FF2B5EF4-FFF2-40B4-BE49-F238E27FC236}">
                <a16:creationId xmlns:a16="http://schemas.microsoft.com/office/drawing/2014/main" id="{DD53FC2A-CEAB-0AD0-B55F-D0A914B98D3C}"/>
              </a:ext>
            </a:extLst>
          </p:cNvPr>
          <p:cNvSpPr txBox="1"/>
          <p:nvPr/>
        </p:nvSpPr>
        <p:spPr>
          <a:xfrm>
            <a:off x="3023642" y="2536496"/>
            <a:ext cx="867866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sp>
        <p:nvSpPr>
          <p:cNvPr id="258" name="TextBox 257">
            <a:extLst>
              <a:ext uri="{FF2B5EF4-FFF2-40B4-BE49-F238E27FC236}">
                <a16:creationId xmlns:a16="http://schemas.microsoft.com/office/drawing/2014/main" id="{54BDDF33-7B5B-73FC-63C5-23E52053FDAB}"/>
              </a:ext>
            </a:extLst>
          </p:cNvPr>
          <p:cNvSpPr txBox="1"/>
          <p:nvPr/>
        </p:nvSpPr>
        <p:spPr>
          <a:xfrm>
            <a:off x="8730673" y="1107687"/>
            <a:ext cx="867866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sp>
        <p:nvSpPr>
          <p:cNvPr id="259" name="TextBox 258">
            <a:extLst>
              <a:ext uri="{FF2B5EF4-FFF2-40B4-BE49-F238E27FC236}">
                <a16:creationId xmlns:a16="http://schemas.microsoft.com/office/drawing/2014/main" id="{F59F23C3-6E7B-BAAF-769B-9EDF4ADABFE5}"/>
              </a:ext>
            </a:extLst>
          </p:cNvPr>
          <p:cNvSpPr txBox="1"/>
          <p:nvPr/>
        </p:nvSpPr>
        <p:spPr>
          <a:xfrm>
            <a:off x="2973785" y="1181682"/>
            <a:ext cx="867866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cxnSp>
        <p:nvCxnSpPr>
          <p:cNvPr id="260" name="Прямая со стрелкой 18">
            <a:extLst>
              <a:ext uri="{FF2B5EF4-FFF2-40B4-BE49-F238E27FC236}">
                <a16:creationId xmlns:a16="http://schemas.microsoft.com/office/drawing/2014/main" id="{1638CF53-861A-7EA7-7816-D17722443F84}"/>
              </a:ext>
            </a:extLst>
          </p:cNvPr>
          <p:cNvCxnSpPr>
            <a:cxnSpLocks/>
            <a:stCxn id="219" idx="2"/>
            <a:endCxn id="138" idx="1"/>
          </p:cNvCxnSpPr>
          <p:nvPr/>
        </p:nvCxnSpPr>
        <p:spPr>
          <a:xfrm rot="10800000" flipV="1">
            <a:off x="5774647" y="1873879"/>
            <a:ext cx="810385" cy="641794"/>
          </a:xfrm>
          <a:prstGeom prst="curvedConnector2">
            <a:avLst/>
          </a:prstGeom>
          <a:ln w="31750">
            <a:solidFill>
              <a:schemeClr val="accent5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3" name="Прямая со стрелкой 18">
            <a:extLst>
              <a:ext uri="{FF2B5EF4-FFF2-40B4-BE49-F238E27FC236}">
                <a16:creationId xmlns:a16="http://schemas.microsoft.com/office/drawing/2014/main" id="{53F97DCD-6CB1-67FC-5E16-26E146F51A93}"/>
              </a:ext>
            </a:extLst>
          </p:cNvPr>
          <p:cNvCxnSpPr>
            <a:cxnSpLocks/>
            <a:stCxn id="219" idx="2"/>
            <a:endCxn id="9" idx="4"/>
          </p:cNvCxnSpPr>
          <p:nvPr/>
        </p:nvCxnSpPr>
        <p:spPr>
          <a:xfrm rot="10800000" flipV="1">
            <a:off x="2757223" y="1873878"/>
            <a:ext cx="3827808" cy="123605"/>
          </a:xfrm>
          <a:prstGeom prst="curvedConnector3">
            <a:avLst>
              <a:gd name="adj1" fmla="val 50000"/>
            </a:avLst>
          </a:prstGeom>
          <a:ln w="31750">
            <a:solidFill>
              <a:schemeClr val="accent5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6" name="Прямая со стрелкой 18">
            <a:extLst>
              <a:ext uri="{FF2B5EF4-FFF2-40B4-BE49-F238E27FC236}">
                <a16:creationId xmlns:a16="http://schemas.microsoft.com/office/drawing/2014/main" id="{CFAEA455-C352-AAFE-3A31-354F9E3B482B}"/>
              </a:ext>
            </a:extLst>
          </p:cNvPr>
          <p:cNvCxnSpPr>
            <a:cxnSpLocks/>
            <a:stCxn id="219" idx="4"/>
            <a:endCxn id="68" idx="2"/>
          </p:cNvCxnSpPr>
          <p:nvPr/>
        </p:nvCxnSpPr>
        <p:spPr>
          <a:xfrm>
            <a:off x="7772126" y="1873879"/>
            <a:ext cx="1930095" cy="123605"/>
          </a:xfrm>
          <a:prstGeom prst="curvedConnector3">
            <a:avLst>
              <a:gd name="adj1" fmla="val 50000"/>
            </a:avLst>
          </a:prstGeom>
          <a:ln w="31750">
            <a:solidFill>
              <a:schemeClr val="accent5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9" name="TextBox 268">
            <a:extLst>
              <a:ext uri="{FF2B5EF4-FFF2-40B4-BE49-F238E27FC236}">
                <a16:creationId xmlns:a16="http://schemas.microsoft.com/office/drawing/2014/main" id="{49A2AAB3-1A49-2A61-5531-BDF57480A889}"/>
              </a:ext>
            </a:extLst>
          </p:cNvPr>
          <p:cNvSpPr txBox="1"/>
          <p:nvPr/>
        </p:nvSpPr>
        <p:spPr>
          <a:xfrm>
            <a:off x="8434847" y="1584764"/>
            <a:ext cx="604653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lock</a:t>
            </a:r>
            <a:endParaRPr lang="ru-BY" dirty="0"/>
          </a:p>
        </p:txBody>
      </p:sp>
      <p:sp>
        <p:nvSpPr>
          <p:cNvPr id="270" name="TextBox 269">
            <a:extLst>
              <a:ext uri="{FF2B5EF4-FFF2-40B4-BE49-F238E27FC236}">
                <a16:creationId xmlns:a16="http://schemas.microsoft.com/office/drawing/2014/main" id="{69A33C7D-9720-EB54-0886-65F6F5998EB5}"/>
              </a:ext>
            </a:extLst>
          </p:cNvPr>
          <p:cNvSpPr txBox="1"/>
          <p:nvPr/>
        </p:nvSpPr>
        <p:spPr>
          <a:xfrm>
            <a:off x="3933963" y="1610311"/>
            <a:ext cx="604653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lock</a:t>
            </a:r>
            <a:endParaRPr lang="ru-BY" dirty="0"/>
          </a:p>
        </p:txBody>
      </p:sp>
      <p:sp>
        <p:nvSpPr>
          <p:cNvPr id="271" name="TextBox 270">
            <a:extLst>
              <a:ext uri="{FF2B5EF4-FFF2-40B4-BE49-F238E27FC236}">
                <a16:creationId xmlns:a16="http://schemas.microsoft.com/office/drawing/2014/main" id="{23985170-98D4-49F9-2456-59DFBED5B3A1}"/>
              </a:ext>
            </a:extLst>
          </p:cNvPr>
          <p:cNvSpPr txBox="1"/>
          <p:nvPr/>
        </p:nvSpPr>
        <p:spPr>
          <a:xfrm>
            <a:off x="5327376" y="1935680"/>
            <a:ext cx="604653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lock</a:t>
            </a:r>
            <a:endParaRPr lang="ru-BY" dirty="0"/>
          </a:p>
        </p:txBody>
      </p:sp>
    </p:spTree>
    <p:extLst>
      <p:ext uri="{BB962C8B-B14F-4D97-AF65-F5344CB8AC3E}">
        <p14:creationId xmlns:p14="http://schemas.microsoft.com/office/powerpoint/2010/main" val="39088677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94E4C0E-6D42-9859-A288-13B3204AF1E0}"/>
              </a:ext>
            </a:extLst>
          </p:cNvPr>
          <p:cNvSpPr txBox="1"/>
          <p:nvPr/>
        </p:nvSpPr>
        <p:spPr>
          <a:xfrm>
            <a:off x="230406" y="226738"/>
            <a:ext cx="635462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600" dirty="0"/>
              <a:t>Общая архитектура кластера</a:t>
            </a:r>
            <a:endParaRPr lang="en-US" sz="3600" dirty="0"/>
          </a:p>
        </p:txBody>
      </p:sp>
      <p:sp>
        <p:nvSpPr>
          <p:cNvPr id="23" name="Цилиндр 22">
            <a:extLst>
              <a:ext uri="{FF2B5EF4-FFF2-40B4-BE49-F238E27FC236}">
                <a16:creationId xmlns:a16="http://schemas.microsoft.com/office/drawing/2014/main" id="{EF1DB332-50CD-775B-ABA2-0817F517ECDA}"/>
              </a:ext>
            </a:extLst>
          </p:cNvPr>
          <p:cNvSpPr/>
          <p:nvPr/>
        </p:nvSpPr>
        <p:spPr>
          <a:xfrm>
            <a:off x="215162" y="3220803"/>
            <a:ext cx="1087933" cy="1298500"/>
          </a:xfrm>
          <a:prstGeom prst="can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coord-1</a:t>
            </a:r>
            <a:endParaRPr lang="ru-BY" dirty="0"/>
          </a:p>
        </p:txBody>
      </p:sp>
      <p:cxnSp>
        <p:nvCxnSpPr>
          <p:cNvPr id="24" name="Прямая со стрелкой 18">
            <a:extLst>
              <a:ext uri="{FF2B5EF4-FFF2-40B4-BE49-F238E27FC236}">
                <a16:creationId xmlns:a16="http://schemas.microsoft.com/office/drawing/2014/main" id="{8DA426C6-59CA-DA3A-D5CB-51EF9C2A4510}"/>
              </a:ext>
            </a:extLst>
          </p:cNvPr>
          <p:cNvCxnSpPr>
            <a:cxnSpLocks/>
            <a:stCxn id="23" idx="4"/>
            <a:endCxn id="77" idx="2"/>
          </p:cNvCxnSpPr>
          <p:nvPr/>
        </p:nvCxnSpPr>
        <p:spPr>
          <a:xfrm flipV="1">
            <a:off x="1303095" y="3852081"/>
            <a:ext cx="823068" cy="17972"/>
          </a:xfrm>
          <a:prstGeom prst="straightConnector1">
            <a:avLst/>
          </a:prstGeom>
          <a:ln w="31750">
            <a:solidFill>
              <a:schemeClr val="tx1">
                <a:lumMod val="95000"/>
                <a:lumOff val="5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Прямая со стрелкой 18">
            <a:extLst>
              <a:ext uri="{FF2B5EF4-FFF2-40B4-BE49-F238E27FC236}">
                <a16:creationId xmlns:a16="http://schemas.microsoft.com/office/drawing/2014/main" id="{B88E1360-ADC8-7A39-E28B-1D30D90CA2CC}"/>
              </a:ext>
            </a:extLst>
          </p:cNvPr>
          <p:cNvCxnSpPr>
            <a:cxnSpLocks/>
            <a:stCxn id="78" idx="1"/>
            <a:endCxn id="23" idx="3"/>
          </p:cNvCxnSpPr>
          <p:nvPr/>
        </p:nvCxnSpPr>
        <p:spPr>
          <a:xfrm flipH="1" flipV="1">
            <a:off x="759129" y="4519303"/>
            <a:ext cx="1408013" cy="644414"/>
          </a:xfrm>
          <a:prstGeom prst="straightConnector1">
            <a:avLst/>
          </a:prstGeom>
          <a:ln w="31750">
            <a:solidFill>
              <a:schemeClr val="tx1">
                <a:lumMod val="95000"/>
                <a:lumOff val="5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Прямая со стрелкой 18">
            <a:extLst>
              <a:ext uri="{FF2B5EF4-FFF2-40B4-BE49-F238E27FC236}">
                <a16:creationId xmlns:a16="http://schemas.microsoft.com/office/drawing/2014/main" id="{B88E1360-ADC8-7A39-E28B-1D30D90CA2CC}"/>
              </a:ext>
            </a:extLst>
          </p:cNvPr>
          <p:cNvCxnSpPr>
            <a:cxnSpLocks/>
            <a:stCxn id="23" idx="3"/>
            <a:endCxn id="79" idx="1"/>
          </p:cNvCxnSpPr>
          <p:nvPr/>
        </p:nvCxnSpPr>
        <p:spPr>
          <a:xfrm flipH="1">
            <a:off x="750020" y="4519303"/>
            <a:ext cx="9109" cy="644414"/>
          </a:xfrm>
          <a:prstGeom prst="straightConnector1">
            <a:avLst/>
          </a:prstGeom>
          <a:ln w="31750">
            <a:solidFill>
              <a:schemeClr val="tx1">
                <a:lumMod val="95000"/>
                <a:lumOff val="5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Цилиндр 8">
            <a:extLst>
              <a:ext uri="{FF2B5EF4-FFF2-40B4-BE49-F238E27FC236}">
                <a16:creationId xmlns:a16="http://schemas.microsoft.com/office/drawing/2014/main" id="{A6CB4848-BD9F-00DA-AFBB-169D872B698A}"/>
              </a:ext>
            </a:extLst>
          </p:cNvPr>
          <p:cNvSpPr/>
          <p:nvPr/>
        </p:nvSpPr>
        <p:spPr>
          <a:xfrm>
            <a:off x="1669290" y="1348234"/>
            <a:ext cx="1087933" cy="1298500"/>
          </a:xfrm>
          <a:prstGeom prst="can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master-1</a:t>
            </a:r>
            <a:endParaRPr lang="ru-BY" sz="1200" dirty="0"/>
          </a:p>
        </p:txBody>
      </p:sp>
      <p:cxnSp>
        <p:nvCxnSpPr>
          <p:cNvPr id="10" name="Прямая со стрелкой 18">
            <a:extLst>
              <a:ext uri="{FF2B5EF4-FFF2-40B4-BE49-F238E27FC236}">
                <a16:creationId xmlns:a16="http://schemas.microsoft.com/office/drawing/2014/main" id="{6BDA3585-87B9-649E-1E95-BF31212098C0}"/>
              </a:ext>
            </a:extLst>
          </p:cNvPr>
          <p:cNvCxnSpPr>
            <a:cxnSpLocks/>
            <a:stCxn id="23" idx="1"/>
            <a:endCxn id="9" idx="2"/>
          </p:cNvCxnSpPr>
          <p:nvPr/>
        </p:nvCxnSpPr>
        <p:spPr>
          <a:xfrm flipV="1">
            <a:off x="759129" y="1997484"/>
            <a:ext cx="910161" cy="1223319"/>
          </a:xfrm>
          <a:prstGeom prst="straightConnector1">
            <a:avLst/>
          </a:prstGeom>
          <a:ln w="31750">
            <a:solidFill>
              <a:schemeClr val="accent6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273A2584-B55C-170F-E6C7-B55FA12521EE}"/>
              </a:ext>
            </a:extLst>
          </p:cNvPr>
          <p:cNvSpPr txBox="1"/>
          <p:nvPr/>
        </p:nvSpPr>
        <p:spPr>
          <a:xfrm>
            <a:off x="400574" y="2252160"/>
            <a:ext cx="867866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1791FD8-19AD-0449-82A9-93DFE76667E6}"/>
              </a:ext>
            </a:extLst>
          </p:cNvPr>
          <p:cNvSpPr txBox="1"/>
          <p:nvPr/>
        </p:nvSpPr>
        <p:spPr>
          <a:xfrm>
            <a:off x="9354132" y="4629978"/>
            <a:ext cx="1043940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sharding</a:t>
            </a:r>
            <a:endParaRPr lang="ru-BY" dirty="0"/>
          </a:p>
        </p:txBody>
      </p:sp>
      <p:sp>
        <p:nvSpPr>
          <p:cNvPr id="63" name="Цилиндр 62">
            <a:extLst>
              <a:ext uri="{FF2B5EF4-FFF2-40B4-BE49-F238E27FC236}">
                <a16:creationId xmlns:a16="http://schemas.microsoft.com/office/drawing/2014/main" id="{4B01D485-58C5-F64B-892A-4DB24B7AC6F5}"/>
              </a:ext>
            </a:extLst>
          </p:cNvPr>
          <p:cNvSpPr/>
          <p:nvPr/>
        </p:nvSpPr>
        <p:spPr>
          <a:xfrm>
            <a:off x="10888904" y="3220803"/>
            <a:ext cx="1087933" cy="1298500"/>
          </a:xfrm>
          <a:prstGeom prst="can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coord-3</a:t>
            </a:r>
            <a:endParaRPr lang="ru-BY" dirty="0"/>
          </a:p>
        </p:txBody>
      </p:sp>
      <p:cxnSp>
        <p:nvCxnSpPr>
          <p:cNvPr id="64" name="Прямая со стрелкой 18">
            <a:extLst>
              <a:ext uri="{FF2B5EF4-FFF2-40B4-BE49-F238E27FC236}">
                <a16:creationId xmlns:a16="http://schemas.microsoft.com/office/drawing/2014/main" id="{E0164565-70E0-C7C7-2C99-E337B9E0B7F3}"/>
              </a:ext>
            </a:extLst>
          </p:cNvPr>
          <p:cNvCxnSpPr>
            <a:cxnSpLocks/>
            <a:stCxn id="63" idx="3"/>
            <a:endCxn id="80" idx="1"/>
          </p:cNvCxnSpPr>
          <p:nvPr/>
        </p:nvCxnSpPr>
        <p:spPr>
          <a:xfrm>
            <a:off x="11432871" y="4519303"/>
            <a:ext cx="9110" cy="644414"/>
          </a:xfrm>
          <a:prstGeom prst="straightConnector1">
            <a:avLst/>
          </a:prstGeom>
          <a:ln w="31750">
            <a:solidFill>
              <a:schemeClr val="tx1">
                <a:lumMod val="95000"/>
                <a:lumOff val="5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Прямая со стрелкой 18">
            <a:extLst>
              <a:ext uri="{FF2B5EF4-FFF2-40B4-BE49-F238E27FC236}">
                <a16:creationId xmlns:a16="http://schemas.microsoft.com/office/drawing/2014/main" id="{3B012901-C858-91F9-0976-418FE294860D}"/>
              </a:ext>
            </a:extLst>
          </p:cNvPr>
          <p:cNvCxnSpPr>
            <a:cxnSpLocks/>
            <a:stCxn id="75" idx="1"/>
            <a:endCxn id="63" idx="3"/>
          </p:cNvCxnSpPr>
          <p:nvPr/>
        </p:nvCxnSpPr>
        <p:spPr>
          <a:xfrm flipV="1">
            <a:off x="10024859" y="4519303"/>
            <a:ext cx="1408012" cy="644414"/>
          </a:xfrm>
          <a:prstGeom prst="straightConnector1">
            <a:avLst/>
          </a:prstGeom>
          <a:ln w="31750">
            <a:solidFill>
              <a:schemeClr val="tx1">
                <a:lumMod val="95000"/>
                <a:lumOff val="5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Прямая со стрелкой 18">
            <a:extLst>
              <a:ext uri="{FF2B5EF4-FFF2-40B4-BE49-F238E27FC236}">
                <a16:creationId xmlns:a16="http://schemas.microsoft.com/office/drawing/2014/main" id="{C3FFC7E5-B5AC-380A-3E46-45A18ABA9FA2}"/>
              </a:ext>
            </a:extLst>
          </p:cNvPr>
          <p:cNvCxnSpPr>
            <a:cxnSpLocks/>
            <a:stCxn id="63" idx="2"/>
            <a:endCxn id="67" idx="4"/>
          </p:cNvCxnSpPr>
          <p:nvPr/>
        </p:nvCxnSpPr>
        <p:spPr>
          <a:xfrm flipH="1">
            <a:off x="10054688" y="3870053"/>
            <a:ext cx="834216" cy="4836"/>
          </a:xfrm>
          <a:prstGeom prst="straightConnector1">
            <a:avLst/>
          </a:prstGeom>
          <a:ln w="31750">
            <a:solidFill>
              <a:schemeClr val="tx1">
                <a:lumMod val="95000"/>
                <a:lumOff val="5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Цилиндр 66">
            <a:extLst>
              <a:ext uri="{FF2B5EF4-FFF2-40B4-BE49-F238E27FC236}">
                <a16:creationId xmlns:a16="http://schemas.microsoft.com/office/drawing/2014/main" id="{128093ED-E928-3A89-4AAA-8DA88C49702D}"/>
              </a:ext>
            </a:extLst>
          </p:cNvPr>
          <p:cNvSpPr/>
          <p:nvPr/>
        </p:nvSpPr>
        <p:spPr>
          <a:xfrm>
            <a:off x="8751185" y="3096992"/>
            <a:ext cx="1303503" cy="1555794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worker-3-0</a:t>
            </a:r>
            <a:endParaRPr lang="ru-BY" dirty="0"/>
          </a:p>
        </p:txBody>
      </p:sp>
      <p:sp>
        <p:nvSpPr>
          <p:cNvPr id="68" name="Цилиндр 67">
            <a:extLst>
              <a:ext uri="{FF2B5EF4-FFF2-40B4-BE49-F238E27FC236}">
                <a16:creationId xmlns:a16="http://schemas.microsoft.com/office/drawing/2014/main" id="{656280ED-80FF-2A22-8B12-8033CCBAAD4E}"/>
              </a:ext>
            </a:extLst>
          </p:cNvPr>
          <p:cNvSpPr/>
          <p:nvPr/>
        </p:nvSpPr>
        <p:spPr>
          <a:xfrm>
            <a:off x="9702221" y="1348234"/>
            <a:ext cx="1087933" cy="1298500"/>
          </a:xfrm>
          <a:prstGeom prst="can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master-3</a:t>
            </a:r>
            <a:endParaRPr lang="ru-BY" sz="1200" dirty="0"/>
          </a:p>
        </p:txBody>
      </p:sp>
      <p:cxnSp>
        <p:nvCxnSpPr>
          <p:cNvPr id="69" name="Прямая со стрелкой 18">
            <a:extLst>
              <a:ext uri="{FF2B5EF4-FFF2-40B4-BE49-F238E27FC236}">
                <a16:creationId xmlns:a16="http://schemas.microsoft.com/office/drawing/2014/main" id="{3C276CDB-B51F-B4E7-01DB-6FE9E932957D}"/>
              </a:ext>
            </a:extLst>
          </p:cNvPr>
          <p:cNvCxnSpPr>
            <a:cxnSpLocks/>
            <a:stCxn id="63" idx="1"/>
            <a:endCxn id="68" idx="4"/>
          </p:cNvCxnSpPr>
          <p:nvPr/>
        </p:nvCxnSpPr>
        <p:spPr>
          <a:xfrm flipH="1" flipV="1">
            <a:off x="10790154" y="1997484"/>
            <a:ext cx="642717" cy="1223319"/>
          </a:xfrm>
          <a:prstGeom prst="straightConnector1">
            <a:avLst/>
          </a:prstGeom>
          <a:ln w="31750">
            <a:solidFill>
              <a:schemeClr val="accent6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FF4DE35B-CC66-B590-425F-C3360A92F914}"/>
              </a:ext>
            </a:extLst>
          </p:cNvPr>
          <p:cNvSpPr txBox="1"/>
          <p:nvPr/>
        </p:nvSpPr>
        <p:spPr>
          <a:xfrm>
            <a:off x="10998937" y="2271675"/>
            <a:ext cx="867866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sp>
        <p:nvSpPr>
          <p:cNvPr id="75" name="Цилиндр 74">
            <a:extLst>
              <a:ext uri="{FF2B5EF4-FFF2-40B4-BE49-F238E27FC236}">
                <a16:creationId xmlns:a16="http://schemas.microsoft.com/office/drawing/2014/main" id="{1081BE96-8EE3-23DD-00BD-4DE2FB885273}"/>
              </a:ext>
            </a:extLst>
          </p:cNvPr>
          <p:cNvSpPr/>
          <p:nvPr/>
        </p:nvSpPr>
        <p:spPr>
          <a:xfrm>
            <a:off x="9373107" y="5163717"/>
            <a:ext cx="1303503" cy="1555794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worker-3-</a:t>
            </a:r>
            <a:r>
              <a:rPr lang="ru-RU" dirty="0"/>
              <a:t>1</a:t>
            </a:r>
            <a:endParaRPr lang="ru-BY" dirty="0"/>
          </a:p>
        </p:txBody>
      </p:sp>
      <p:sp>
        <p:nvSpPr>
          <p:cNvPr id="77" name="Цилиндр 76">
            <a:extLst>
              <a:ext uri="{FF2B5EF4-FFF2-40B4-BE49-F238E27FC236}">
                <a16:creationId xmlns:a16="http://schemas.microsoft.com/office/drawing/2014/main" id="{74E180FE-7261-B185-0C8D-C9C0042627B9}"/>
              </a:ext>
            </a:extLst>
          </p:cNvPr>
          <p:cNvSpPr/>
          <p:nvPr/>
        </p:nvSpPr>
        <p:spPr>
          <a:xfrm>
            <a:off x="2126163" y="3074184"/>
            <a:ext cx="1303503" cy="1555794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</a:t>
            </a:r>
            <a:r>
              <a:rPr lang="ru-RU" dirty="0"/>
              <a:t>1</a:t>
            </a:r>
            <a:r>
              <a:rPr lang="en-US" dirty="0"/>
              <a:t>-</a:t>
            </a:r>
            <a:r>
              <a:rPr lang="ru-RU" dirty="0"/>
              <a:t>2</a:t>
            </a:r>
            <a:endParaRPr lang="ru-BY" dirty="0"/>
          </a:p>
        </p:txBody>
      </p:sp>
      <p:sp>
        <p:nvSpPr>
          <p:cNvPr id="78" name="Цилиндр 77">
            <a:extLst>
              <a:ext uri="{FF2B5EF4-FFF2-40B4-BE49-F238E27FC236}">
                <a16:creationId xmlns:a16="http://schemas.microsoft.com/office/drawing/2014/main" id="{669EF9BA-FD3C-AD21-BB9F-57CF7987C597}"/>
              </a:ext>
            </a:extLst>
          </p:cNvPr>
          <p:cNvSpPr/>
          <p:nvPr/>
        </p:nvSpPr>
        <p:spPr>
          <a:xfrm>
            <a:off x="1515390" y="5163717"/>
            <a:ext cx="1303503" cy="1555794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</a:t>
            </a:r>
            <a:r>
              <a:rPr lang="ru-RU" dirty="0"/>
              <a:t>1</a:t>
            </a:r>
            <a:r>
              <a:rPr lang="en-US" dirty="0"/>
              <a:t>-</a:t>
            </a:r>
            <a:r>
              <a:rPr lang="ru-RU" dirty="0"/>
              <a:t>1</a:t>
            </a:r>
            <a:endParaRPr lang="ru-BY" dirty="0"/>
          </a:p>
        </p:txBody>
      </p:sp>
      <p:sp>
        <p:nvSpPr>
          <p:cNvPr id="79" name="Цилиндр 78">
            <a:extLst>
              <a:ext uri="{FF2B5EF4-FFF2-40B4-BE49-F238E27FC236}">
                <a16:creationId xmlns:a16="http://schemas.microsoft.com/office/drawing/2014/main" id="{90EF0D7E-9F2C-1E4A-15C1-C868A4B7BA30}"/>
              </a:ext>
            </a:extLst>
          </p:cNvPr>
          <p:cNvSpPr/>
          <p:nvPr/>
        </p:nvSpPr>
        <p:spPr>
          <a:xfrm>
            <a:off x="98268" y="5163717"/>
            <a:ext cx="1303503" cy="1555794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</a:t>
            </a:r>
            <a:r>
              <a:rPr lang="ru-RU" dirty="0"/>
              <a:t>1</a:t>
            </a:r>
            <a:r>
              <a:rPr lang="en-US" dirty="0"/>
              <a:t>-0</a:t>
            </a:r>
            <a:endParaRPr lang="ru-BY" dirty="0"/>
          </a:p>
        </p:txBody>
      </p:sp>
      <p:sp>
        <p:nvSpPr>
          <p:cNvPr id="80" name="Цилиндр 79">
            <a:extLst>
              <a:ext uri="{FF2B5EF4-FFF2-40B4-BE49-F238E27FC236}">
                <a16:creationId xmlns:a16="http://schemas.microsoft.com/office/drawing/2014/main" id="{CAE1BEEA-12C6-891C-CD6E-5AD101581989}"/>
              </a:ext>
            </a:extLst>
          </p:cNvPr>
          <p:cNvSpPr/>
          <p:nvPr/>
        </p:nvSpPr>
        <p:spPr>
          <a:xfrm>
            <a:off x="10790229" y="5163717"/>
            <a:ext cx="1303503" cy="1555794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worker-3-</a:t>
            </a:r>
            <a:r>
              <a:rPr lang="ru-RU" dirty="0"/>
              <a:t>2</a:t>
            </a:r>
            <a:endParaRPr lang="ru-BY" dirty="0"/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2E24B429-77BF-4902-7BC8-2E29AEE76BA6}"/>
              </a:ext>
            </a:extLst>
          </p:cNvPr>
          <p:cNvSpPr txBox="1"/>
          <p:nvPr/>
        </p:nvSpPr>
        <p:spPr>
          <a:xfrm>
            <a:off x="1667169" y="4648857"/>
            <a:ext cx="1043940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sharding</a:t>
            </a:r>
            <a:endParaRPr lang="ru-BY" dirty="0"/>
          </a:p>
        </p:txBody>
      </p:sp>
      <p:sp>
        <p:nvSpPr>
          <p:cNvPr id="133" name="Цилиндр 132">
            <a:extLst>
              <a:ext uri="{FF2B5EF4-FFF2-40B4-BE49-F238E27FC236}">
                <a16:creationId xmlns:a16="http://schemas.microsoft.com/office/drawing/2014/main" id="{10422A75-5CBF-D970-425D-012B72501D29}"/>
              </a:ext>
            </a:extLst>
          </p:cNvPr>
          <p:cNvSpPr/>
          <p:nvPr/>
        </p:nvSpPr>
        <p:spPr>
          <a:xfrm>
            <a:off x="3933963" y="3516144"/>
            <a:ext cx="1087933" cy="1298500"/>
          </a:xfrm>
          <a:prstGeom prst="can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coord-2</a:t>
            </a:r>
            <a:endParaRPr lang="ru-BY" dirty="0"/>
          </a:p>
        </p:txBody>
      </p:sp>
      <p:cxnSp>
        <p:nvCxnSpPr>
          <p:cNvPr id="134" name="Прямая со стрелкой 18">
            <a:extLst>
              <a:ext uri="{FF2B5EF4-FFF2-40B4-BE49-F238E27FC236}">
                <a16:creationId xmlns:a16="http://schemas.microsoft.com/office/drawing/2014/main" id="{DE6C28DF-FDB8-8101-9E67-6B6088DA23CF}"/>
              </a:ext>
            </a:extLst>
          </p:cNvPr>
          <p:cNvCxnSpPr>
            <a:cxnSpLocks/>
            <a:stCxn id="133" idx="3"/>
            <a:endCxn id="142" idx="1"/>
          </p:cNvCxnSpPr>
          <p:nvPr/>
        </p:nvCxnSpPr>
        <p:spPr>
          <a:xfrm>
            <a:off x="4477930" y="4814644"/>
            <a:ext cx="3035191" cy="349073"/>
          </a:xfrm>
          <a:prstGeom prst="straightConnector1">
            <a:avLst/>
          </a:prstGeom>
          <a:ln w="31750">
            <a:solidFill>
              <a:schemeClr val="tx1">
                <a:lumMod val="95000"/>
                <a:lumOff val="5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Прямая со стрелкой 18">
            <a:extLst>
              <a:ext uri="{FF2B5EF4-FFF2-40B4-BE49-F238E27FC236}">
                <a16:creationId xmlns:a16="http://schemas.microsoft.com/office/drawing/2014/main" id="{03579E49-243C-2684-AA5D-46796F02523B}"/>
              </a:ext>
            </a:extLst>
          </p:cNvPr>
          <p:cNvCxnSpPr>
            <a:cxnSpLocks/>
            <a:stCxn id="141" idx="1"/>
            <a:endCxn id="133" idx="3"/>
          </p:cNvCxnSpPr>
          <p:nvPr/>
        </p:nvCxnSpPr>
        <p:spPr>
          <a:xfrm flipH="1" flipV="1">
            <a:off x="4477930" y="4814644"/>
            <a:ext cx="1618071" cy="349073"/>
          </a:xfrm>
          <a:prstGeom prst="straightConnector1">
            <a:avLst/>
          </a:prstGeom>
          <a:ln w="31750">
            <a:solidFill>
              <a:schemeClr val="tx1">
                <a:lumMod val="95000"/>
                <a:lumOff val="5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Прямая со стрелкой 18">
            <a:extLst>
              <a:ext uri="{FF2B5EF4-FFF2-40B4-BE49-F238E27FC236}">
                <a16:creationId xmlns:a16="http://schemas.microsoft.com/office/drawing/2014/main" id="{C44AAD08-2943-690B-31A8-0A09B9E072FD}"/>
              </a:ext>
            </a:extLst>
          </p:cNvPr>
          <p:cNvCxnSpPr>
            <a:cxnSpLocks/>
            <a:stCxn id="133" idx="3"/>
            <a:endCxn id="137" idx="1"/>
          </p:cNvCxnSpPr>
          <p:nvPr/>
        </p:nvCxnSpPr>
        <p:spPr>
          <a:xfrm>
            <a:off x="4477930" y="4814644"/>
            <a:ext cx="200891" cy="349073"/>
          </a:xfrm>
          <a:prstGeom prst="straightConnector1">
            <a:avLst/>
          </a:prstGeom>
          <a:ln w="31750">
            <a:solidFill>
              <a:schemeClr val="tx1">
                <a:lumMod val="95000"/>
                <a:lumOff val="5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7" name="Цилиндр 136">
            <a:extLst>
              <a:ext uri="{FF2B5EF4-FFF2-40B4-BE49-F238E27FC236}">
                <a16:creationId xmlns:a16="http://schemas.microsoft.com/office/drawing/2014/main" id="{CC73C14A-0919-2FE7-F8E9-5C086C1BA19A}"/>
              </a:ext>
            </a:extLst>
          </p:cNvPr>
          <p:cNvSpPr/>
          <p:nvPr/>
        </p:nvSpPr>
        <p:spPr>
          <a:xfrm>
            <a:off x="4027069" y="5163717"/>
            <a:ext cx="1303503" cy="1555794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worker-2-0</a:t>
            </a:r>
            <a:endParaRPr lang="ru-BY" dirty="0"/>
          </a:p>
        </p:txBody>
      </p:sp>
      <p:sp>
        <p:nvSpPr>
          <p:cNvPr id="138" name="Цилиндр 137">
            <a:extLst>
              <a:ext uri="{FF2B5EF4-FFF2-40B4-BE49-F238E27FC236}">
                <a16:creationId xmlns:a16="http://schemas.microsoft.com/office/drawing/2014/main" id="{7764FAA7-A17D-C3BE-BCE9-AF49FE66AF99}"/>
              </a:ext>
            </a:extLst>
          </p:cNvPr>
          <p:cNvSpPr/>
          <p:nvPr/>
        </p:nvSpPr>
        <p:spPr>
          <a:xfrm>
            <a:off x="5230679" y="2515673"/>
            <a:ext cx="1087933" cy="1298500"/>
          </a:xfrm>
          <a:prstGeom prst="can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master-2</a:t>
            </a:r>
            <a:endParaRPr lang="ru-BY" sz="1200" dirty="0"/>
          </a:p>
        </p:txBody>
      </p:sp>
      <p:cxnSp>
        <p:nvCxnSpPr>
          <p:cNvPr id="139" name="Прямая со стрелкой 18">
            <a:extLst>
              <a:ext uri="{FF2B5EF4-FFF2-40B4-BE49-F238E27FC236}">
                <a16:creationId xmlns:a16="http://schemas.microsoft.com/office/drawing/2014/main" id="{437692CA-6BAB-8682-E077-7E4A2777BBE4}"/>
              </a:ext>
            </a:extLst>
          </p:cNvPr>
          <p:cNvCxnSpPr>
            <a:cxnSpLocks/>
            <a:stCxn id="133" idx="4"/>
            <a:endCxn id="138" idx="3"/>
          </p:cNvCxnSpPr>
          <p:nvPr/>
        </p:nvCxnSpPr>
        <p:spPr>
          <a:xfrm flipV="1">
            <a:off x="5021896" y="3814173"/>
            <a:ext cx="752750" cy="351221"/>
          </a:xfrm>
          <a:prstGeom prst="straightConnector1">
            <a:avLst/>
          </a:prstGeom>
          <a:ln w="31750">
            <a:solidFill>
              <a:schemeClr val="accent6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1" name="Цилиндр 140">
            <a:extLst>
              <a:ext uri="{FF2B5EF4-FFF2-40B4-BE49-F238E27FC236}">
                <a16:creationId xmlns:a16="http://schemas.microsoft.com/office/drawing/2014/main" id="{3039488A-90E7-C053-C3A5-6D2078D0D8AA}"/>
              </a:ext>
            </a:extLst>
          </p:cNvPr>
          <p:cNvSpPr/>
          <p:nvPr/>
        </p:nvSpPr>
        <p:spPr>
          <a:xfrm>
            <a:off x="5444249" y="5163717"/>
            <a:ext cx="1303503" cy="1555794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worker-2-</a:t>
            </a:r>
            <a:r>
              <a:rPr lang="ru-RU" dirty="0"/>
              <a:t>1</a:t>
            </a:r>
            <a:endParaRPr lang="ru-BY" dirty="0"/>
          </a:p>
        </p:txBody>
      </p:sp>
      <p:sp>
        <p:nvSpPr>
          <p:cNvPr id="142" name="Цилиндр 141">
            <a:extLst>
              <a:ext uri="{FF2B5EF4-FFF2-40B4-BE49-F238E27FC236}">
                <a16:creationId xmlns:a16="http://schemas.microsoft.com/office/drawing/2014/main" id="{C08D3B91-888D-4E44-94BF-FDCCFE5A5B8B}"/>
              </a:ext>
            </a:extLst>
          </p:cNvPr>
          <p:cNvSpPr/>
          <p:nvPr/>
        </p:nvSpPr>
        <p:spPr>
          <a:xfrm>
            <a:off x="6861369" y="5163717"/>
            <a:ext cx="1303503" cy="1555794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worker-2-</a:t>
            </a:r>
            <a:r>
              <a:rPr lang="ru-RU" dirty="0"/>
              <a:t>2</a:t>
            </a:r>
            <a:endParaRPr lang="ru-BY" dirty="0"/>
          </a:p>
        </p:txBody>
      </p:sp>
      <p:sp>
        <p:nvSpPr>
          <p:cNvPr id="185" name="TextBox 184">
            <a:extLst>
              <a:ext uri="{FF2B5EF4-FFF2-40B4-BE49-F238E27FC236}">
                <a16:creationId xmlns:a16="http://schemas.microsoft.com/office/drawing/2014/main" id="{E3A12764-859C-06BB-191F-3E87ABBE4FF9}"/>
              </a:ext>
            </a:extLst>
          </p:cNvPr>
          <p:cNvSpPr txBox="1"/>
          <p:nvPr/>
        </p:nvSpPr>
        <p:spPr>
          <a:xfrm>
            <a:off x="6867978" y="4656844"/>
            <a:ext cx="1043940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sharding</a:t>
            </a:r>
            <a:endParaRPr lang="ru-BY" dirty="0"/>
          </a:p>
        </p:txBody>
      </p:sp>
      <p:sp>
        <p:nvSpPr>
          <p:cNvPr id="197" name="TextBox 196">
            <a:extLst>
              <a:ext uri="{FF2B5EF4-FFF2-40B4-BE49-F238E27FC236}">
                <a16:creationId xmlns:a16="http://schemas.microsoft.com/office/drawing/2014/main" id="{79EA9046-390B-7DC2-0A45-D3698290DFF2}"/>
              </a:ext>
            </a:extLst>
          </p:cNvPr>
          <p:cNvSpPr txBox="1"/>
          <p:nvPr/>
        </p:nvSpPr>
        <p:spPr>
          <a:xfrm>
            <a:off x="5165803" y="4045431"/>
            <a:ext cx="867866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cxnSp>
        <p:nvCxnSpPr>
          <p:cNvPr id="198" name="Прямая со стрелкой 18">
            <a:extLst>
              <a:ext uri="{FF2B5EF4-FFF2-40B4-BE49-F238E27FC236}">
                <a16:creationId xmlns:a16="http://schemas.microsoft.com/office/drawing/2014/main" id="{E24C86D1-B1B2-0973-0C35-766D2673E24F}"/>
              </a:ext>
            </a:extLst>
          </p:cNvPr>
          <p:cNvCxnSpPr>
            <a:cxnSpLocks/>
            <a:stCxn id="68" idx="3"/>
            <a:endCxn id="138" idx="4"/>
          </p:cNvCxnSpPr>
          <p:nvPr/>
        </p:nvCxnSpPr>
        <p:spPr>
          <a:xfrm rot="5400000">
            <a:off x="8023306" y="942040"/>
            <a:ext cx="518189" cy="3927576"/>
          </a:xfrm>
          <a:prstGeom prst="curvedConnector2">
            <a:avLst/>
          </a:prstGeom>
          <a:ln w="31750">
            <a:solidFill>
              <a:schemeClr val="tx2">
                <a:lumMod val="90000"/>
                <a:lumOff val="1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1" name="Прямая со стрелкой 18">
            <a:extLst>
              <a:ext uri="{FF2B5EF4-FFF2-40B4-BE49-F238E27FC236}">
                <a16:creationId xmlns:a16="http://schemas.microsoft.com/office/drawing/2014/main" id="{E6610087-EEA6-8CB3-DB1C-596299E7C6E4}"/>
              </a:ext>
            </a:extLst>
          </p:cNvPr>
          <p:cNvCxnSpPr>
            <a:cxnSpLocks/>
            <a:stCxn id="138" idx="2"/>
            <a:endCxn id="9" idx="3"/>
          </p:cNvCxnSpPr>
          <p:nvPr/>
        </p:nvCxnSpPr>
        <p:spPr>
          <a:xfrm rot="10800000">
            <a:off x="2213257" y="2646735"/>
            <a:ext cx="3017422" cy="518189"/>
          </a:xfrm>
          <a:prstGeom prst="curvedConnector2">
            <a:avLst/>
          </a:prstGeom>
          <a:ln w="31750">
            <a:solidFill>
              <a:schemeClr val="tx2">
                <a:lumMod val="90000"/>
                <a:lumOff val="1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4" name="Прямая со стрелкой 18">
            <a:extLst>
              <a:ext uri="{FF2B5EF4-FFF2-40B4-BE49-F238E27FC236}">
                <a16:creationId xmlns:a16="http://schemas.microsoft.com/office/drawing/2014/main" id="{367169FA-98EA-11DB-5DDF-4A37DA71E9A0}"/>
              </a:ext>
            </a:extLst>
          </p:cNvPr>
          <p:cNvCxnSpPr>
            <a:cxnSpLocks/>
            <a:stCxn id="68" idx="1"/>
            <a:endCxn id="9" idx="1"/>
          </p:cNvCxnSpPr>
          <p:nvPr/>
        </p:nvCxnSpPr>
        <p:spPr>
          <a:xfrm rot="16200000" flipV="1">
            <a:off x="6229723" y="-2668232"/>
            <a:ext cx="12700" cy="8032931"/>
          </a:xfrm>
          <a:prstGeom prst="curvedConnector3">
            <a:avLst>
              <a:gd name="adj1" fmla="val 3124142"/>
            </a:avLst>
          </a:prstGeom>
          <a:ln w="31750">
            <a:solidFill>
              <a:schemeClr val="tx2">
                <a:lumMod val="90000"/>
                <a:lumOff val="1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9" name="Цилиндр 218">
            <a:extLst>
              <a:ext uri="{FF2B5EF4-FFF2-40B4-BE49-F238E27FC236}">
                <a16:creationId xmlns:a16="http://schemas.microsoft.com/office/drawing/2014/main" id="{F97146B8-7B39-B451-1FBC-DE4AC56132F9}"/>
              </a:ext>
            </a:extLst>
          </p:cNvPr>
          <p:cNvSpPr/>
          <p:nvPr/>
        </p:nvSpPr>
        <p:spPr>
          <a:xfrm>
            <a:off x="6585031" y="1165451"/>
            <a:ext cx="1187095" cy="1416855"/>
          </a:xfrm>
          <a:prstGeom prst="can">
            <a:avLst/>
          </a:prstGeom>
          <a:solidFill>
            <a:schemeClr val="accent5">
              <a:lumMod val="75000"/>
            </a:schemeClr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pg</a:t>
            </a:r>
            <a:r>
              <a:rPr lang="en-US" dirty="0"/>
              <a:t>-locker</a:t>
            </a:r>
            <a:endParaRPr lang="ru-BY" dirty="0"/>
          </a:p>
        </p:txBody>
      </p:sp>
      <p:sp>
        <p:nvSpPr>
          <p:cNvPr id="256" name="TextBox 255">
            <a:extLst>
              <a:ext uri="{FF2B5EF4-FFF2-40B4-BE49-F238E27FC236}">
                <a16:creationId xmlns:a16="http://schemas.microsoft.com/office/drawing/2014/main" id="{58279774-7160-836C-6405-54333B773624}"/>
              </a:ext>
            </a:extLst>
          </p:cNvPr>
          <p:cNvSpPr txBox="1"/>
          <p:nvPr/>
        </p:nvSpPr>
        <p:spPr>
          <a:xfrm>
            <a:off x="7477985" y="2681788"/>
            <a:ext cx="867866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sp>
        <p:nvSpPr>
          <p:cNvPr id="257" name="TextBox 256">
            <a:extLst>
              <a:ext uri="{FF2B5EF4-FFF2-40B4-BE49-F238E27FC236}">
                <a16:creationId xmlns:a16="http://schemas.microsoft.com/office/drawing/2014/main" id="{DD53FC2A-CEAB-0AD0-B55F-D0A914B98D3C}"/>
              </a:ext>
            </a:extLst>
          </p:cNvPr>
          <p:cNvSpPr txBox="1"/>
          <p:nvPr/>
        </p:nvSpPr>
        <p:spPr>
          <a:xfrm>
            <a:off x="3023642" y="2536496"/>
            <a:ext cx="867866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sp>
        <p:nvSpPr>
          <p:cNvPr id="258" name="TextBox 257">
            <a:extLst>
              <a:ext uri="{FF2B5EF4-FFF2-40B4-BE49-F238E27FC236}">
                <a16:creationId xmlns:a16="http://schemas.microsoft.com/office/drawing/2014/main" id="{54BDDF33-7B5B-73FC-63C5-23E52053FDAB}"/>
              </a:ext>
            </a:extLst>
          </p:cNvPr>
          <p:cNvSpPr txBox="1"/>
          <p:nvPr/>
        </p:nvSpPr>
        <p:spPr>
          <a:xfrm>
            <a:off x="8730673" y="1107687"/>
            <a:ext cx="867866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sp>
        <p:nvSpPr>
          <p:cNvPr id="259" name="TextBox 258">
            <a:extLst>
              <a:ext uri="{FF2B5EF4-FFF2-40B4-BE49-F238E27FC236}">
                <a16:creationId xmlns:a16="http://schemas.microsoft.com/office/drawing/2014/main" id="{F59F23C3-6E7B-BAAF-769B-9EDF4ADABFE5}"/>
              </a:ext>
            </a:extLst>
          </p:cNvPr>
          <p:cNvSpPr txBox="1"/>
          <p:nvPr/>
        </p:nvSpPr>
        <p:spPr>
          <a:xfrm>
            <a:off x="2973785" y="1181682"/>
            <a:ext cx="867866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cxnSp>
        <p:nvCxnSpPr>
          <p:cNvPr id="260" name="Прямая со стрелкой 18">
            <a:extLst>
              <a:ext uri="{FF2B5EF4-FFF2-40B4-BE49-F238E27FC236}">
                <a16:creationId xmlns:a16="http://schemas.microsoft.com/office/drawing/2014/main" id="{1638CF53-861A-7EA7-7816-D17722443F84}"/>
              </a:ext>
            </a:extLst>
          </p:cNvPr>
          <p:cNvCxnSpPr>
            <a:cxnSpLocks/>
            <a:stCxn id="219" idx="2"/>
            <a:endCxn id="138" idx="1"/>
          </p:cNvCxnSpPr>
          <p:nvPr/>
        </p:nvCxnSpPr>
        <p:spPr>
          <a:xfrm rot="10800000" flipV="1">
            <a:off x="5774647" y="1873879"/>
            <a:ext cx="810385" cy="641794"/>
          </a:xfrm>
          <a:prstGeom prst="curvedConnector2">
            <a:avLst/>
          </a:prstGeom>
          <a:ln w="31750">
            <a:solidFill>
              <a:schemeClr val="accent5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3" name="Прямая со стрелкой 18">
            <a:extLst>
              <a:ext uri="{FF2B5EF4-FFF2-40B4-BE49-F238E27FC236}">
                <a16:creationId xmlns:a16="http://schemas.microsoft.com/office/drawing/2014/main" id="{53F97DCD-6CB1-67FC-5E16-26E146F51A93}"/>
              </a:ext>
            </a:extLst>
          </p:cNvPr>
          <p:cNvCxnSpPr>
            <a:cxnSpLocks/>
            <a:stCxn id="219" idx="2"/>
            <a:endCxn id="9" idx="4"/>
          </p:cNvCxnSpPr>
          <p:nvPr/>
        </p:nvCxnSpPr>
        <p:spPr>
          <a:xfrm rot="10800000" flipV="1">
            <a:off x="2757223" y="1873878"/>
            <a:ext cx="3827808" cy="123605"/>
          </a:xfrm>
          <a:prstGeom prst="curvedConnector3">
            <a:avLst>
              <a:gd name="adj1" fmla="val 50000"/>
            </a:avLst>
          </a:prstGeom>
          <a:ln w="31750">
            <a:solidFill>
              <a:schemeClr val="accent5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6" name="Прямая со стрелкой 18">
            <a:extLst>
              <a:ext uri="{FF2B5EF4-FFF2-40B4-BE49-F238E27FC236}">
                <a16:creationId xmlns:a16="http://schemas.microsoft.com/office/drawing/2014/main" id="{CFAEA455-C352-AAFE-3A31-354F9E3B482B}"/>
              </a:ext>
            </a:extLst>
          </p:cNvPr>
          <p:cNvCxnSpPr>
            <a:cxnSpLocks/>
            <a:stCxn id="219" idx="4"/>
            <a:endCxn id="68" idx="2"/>
          </p:cNvCxnSpPr>
          <p:nvPr/>
        </p:nvCxnSpPr>
        <p:spPr>
          <a:xfrm>
            <a:off x="7772126" y="1873879"/>
            <a:ext cx="1930095" cy="123605"/>
          </a:xfrm>
          <a:prstGeom prst="curvedConnector3">
            <a:avLst>
              <a:gd name="adj1" fmla="val 50000"/>
            </a:avLst>
          </a:prstGeom>
          <a:ln w="31750">
            <a:solidFill>
              <a:schemeClr val="accent5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9" name="TextBox 268">
            <a:extLst>
              <a:ext uri="{FF2B5EF4-FFF2-40B4-BE49-F238E27FC236}">
                <a16:creationId xmlns:a16="http://schemas.microsoft.com/office/drawing/2014/main" id="{49A2AAB3-1A49-2A61-5531-BDF57480A889}"/>
              </a:ext>
            </a:extLst>
          </p:cNvPr>
          <p:cNvSpPr txBox="1"/>
          <p:nvPr/>
        </p:nvSpPr>
        <p:spPr>
          <a:xfrm>
            <a:off x="8434847" y="1584764"/>
            <a:ext cx="604653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lock</a:t>
            </a:r>
            <a:endParaRPr lang="ru-BY" dirty="0"/>
          </a:p>
        </p:txBody>
      </p:sp>
      <p:sp>
        <p:nvSpPr>
          <p:cNvPr id="270" name="TextBox 269">
            <a:extLst>
              <a:ext uri="{FF2B5EF4-FFF2-40B4-BE49-F238E27FC236}">
                <a16:creationId xmlns:a16="http://schemas.microsoft.com/office/drawing/2014/main" id="{69A33C7D-9720-EB54-0886-65F6F5998EB5}"/>
              </a:ext>
            </a:extLst>
          </p:cNvPr>
          <p:cNvSpPr txBox="1"/>
          <p:nvPr/>
        </p:nvSpPr>
        <p:spPr>
          <a:xfrm>
            <a:off x="3933963" y="1610311"/>
            <a:ext cx="604653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lock</a:t>
            </a:r>
            <a:endParaRPr lang="ru-BY" dirty="0"/>
          </a:p>
        </p:txBody>
      </p:sp>
      <p:sp>
        <p:nvSpPr>
          <p:cNvPr id="271" name="TextBox 270">
            <a:extLst>
              <a:ext uri="{FF2B5EF4-FFF2-40B4-BE49-F238E27FC236}">
                <a16:creationId xmlns:a16="http://schemas.microsoft.com/office/drawing/2014/main" id="{23985170-98D4-49F9-2456-59DFBED5B3A1}"/>
              </a:ext>
            </a:extLst>
          </p:cNvPr>
          <p:cNvSpPr txBox="1"/>
          <p:nvPr/>
        </p:nvSpPr>
        <p:spPr>
          <a:xfrm>
            <a:off x="5327376" y="1935680"/>
            <a:ext cx="604653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lock</a:t>
            </a:r>
            <a:endParaRPr lang="ru-BY" dirty="0"/>
          </a:p>
        </p:txBody>
      </p:sp>
    </p:spTree>
    <p:extLst>
      <p:ext uri="{BB962C8B-B14F-4D97-AF65-F5344CB8AC3E}">
        <p14:creationId xmlns:p14="http://schemas.microsoft.com/office/powerpoint/2010/main" val="201066573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94E4C0E-6D42-9859-A288-13B3204AF1E0}"/>
              </a:ext>
            </a:extLst>
          </p:cNvPr>
          <p:cNvSpPr txBox="1"/>
          <p:nvPr/>
        </p:nvSpPr>
        <p:spPr>
          <a:xfrm>
            <a:off x="230406" y="226738"/>
            <a:ext cx="635462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600" dirty="0"/>
              <a:t>Общая архитектура кластера</a:t>
            </a:r>
            <a:endParaRPr lang="en-US" sz="3600" dirty="0"/>
          </a:p>
        </p:txBody>
      </p:sp>
      <p:sp>
        <p:nvSpPr>
          <p:cNvPr id="23" name="Цилиндр 22">
            <a:extLst>
              <a:ext uri="{FF2B5EF4-FFF2-40B4-BE49-F238E27FC236}">
                <a16:creationId xmlns:a16="http://schemas.microsoft.com/office/drawing/2014/main" id="{EF1DB332-50CD-775B-ABA2-0817F517ECDA}"/>
              </a:ext>
            </a:extLst>
          </p:cNvPr>
          <p:cNvSpPr/>
          <p:nvPr/>
        </p:nvSpPr>
        <p:spPr>
          <a:xfrm>
            <a:off x="215162" y="3220803"/>
            <a:ext cx="1087933" cy="1298500"/>
          </a:xfrm>
          <a:prstGeom prst="can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coord-1</a:t>
            </a:r>
            <a:endParaRPr lang="ru-BY" dirty="0"/>
          </a:p>
        </p:txBody>
      </p:sp>
      <p:cxnSp>
        <p:nvCxnSpPr>
          <p:cNvPr id="24" name="Прямая со стрелкой 18">
            <a:extLst>
              <a:ext uri="{FF2B5EF4-FFF2-40B4-BE49-F238E27FC236}">
                <a16:creationId xmlns:a16="http://schemas.microsoft.com/office/drawing/2014/main" id="{8DA426C6-59CA-DA3A-D5CB-51EF9C2A4510}"/>
              </a:ext>
            </a:extLst>
          </p:cNvPr>
          <p:cNvCxnSpPr>
            <a:cxnSpLocks/>
            <a:stCxn id="23" idx="4"/>
            <a:endCxn id="77" idx="2"/>
          </p:cNvCxnSpPr>
          <p:nvPr/>
        </p:nvCxnSpPr>
        <p:spPr>
          <a:xfrm flipV="1">
            <a:off x="1303095" y="3852081"/>
            <a:ext cx="823068" cy="17972"/>
          </a:xfrm>
          <a:prstGeom prst="straightConnector1">
            <a:avLst/>
          </a:prstGeom>
          <a:ln w="31750">
            <a:solidFill>
              <a:schemeClr val="accent2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Прямая со стрелкой 18">
            <a:extLst>
              <a:ext uri="{FF2B5EF4-FFF2-40B4-BE49-F238E27FC236}">
                <a16:creationId xmlns:a16="http://schemas.microsoft.com/office/drawing/2014/main" id="{B88E1360-ADC8-7A39-E28B-1D30D90CA2CC}"/>
              </a:ext>
            </a:extLst>
          </p:cNvPr>
          <p:cNvCxnSpPr>
            <a:cxnSpLocks/>
            <a:stCxn id="78" idx="1"/>
            <a:endCxn id="23" idx="3"/>
          </p:cNvCxnSpPr>
          <p:nvPr/>
        </p:nvCxnSpPr>
        <p:spPr>
          <a:xfrm flipH="1" flipV="1">
            <a:off x="759129" y="4519303"/>
            <a:ext cx="1408013" cy="644414"/>
          </a:xfrm>
          <a:prstGeom prst="straightConnector1">
            <a:avLst/>
          </a:prstGeom>
          <a:ln w="31750">
            <a:solidFill>
              <a:schemeClr val="accent2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Прямая со стрелкой 18">
            <a:extLst>
              <a:ext uri="{FF2B5EF4-FFF2-40B4-BE49-F238E27FC236}">
                <a16:creationId xmlns:a16="http://schemas.microsoft.com/office/drawing/2014/main" id="{B88E1360-ADC8-7A39-E28B-1D30D90CA2CC}"/>
              </a:ext>
            </a:extLst>
          </p:cNvPr>
          <p:cNvCxnSpPr>
            <a:cxnSpLocks/>
            <a:stCxn id="23" idx="3"/>
            <a:endCxn id="79" idx="1"/>
          </p:cNvCxnSpPr>
          <p:nvPr/>
        </p:nvCxnSpPr>
        <p:spPr>
          <a:xfrm flipH="1">
            <a:off x="750020" y="4519303"/>
            <a:ext cx="9109" cy="644414"/>
          </a:xfrm>
          <a:prstGeom prst="straightConnector1">
            <a:avLst/>
          </a:prstGeom>
          <a:ln w="31750">
            <a:solidFill>
              <a:schemeClr val="accent2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Цилиндр 8">
            <a:extLst>
              <a:ext uri="{FF2B5EF4-FFF2-40B4-BE49-F238E27FC236}">
                <a16:creationId xmlns:a16="http://schemas.microsoft.com/office/drawing/2014/main" id="{A6CB4848-BD9F-00DA-AFBB-169D872B698A}"/>
              </a:ext>
            </a:extLst>
          </p:cNvPr>
          <p:cNvSpPr/>
          <p:nvPr/>
        </p:nvSpPr>
        <p:spPr>
          <a:xfrm>
            <a:off x="1669290" y="1348234"/>
            <a:ext cx="1087933" cy="1298500"/>
          </a:xfrm>
          <a:prstGeom prst="can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master-1</a:t>
            </a:r>
            <a:endParaRPr lang="ru-BY" sz="1200" dirty="0"/>
          </a:p>
        </p:txBody>
      </p:sp>
      <p:cxnSp>
        <p:nvCxnSpPr>
          <p:cNvPr id="10" name="Прямая со стрелкой 18">
            <a:extLst>
              <a:ext uri="{FF2B5EF4-FFF2-40B4-BE49-F238E27FC236}">
                <a16:creationId xmlns:a16="http://schemas.microsoft.com/office/drawing/2014/main" id="{6BDA3585-87B9-649E-1E95-BF31212098C0}"/>
              </a:ext>
            </a:extLst>
          </p:cNvPr>
          <p:cNvCxnSpPr>
            <a:cxnSpLocks/>
            <a:stCxn id="23" idx="1"/>
            <a:endCxn id="9" idx="2"/>
          </p:cNvCxnSpPr>
          <p:nvPr/>
        </p:nvCxnSpPr>
        <p:spPr>
          <a:xfrm flipV="1">
            <a:off x="759129" y="1997484"/>
            <a:ext cx="910161" cy="1223319"/>
          </a:xfrm>
          <a:prstGeom prst="straightConnector1">
            <a:avLst/>
          </a:prstGeom>
          <a:ln w="31750">
            <a:solidFill>
              <a:schemeClr val="accent6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273A2584-B55C-170F-E6C7-B55FA12521EE}"/>
              </a:ext>
            </a:extLst>
          </p:cNvPr>
          <p:cNvSpPr txBox="1"/>
          <p:nvPr/>
        </p:nvSpPr>
        <p:spPr>
          <a:xfrm>
            <a:off x="400574" y="2252160"/>
            <a:ext cx="867866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1791FD8-19AD-0449-82A9-93DFE76667E6}"/>
              </a:ext>
            </a:extLst>
          </p:cNvPr>
          <p:cNvSpPr txBox="1"/>
          <p:nvPr/>
        </p:nvSpPr>
        <p:spPr>
          <a:xfrm>
            <a:off x="9354132" y="4629978"/>
            <a:ext cx="1043940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sharding</a:t>
            </a:r>
            <a:endParaRPr lang="ru-BY" dirty="0"/>
          </a:p>
        </p:txBody>
      </p:sp>
      <p:sp>
        <p:nvSpPr>
          <p:cNvPr id="63" name="Цилиндр 62">
            <a:extLst>
              <a:ext uri="{FF2B5EF4-FFF2-40B4-BE49-F238E27FC236}">
                <a16:creationId xmlns:a16="http://schemas.microsoft.com/office/drawing/2014/main" id="{4B01D485-58C5-F64B-892A-4DB24B7AC6F5}"/>
              </a:ext>
            </a:extLst>
          </p:cNvPr>
          <p:cNvSpPr/>
          <p:nvPr/>
        </p:nvSpPr>
        <p:spPr>
          <a:xfrm>
            <a:off x="10888904" y="3220803"/>
            <a:ext cx="1087933" cy="1298500"/>
          </a:xfrm>
          <a:prstGeom prst="can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coord-3</a:t>
            </a:r>
            <a:endParaRPr lang="ru-BY" dirty="0"/>
          </a:p>
        </p:txBody>
      </p:sp>
      <p:cxnSp>
        <p:nvCxnSpPr>
          <p:cNvPr id="64" name="Прямая со стрелкой 18">
            <a:extLst>
              <a:ext uri="{FF2B5EF4-FFF2-40B4-BE49-F238E27FC236}">
                <a16:creationId xmlns:a16="http://schemas.microsoft.com/office/drawing/2014/main" id="{E0164565-70E0-C7C7-2C99-E337B9E0B7F3}"/>
              </a:ext>
            </a:extLst>
          </p:cNvPr>
          <p:cNvCxnSpPr>
            <a:cxnSpLocks/>
            <a:stCxn id="63" idx="3"/>
            <a:endCxn id="80" idx="1"/>
          </p:cNvCxnSpPr>
          <p:nvPr/>
        </p:nvCxnSpPr>
        <p:spPr>
          <a:xfrm>
            <a:off x="11432871" y="4519303"/>
            <a:ext cx="9110" cy="644414"/>
          </a:xfrm>
          <a:prstGeom prst="straightConnector1">
            <a:avLst/>
          </a:prstGeom>
          <a:ln w="31750">
            <a:solidFill>
              <a:schemeClr val="accent2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Прямая со стрелкой 18">
            <a:extLst>
              <a:ext uri="{FF2B5EF4-FFF2-40B4-BE49-F238E27FC236}">
                <a16:creationId xmlns:a16="http://schemas.microsoft.com/office/drawing/2014/main" id="{3B012901-C858-91F9-0976-418FE294860D}"/>
              </a:ext>
            </a:extLst>
          </p:cNvPr>
          <p:cNvCxnSpPr>
            <a:cxnSpLocks/>
            <a:stCxn id="75" idx="1"/>
            <a:endCxn id="63" idx="3"/>
          </p:cNvCxnSpPr>
          <p:nvPr/>
        </p:nvCxnSpPr>
        <p:spPr>
          <a:xfrm flipV="1">
            <a:off x="10024859" y="4519303"/>
            <a:ext cx="1408012" cy="644414"/>
          </a:xfrm>
          <a:prstGeom prst="straightConnector1">
            <a:avLst/>
          </a:prstGeom>
          <a:ln w="31750">
            <a:solidFill>
              <a:schemeClr val="accent2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Прямая со стрелкой 18">
            <a:extLst>
              <a:ext uri="{FF2B5EF4-FFF2-40B4-BE49-F238E27FC236}">
                <a16:creationId xmlns:a16="http://schemas.microsoft.com/office/drawing/2014/main" id="{C3FFC7E5-B5AC-380A-3E46-45A18ABA9FA2}"/>
              </a:ext>
            </a:extLst>
          </p:cNvPr>
          <p:cNvCxnSpPr>
            <a:cxnSpLocks/>
            <a:stCxn id="63" idx="2"/>
            <a:endCxn id="67" idx="4"/>
          </p:cNvCxnSpPr>
          <p:nvPr/>
        </p:nvCxnSpPr>
        <p:spPr>
          <a:xfrm flipH="1">
            <a:off x="10054688" y="3870053"/>
            <a:ext cx="834216" cy="4836"/>
          </a:xfrm>
          <a:prstGeom prst="straightConnector1">
            <a:avLst/>
          </a:prstGeom>
          <a:ln w="31750">
            <a:solidFill>
              <a:schemeClr val="accent2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Цилиндр 66">
            <a:extLst>
              <a:ext uri="{FF2B5EF4-FFF2-40B4-BE49-F238E27FC236}">
                <a16:creationId xmlns:a16="http://schemas.microsoft.com/office/drawing/2014/main" id="{128093ED-E928-3A89-4AAA-8DA88C49702D}"/>
              </a:ext>
            </a:extLst>
          </p:cNvPr>
          <p:cNvSpPr/>
          <p:nvPr/>
        </p:nvSpPr>
        <p:spPr>
          <a:xfrm>
            <a:off x="8751185" y="3096992"/>
            <a:ext cx="1303503" cy="1555794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worker-3-0</a:t>
            </a:r>
            <a:endParaRPr lang="ru-BY" dirty="0"/>
          </a:p>
        </p:txBody>
      </p:sp>
      <p:sp>
        <p:nvSpPr>
          <p:cNvPr id="68" name="Цилиндр 67">
            <a:extLst>
              <a:ext uri="{FF2B5EF4-FFF2-40B4-BE49-F238E27FC236}">
                <a16:creationId xmlns:a16="http://schemas.microsoft.com/office/drawing/2014/main" id="{656280ED-80FF-2A22-8B12-8033CCBAAD4E}"/>
              </a:ext>
            </a:extLst>
          </p:cNvPr>
          <p:cNvSpPr/>
          <p:nvPr/>
        </p:nvSpPr>
        <p:spPr>
          <a:xfrm>
            <a:off x="9702221" y="1348234"/>
            <a:ext cx="1087933" cy="1298500"/>
          </a:xfrm>
          <a:prstGeom prst="can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master-3</a:t>
            </a:r>
            <a:endParaRPr lang="ru-BY" sz="1200" dirty="0"/>
          </a:p>
        </p:txBody>
      </p:sp>
      <p:cxnSp>
        <p:nvCxnSpPr>
          <p:cNvPr id="69" name="Прямая со стрелкой 18">
            <a:extLst>
              <a:ext uri="{FF2B5EF4-FFF2-40B4-BE49-F238E27FC236}">
                <a16:creationId xmlns:a16="http://schemas.microsoft.com/office/drawing/2014/main" id="{3C276CDB-B51F-B4E7-01DB-6FE9E932957D}"/>
              </a:ext>
            </a:extLst>
          </p:cNvPr>
          <p:cNvCxnSpPr>
            <a:cxnSpLocks/>
            <a:stCxn id="63" idx="1"/>
            <a:endCxn id="68" idx="4"/>
          </p:cNvCxnSpPr>
          <p:nvPr/>
        </p:nvCxnSpPr>
        <p:spPr>
          <a:xfrm flipH="1" flipV="1">
            <a:off x="10790154" y="1997484"/>
            <a:ext cx="642717" cy="1223319"/>
          </a:xfrm>
          <a:prstGeom prst="straightConnector1">
            <a:avLst/>
          </a:prstGeom>
          <a:ln w="31750">
            <a:solidFill>
              <a:schemeClr val="accent6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FF4DE35B-CC66-B590-425F-C3360A92F914}"/>
              </a:ext>
            </a:extLst>
          </p:cNvPr>
          <p:cNvSpPr txBox="1"/>
          <p:nvPr/>
        </p:nvSpPr>
        <p:spPr>
          <a:xfrm>
            <a:off x="10998937" y="2271675"/>
            <a:ext cx="867866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sp>
        <p:nvSpPr>
          <p:cNvPr id="75" name="Цилиндр 74">
            <a:extLst>
              <a:ext uri="{FF2B5EF4-FFF2-40B4-BE49-F238E27FC236}">
                <a16:creationId xmlns:a16="http://schemas.microsoft.com/office/drawing/2014/main" id="{1081BE96-8EE3-23DD-00BD-4DE2FB885273}"/>
              </a:ext>
            </a:extLst>
          </p:cNvPr>
          <p:cNvSpPr/>
          <p:nvPr/>
        </p:nvSpPr>
        <p:spPr>
          <a:xfrm>
            <a:off x="9373107" y="5163717"/>
            <a:ext cx="1303503" cy="1555794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worker-3-</a:t>
            </a:r>
            <a:r>
              <a:rPr lang="ru-RU" dirty="0"/>
              <a:t>1</a:t>
            </a:r>
            <a:endParaRPr lang="ru-BY" dirty="0"/>
          </a:p>
        </p:txBody>
      </p:sp>
      <p:sp>
        <p:nvSpPr>
          <p:cNvPr id="77" name="Цилиндр 76">
            <a:extLst>
              <a:ext uri="{FF2B5EF4-FFF2-40B4-BE49-F238E27FC236}">
                <a16:creationId xmlns:a16="http://schemas.microsoft.com/office/drawing/2014/main" id="{74E180FE-7261-B185-0C8D-C9C0042627B9}"/>
              </a:ext>
            </a:extLst>
          </p:cNvPr>
          <p:cNvSpPr/>
          <p:nvPr/>
        </p:nvSpPr>
        <p:spPr>
          <a:xfrm>
            <a:off x="2126163" y="3074184"/>
            <a:ext cx="1303503" cy="1555794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</a:t>
            </a:r>
            <a:r>
              <a:rPr lang="ru-RU" dirty="0"/>
              <a:t>1</a:t>
            </a:r>
            <a:r>
              <a:rPr lang="en-US" dirty="0"/>
              <a:t>-</a:t>
            </a:r>
            <a:r>
              <a:rPr lang="ru-RU" dirty="0"/>
              <a:t>2</a:t>
            </a:r>
            <a:endParaRPr lang="ru-BY" dirty="0"/>
          </a:p>
        </p:txBody>
      </p:sp>
      <p:sp>
        <p:nvSpPr>
          <p:cNvPr id="78" name="Цилиндр 77">
            <a:extLst>
              <a:ext uri="{FF2B5EF4-FFF2-40B4-BE49-F238E27FC236}">
                <a16:creationId xmlns:a16="http://schemas.microsoft.com/office/drawing/2014/main" id="{669EF9BA-FD3C-AD21-BB9F-57CF7987C597}"/>
              </a:ext>
            </a:extLst>
          </p:cNvPr>
          <p:cNvSpPr/>
          <p:nvPr/>
        </p:nvSpPr>
        <p:spPr>
          <a:xfrm>
            <a:off x="1515390" y="5163717"/>
            <a:ext cx="1303503" cy="1555794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</a:t>
            </a:r>
            <a:r>
              <a:rPr lang="ru-RU" dirty="0"/>
              <a:t>1</a:t>
            </a:r>
            <a:r>
              <a:rPr lang="en-US" dirty="0"/>
              <a:t>-</a:t>
            </a:r>
            <a:r>
              <a:rPr lang="ru-RU" dirty="0"/>
              <a:t>1</a:t>
            </a:r>
            <a:endParaRPr lang="ru-BY" dirty="0"/>
          </a:p>
        </p:txBody>
      </p:sp>
      <p:sp>
        <p:nvSpPr>
          <p:cNvPr id="79" name="Цилиндр 78">
            <a:extLst>
              <a:ext uri="{FF2B5EF4-FFF2-40B4-BE49-F238E27FC236}">
                <a16:creationId xmlns:a16="http://schemas.microsoft.com/office/drawing/2014/main" id="{90EF0D7E-9F2C-1E4A-15C1-C868A4B7BA30}"/>
              </a:ext>
            </a:extLst>
          </p:cNvPr>
          <p:cNvSpPr/>
          <p:nvPr/>
        </p:nvSpPr>
        <p:spPr>
          <a:xfrm>
            <a:off x="98268" y="5163717"/>
            <a:ext cx="1303503" cy="1555794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</a:t>
            </a:r>
            <a:r>
              <a:rPr lang="ru-RU" dirty="0"/>
              <a:t>1</a:t>
            </a:r>
            <a:r>
              <a:rPr lang="en-US" dirty="0"/>
              <a:t>-0</a:t>
            </a:r>
            <a:endParaRPr lang="ru-BY" dirty="0"/>
          </a:p>
        </p:txBody>
      </p:sp>
      <p:sp>
        <p:nvSpPr>
          <p:cNvPr id="80" name="Цилиндр 79">
            <a:extLst>
              <a:ext uri="{FF2B5EF4-FFF2-40B4-BE49-F238E27FC236}">
                <a16:creationId xmlns:a16="http://schemas.microsoft.com/office/drawing/2014/main" id="{CAE1BEEA-12C6-891C-CD6E-5AD101581989}"/>
              </a:ext>
            </a:extLst>
          </p:cNvPr>
          <p:cNvSpPr/>
          <p:nvPr/>
        </p:nvSpPr>
        <p:spPr>
          <a:xfrm>
            <a:off x="10790229" y="5163717"/>
            <a:ext cx="1303503" cy="1555794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worker-3-</a:t>
            </a:r>
            <a:r>
              <a:rPr lang="ru-RU" dirty="0"/>
              <a:t>2</a:t>
            </a:r>
            <a:endParaRPr lang="ru-BY" dirty="0"/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2E24B429-77BF-4902-7BC8-2E29AEE76BA6}"/>
              </a:ext>
            </a:extLst>
          </p:cNvPr>
          <p:cNvSpPr txBox="1"/>
          <p:nvPr/>
        </p:nvSpPr>
        <p:spPr>
          <a:xfrm>
            <a:off x="1667169" y="4648857"/>
            <a:ext cx="1043940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sharding</a:t>
            </a:r>
            <a:endParaRPr lang="ru-BY" dirty="0"/>
          </a:p>
        </p:txBody>
      </p:sp>
      <p:sp>
        <p:nvSpPr>
          <p:cNvPr id="133" name="Цилиндр 132">
            <a:extLst>
              <a:ext uri="{FF2B5EF4-FFF2-40B4-BE49-F238E27FC236}">
                <a16:creationId xmlns:a16="http://schemas.microsoft.com/office/drawing/2014/main" id="{10422A75-5CBF-D970-425D-012B72501D29}"/>
              </a:ext>
            </a:extLst>
          </p:cNvPr>
          <p:cNvSpPr/>
          <p:nvPr/>
        </p:nvSpPr>
        <p:spPr>
          <a:xfrm>
            <a:off x="3933963" y="3516144"/>
            <a:ext cx="1087933" cy="1298500"/>
          </a:xfrm>
          <a:prstGeom prst="can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coord-2</a:t>
            </a:r>
            <a:endParaRPr lang="ru-BY" dirty="0"/>
          </a:p>
        </p:txBody>
      </p:sp>
      <p:cxnSp>
        <p:nvCxnSpPr>
          <p:cNvPr id="134" name="Прямая со стрелкой 18">
            <a:extLst>
              <a:ext uri="{FF2B5EF4-FFF2-40B4-BE49-F238E27FC236}">
                <a16:creationId xmlns:a16="http://schemas.microsoft.com/office/drawing/2014/main" id="{DE6C28DF-FDB8-8101-9E67-6B6088DA23CF}"/>
              </a:ext>
            </a:extLst>
          </p:cNvPr>
          <p:cNvCxnSpPr>
            <a:cxnSpLocks/>
            <a:stCxn id="133" idx="3"/>
            <a:endCxn id="142" idx="1"/>
          </p:cNvCxnSpPr>
          <p:nvPr/>
        </p:nvCxnSpPr>
        <p:spPr>
          <a:xfrm>
            <a:off x="4477930" y="4814644"/>
            <a:ext cx="3035191" cy="349073"/>
          </a:xfrm>
          <a:prstGeom prst="straightConnector1">
            <a:avLst/>
          </a:prstGeom>
          <a:ln w="31750">
            <a:solidFill>
              <a:schemeClr val="accent2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Прямая со стрелкой 18">
            <a:extLst>
              <a:ext uri="{FF2B5EF4-FFF2-40B4-BE49-F238E27FC236}">
                <a16:creationId xmlns:a16="http://schemas.microsoft.com/office/drawing/2014/main" id="{03579E49-243C-2684-AA5D-46796F02523B}"/>
              </a:ext>
            </a:extLst>
          </p:cNvPr>
          <p:cNvCxnSpPr>
            <a:cxnSpLocks/>
            <a:stCxn id="141" idx="1"/>
            <a:endCxn id="133" idx="3"/>
          </p:cNvCxnSpPr>
          <p:nvPr/>
        </p:nvCxnSpPr>
        <p:spPr>
          <a:xfrm flipH="1" flipV="1">
            <a:off x="4477930" y="4814644"/>
            <a:ext cx="1618071" cy="349073"/>
          </a:xfrm>
          <a:prstGeom prst="straightConnector1">
            <a:avLst/>
          </a:prstGeom>
          <a:ln w="31750">
            <a:solidFill>
              <a:schemeClr val="accent2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Прямая со стрелкой 18">
            <a:extLst>
              <a:ext uri="{FF2B5EF4-FFF2-40B4-BE49-F238E27FC236}">
                <a16:creationId xmlns:a16="http://schemas.microsoft.com/office/drawing/2014/main" id="{C44AAD08-2943-690B-31A8-0A09B9E072FD}"/>
              </a:ext>
            </a:extLst>
          </p:cNvPr>
          <p:cNvCxnSpPr>
            <a:cxnSpLocks/>
            <a:stCxn id="133" idx="3"/>
            <a:endCxn id="137" idx="1"/>
          </p:cNvCxnSpPr>
          <p:nvPr/>
        </p:nvCxnSpPr>
        <p:spPr>
          <a:xfrm>
            <a:off x="4477930" y="4814644"/>
            <a:ext cx="200891" cy="349073"/>
          </a:xfrm>
          <a:prstGeom prst="straightConnector1">
            <a:avLst/>
          </a:prstGeom>
          <a:ln w="31750">
            <a:solidFill>
              <a:schemeClr val="accent2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7" name="Цилиндр 136">
            <a:extLst>
              <a:ext uri="{FF2B5EF4-FFF2-40B4-BE49-F238E27FC236}">
                <a16:creationId xmlns:a16="http://schemas.microsoft.com/office/drawing/2014/main" id="{CC73C14A-0919-2FE7-F8E9-5C086C1BA19A}"/>
              </a:ext>
            </a:extLst>
          </p:cNvPr>
          <p:cNvSpPr/>
          <p:nvPr/>
        </p:nvSpPr>
        <p:spPr>
          <a:xfrm>
            <a:off x="4027069" y="5163717"/>
            <a:ext cx="1303503" cy="1555794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worker-2-0</a:t>
            </a:r>
            <a:endParaRPr lang="ru-BY" dirty="0"/>
          </a:p>
        </p:txBody>
      </p:sp>
      <p:sp>
        <p:nvSpPr>
          <p:cNvPr id="138" name="Цилиндр 137">
            <a:extLst>
              <a:ext uri="{FF2B5EF4-FFF2-40B4-BE49-F238E27FC236}">
                <a16:creationId xmlns:a16="http://schemas.microsoft.com/office/drawing/2014/main" id="{7764FAA7-A17D-C3BE-BCE9-AF49FE66AF99}"/>
              </a:ext>
            </a:extLst>
          </p:cNvPr>
          <p:cNvSpPr/>
          <p:nvPr/>
        </p:nvSpPr>
        <p:spPr>
          <a:xfrm>
            <a:off x="5230679" y="2515673"/>
            <a:ext cx="1087933" cy="1298500"/>
          </a:xfrm>
          <a:prstGeom prst="can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master-2</a:t>
            </a:r>
            <a:endParaRPr lang="ru-BY" sz="1200" dirty="0"/>
          </a:p>
        </p:txBody>
      </p:sp>
      <p:cxnSp>
        <p:nvCxnSpPr>
          <p:cNvPr id="139" name="Прямая со стрелкой 18">
            <a:extLst>
              <a:ext uri="{FF2B5EF4-FFF2-40B4-BE49-F238E27FC236}">
                <a16:creationId xmlns:a16="http://schemas.microsoft.com/office/drawing/2014/main" id="{437692CA-6BAB-8682-E077-7E4A2777BBE4}"/>
              </a:ext>
            </a:extLst>
          </p:cNvPr>
          <p:cNvCxnSpPr>
            <a:cxnSpLocks/>
            <a:stCxn id="133" idx="4"/>
            <a:endCxn id="138" idx="3"/>
          </p:cNvCxnSpPr>
          <p:nvPr/>
        </p:nvCxnSpPr>
        <p:spPr>
          <a:xfrm flipV="1">
            <a:off x="5021896" y="3814173"/>
            <a:ext cx="752750" cy="351221"/>
          </a:xfrm>
          <a:prstGeom prst="straightConnector1">
            <a:avLst/>
          </a:prstGeom>
          <a:ln w="31750">
            <a:solidFill>
              <a:schemeClr val="accent6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1" name="Цилиндр 140">
            <a:extLst>
              <a:ext uri="{FF2B5EF4-FFF2-40B4-BE49-F238E27FC236}">
                <a16:creationId xmlns:a16="http://schemas.microsoft.com/office/drawing/2014/main" id="{3039488A-90E7-C053-C3A5-6D2078D0D8AA}"/>
              </a:ext>
            </a:extLst>
          </p:cNvPr>
          <p:cNvSpPr/>
          <p:nvPr/>
        </p:nvSpPr>
        <p:spPr>
          <a:xfrm>
            <a:off x="5444249" y="5163717"/>
            <a:ext cx="1303503" cy="1555794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worker-2-</a:t>
            </a:r>
            <a:r>
              <a:rPr lang="ru-RU" dirty="0"/>
              <a:t>1</a:t>
            </a:r>
            <a:endParaRPr lang="ru-BY" dirty="0"/>
          </a:p>
        </p:txBody>
      </p:sp>
      <p:sp>
        <p:nvSpPr>
          <p:cNvPr id="142" name="Цилиндр 141">
            <a:extLst>
              <a:ext uri="{FF2B5EF4-FFF2-40B4-BE49-F238E27FC236}">
                <a16:creationId xmlns:a16="http://schemas.microsoft.com/office/drawing/2014/main" id="{C08D3B91-888D-4E44-94BF-FDCCFE5A5B8B}"/>
              </a:ext>
            </a:extLst>
          </p:cNvPr>
          <p:cNvSpPr/>
          <p:nvPr/>
        </p:nvSpPr>
        <p:spPr>
          <a:xfrm>
            <a:off x="6861369" y="5163717"/>
            <a:ext cx="1303503" cy="1555794"/>
          </a:xfrm>
          <a:prstGeom prst="can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worker-2-</a:t>
            </a:r>
            <a:r>
              <a:rPr lang="ru-RU" dirty="0"/>
              <a:t>2</a:t>
            </a:r>
            <a:endParaRPr lang="ru-BY" dirty="0"/>
          </a:p>
        </p:txBody>
      </p:sp>
      <p:sp>
        <p:nvSpPr>
          <p:cNvPr id="185" name="TextBox 184">
            <a:extLst>
              <a:ext uri="{FF2B5EF4-FFF2-40B4-BE49-F238E27FC236}">
                <a16:creationId xmlns:a16="http://schemas.microsoft.com/office/drawing/2014/main" id="{E3A12764-859C-06BB-191F-3E87ABBE4FF9}"/>
              </a:ext>
            </a:extLst>
          </p:cNvPr>
          <p:cNvSpPr txBox="1"/>
          <p:nvPr/>
        </p:nvSpPr>
        <p:spPr>
          <a:xfrm>
            <a:off x="6867978" y="4656844"/>
            <a:ext cx="1043940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sharding</a:t>
            </a:r>
            <a:endParaRPr lang="ru-BY" dirty="0"/>
          </a:p>
        </p:txBody>
      </p:sp>
      <p:sp>
        <p:nvSpPr>
          <p:cNvPr id="197" name="TextBox 196">
            <a:extLst>
              <a:ext uri="{FF2B5EF4-FFF2-40B4-BE49-F238E27FC236}">
                <a16:creationId xmlns:a16="http://schemas.microsoft.com/office/drawing/2014/main" id="{79EA9046-390B-7DC2-0A45-D3698290DFF2}"/>
              </a:ext>
            </a:extLst>
          </p:cNvPr>
          <p:cNvSpPr txBox="1"/>
          <p:nvPr/>
        </p:nvSpPr>
        <p:spPr>
          <a:xfrm>
            <a:off x="5165803" y="4045431"/>
            <a:ext cx="867866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cxnSp>
        <p:nvCxnSpPr>
          <p:cNvPr id="198" name="Прямая со стрелкой 18">
            <a:extLst>
              <a:ext uri="{FF2B5EF4-FFF2-40B4-BE49-F238E27FC236}">
                <a16:creationId xmlns:a16="http://schemas.microsoft.com/office/drawing/2014/main" id="{E24C86D1-B1B2-0973-0C35-766D2673E24F}"/>
              </a:ext>
            </a:extLst>
          </p:cNvPr>
          <p:cNvCxnSpPr>
            <a:cxnSpLocks/>
            <a:stCxn id="68" idx="3"/>
            <a:endCxn id="138" idx="4"/>
          </p:cNvCxnSpPr>
          <p:nvPr/>
        </p:nvCxnSpPr>
        <p:spPr>
          <a:xfrm rot="5400000">
            <a:off x="8023306" y="942040"/>
            <a:ext cx="518189" cy="3927576"/>
          </a:xfrm>
          <a:prstGeom prst="curvedConnector2">
            <a:avLst/>
          </a:prstGeom>
          <a:ln w="31750">
            <a:solidFill>
              <a:schemeClr val="tx2">
                <a:lumMod val="90000"/>
                <a:lumOff val="1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1" name="Прямая со стрелкой 18">
            <a:extLst>
              <a:ext uri="{FF2B5EF4-FFF2-40B4-BE49-F238E27FC236}">
                <a16:creationId xmlns:a16="http://schemas.microsoft.com/office/drawing/2014/main" id="{E6610087-EEA6-8CB3-DB1C-596299E7C6E4}"/>
              </a:ext>
            </a:extLst>
          </p:cNvPr>
          <p:cNvCxnSpPr>
            <a:cxnSpLocks/>
            <a:stCxn id="138" idx="2"/>
            <a:endCxn id="9" idx="3"/>
          </p:cNvCxnSpPr>
          <p:nvPr/>
        </p:nvCxnSpPr>
        <p:spPr>
          <a:xfrm rot="10800000">
            <a:off x="2213257" y="2646735"/>
            <a:ext cx="3017422" cy="518189"/>
          </a:xfrm>
          <a:prstGeom prst="curvedConnector2">
            <a:avLst/>
          </a:prstGeom>
          <a:ln w="31750">
            <a:solidFill>
              <a:schemeClr val="tx2">
                <a:lumMod val="90000"/>
                <a:lumOff val="1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4" name="Прямая со стрелкой 18">
            <a:extLst>
              <a:ext uri="{FF2B5EF4-FFF2-40B4-BE49-F238E27FC236}">
                <a16:creationId xmlns:a16="http://schemas.microsoft.com/office/drawing/2014/main" id="{367169FA-98EA-11DB-5DDF-4A37DA71E9A0}"/>
              </a:ext>
            </a:extLst>
          </p:cNvPr>
          <p:cNvCxnSpPr>
            <a:cxnSpLocks/>
            <a:stCxn id="68" idx="1"/>
            <a:endCxn id="9" idx="1"/>
          </p:cNvCxnSpPr>
          <p:nvPr/>
        </p:nvCxnSpPr>
        <p:spPr>
          <a:xfrm rot="16200000" flipV="1">
            <a:off x="6229723" y="-2668232"/>
            <a:ext cx="12700" cy="8032931"/>
          </a:xfrm>
          <a:prstGeom prst="curvedConnector3">
            <a:avLst>
              <a:gd name="adj1" fmla="val 3124142"/>
            </a:avLst>
          </a:prstGeom>
          <a:ln w="31750">
            <a:solidFill>
              <a:schemeClr val="tx2">
                <a:lumMod val="90000"/>
                <a:lumOff val="1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9" name="Цилиндр 218">
            <a:extLst>
              <a:ext uri="{FF2B5EF4-FFF2-40B4-BE49-F238E27FC236}">
                <a16:creationId xmlns:a16="http://schemas.microsoft.com/office/drawing/2014/main" id="{F97146B8-7B39-B451-1FBC-DE4AC56132F9}"/>
              </a:ext>
            </a:extLst>
          </p:cNvPr>
          <p:cNvSpPr/>
          <p:nvPr/>
        </p:nvSpPr>
        <p:spPr>
          <a:xfrm>
            <a:off x="6585031" y="1165451"/>
            <a:ext cx="1187095" cy="1416855"/>
          </a:xfrm>
          <a:prstGeom prst="can">
            <a:avLst/>
          </a:prstGeom>
          <a:solidFill>
            <a:schemeClr val="accent5">
              <a:lumMod val="75000"/>
            </a:schemeClr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pg</a:t>
            </a:r>
            <a:r>
              <a:rPr lang="en-US" dirty="0"/>
              <a:t>-locker</a:t>
            </a:r>
            <a:endParaRPr lang="ru-BY" dirty="0"/>
          </a:p>
        </p:txBody>
      </p:sp>
      <p:sp>
        <p:nvSpPr>
          <p:cNvPr id="256" name="TextBox 255">
            <a:extLst>
              <a:ext uri="{FF2B5EF4-FFF2-40B4-BE49-F238E27FC236}">
                <a16:creationId xmlns:a16="http://schemas.microsoft.com/office/drawing/2014/main" id="{58279774-7160-836C-6405-54333B773624}"/>
              </a:ext>
            </a:extLst>
          </p:cNvPr>
          <p:cNvSpPr txBox="1"/>
          <p:nvPr/>
        </p:nvSpPr>
        <p:spPr>
          <a:xfrm>
            <a:off x="7477985" y="2681788"/>
            <a:ext cx="867866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sp>
        <p:nvSpPr>
          <p:cNvPr id="257" name="TextBox 256">
            <a:extLst>
              <a:ext uri="{FF2B5EF4-FFF2-40B4-BE49-F238E27FC236}">
                <a16:creationId xmlns:a16="http://schemas.microsoft.com/office/drawing/2014/main" id="{DD53FC2A-CEAB-0AD0-B55F-D0A914B98D3C}"/>
              </a:ext>
            </a:extLst>
          </p:cNvPr>
          <p:cNvSpPr txBox="1"/>
          <p:nvPr/>
        </p:nvSpPr>
        <p:spPr>
          <a:xfrm>
            <a:off x="3023642" y="2536496"/>
            <a:ext cx="867866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sp>
        <p:nvSpPr>
          <p:cNvPr id="258" name="TextBox 257">
            <a:extLst>
              <a:ext uri="{FF2B5EF4-FFF2-40B4-BE49-F238E27FC236}">
                <a16:creationId xmlns:a16="http://schemas.microsoft.com/office/drawing/2014/main" id="{54BDDF33-7B5B-73FC-63C5-23E52053FDAB}"/>
              </a:ext>
            </a:extLst>
          </p:cNvPr>
          <p:cNvSpPr txBox="1"/>
          <p:nvPr/>
        </p:nvSpPr>
        <p:spPr>
          <a:xfrm>
            <a:off x="8730673" y="1107687"/>
            <a:ext cx="867866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sp>
        <p:nvSpPr>
          <p:cNvPr id="259" name="TextBox 258">
            <a:extLst>
              <a:ext uri="{FF2B5EF4-FFF2-40B4-BE49-F238E27FC236}">
                <a16:creationId xmlns:a16="http://schemas.microsoft.com/office/drawing/2014/main" id="{F59F23C3-6E7B-BAAF-769B-9EDF4ADABFE5}"/>
              </a:ext>
            </a:extLst>
          </p:cNvPr>
          <p:cNvSpPr txBox="1"/>
          <p:nvPr/>
        </p:nvSpPr>
        <p:spPr>
          <a:xfrm>
            <a:off x="2973785" y="1181682"/>
            <a:ext cx="867866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cxnSp>
        <p:nvCxnSpPr>
          <p:cNvPr id="260" name="Прямая со стрелкой 18">
            <a:extLst>
              <a:ext uri="{FF2B5EF4-FFF2-40B4-BE49-F238E27FC236}">
                <a16:creationId xmlns:a16="http://schemas.microsoft.com/office/drawing/2014/main" id="{1638CF53-861A-7EA7-7816-D17722443F84}"/>
              </a:ext>
            </a:extLst>
          </p:cNvPr>
          <p:cNvCxnSpPr>
            <a:cxnSpLocks/>
            <a:stCxn id="219" idx="2"/>
            <a:endCxn id="138" idx="1"/>
          </p:cNvCxnSpPr>
          <p:nvPr/>
        </p:nvCxnSpPr>
        <p:spPr>
          <a:xfrm rot="10800000" flipV="1">
            <a:off x="5774647" y="1873879"/>
            <a:ext cx="810385" cy="641794"/>
          </a:xfrm>
          <a:prstGeom prst="curvedConnector2">
            <a:avLst/>
          </a:prstGeom>
          <a:ln w="31750">
            <a:solidFill>
              <a:schemeClr val="accent5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3" name="Прямая со стрелкой 18">
            <a:extLst>
              <a:ext uri="{FF2B5EF4-FFF2-40B4-BE49-F238E27FC236}">
                <a16:creationId xmlns:a16="http://schemas.microsoft.com/office/drawing/2014/main" id="{53F97DCD-6CB1-67FC-5E16-26E146F51A93}"/>
              </a:ext>
            </a:extLst>
          </p:cNvPr>
          <p:cNvCxnSpPr>
            <a:cxnSpLocks/>
            <a:stCxn id="219" idx="2"/>
            <a:endCxn id="9" idx="4"/>
          </p:cNvCxnSpPr>
          <p:nvPr/>
        </p:nvCxnSpPr>
        <p:spPr>
          <a:xfrm rot="10800000" flipV="1">
            <a:off x="2757223" y="1873878"/>
            <a:ext cx="3827808" cy="123605"/>
          </a:xfrm>
          <a:prstGeom prst="curvedConnector3">
            <a:avLst>
              <a:gd name="adj1" fmla="val 50000"/>
            </a:avLst>
          </a:prstGeom>
          <a:ln w="31750">
            <a:solidFill>
              <a:schemeClr val="accent5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6" name="Прямая со стрелкой 18">
            <a:extLst>
              <a:ext uri="{FF2B5EF4-FFF2-40B4-BE49-F238E27FC236}">
                <a16:creationId xmlns:a16="http://schemas.microsoft.com/office/drawing/2014/main" id="{CFAEA455-C352-AAFE-3A31-354F9E3B482B}"/>
              </a:ext>
            </a:extLst>
          </p:cNvPr>
          <p:cNvCxnSpPr>
            <a:cxnSpLocks/>
            <a:stCxn id="219" idx="4"/>
            <a:endCxn id="68" idx="2"/>
          </p:cNvCxnSpPr>
          <p:nvPr/>
        </p:nvCxnSpPr>
        <p:spPr>
          <a:xfrm>
            <a:off x="7772126" y="1873879"/>
            <a:ext cx="1930095" cy="123605"/>
          </a:xfrm>
          <a:prstGeom prst="curvedConnector3">
            <a:avLst>
              <a:gd name="adj1" fmla="val 50000"/>
            </a:avLst>
          </a:prstGeom>
          <a:ln w="31750">
            <a:solidFill>
              <a:schemeClr val="accent5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9" name="TextBox 268">
            <a:extLst>
              <a:ext uri="{FF2B5EF4-FFF2-40B4-BE49-F238E27FC236}">
                <a16:creationId xmlns:a16="http://schemas.microsoft.com/office/drawing/2014/main" id="{49A2AAB3-1A49-2A61-5531-BDF57480A889}"/>
              </a:ext>
            </a:extLst>
          </p:cNvPr>
          <p:cNvSpPr txBox="1"/>
          <p:nvPr/>
        </p:nvSpPr>
        <p:spPr>
          <a:xfrm>
            <a:off x="8434847" y="1584764"/>
            <a:ext cx="604653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lock</a:t>
            </a:r>
            <a:endParaRPr lang="ru-BY" dirty="0"/>
          </a:p>
        </p:txBody>
      </p:sp>
      <p:sp>
        <p:nvSpPr>
          <p:cNvPr id="270" name="TextBox 269">
            <a:extLst>
              <a:ext uri="{FF2B5EF4-FFF2-40B4-BE49-F238E27FC236}">
                <a16:creationId xmlns:a16="http://schemas.microsoft.com/office/drawing/2014/main" id="{69A33C7D-9720-EB54-0886-65F6F5998EB5}"/>
              </a:ext>
            </a:extLst>
          </p:cNvPr>
          <p:cNvSpPr txBox="1"/>
          <p:nvPr/>
        </p:nvSpPr>
        <p:spPr>
          <a:xfrm>
            <a:off x="3933963" y="1610311"/>
            <a:ext cx="604653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lock</a:t>
            </a:r>
            <a:endParaRPr lang="ru-BY" dirty="0"/>
          </a:p>
        </p:txBody>
      </p:sp>
      <p:sp>
        <p:nvSpPr>
          <p:cNvPr id="271" name="TextBox 270">
            <a:extLst>
              <a:ext uri="{FF2B5EF4-FFF2-40B4-BE49-F238E27FC236}">
                <a16:creationId xmlns:a16="http://schemas.microsoft.com/office/drawing/2014/main" id="{23985170-98D4-49F9-2456-59DFBED5B3A1}"/>
              </a:ext>
            </a:extLst>
          </p:cNvPr>
          <p:cNvSpPr txBox="1"/>
          <p:nvPr/>
        </p:nvSpPr>
        <p:spPr>
          <a:xfrm>
            <a:off x="5327376" y="1935680"/>
            <a:ext cx="604653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lock</a:t>
            </a:r>
            <a:endParaRPr lang="ru-BY" dirty="0"/>
          </a:p>
        </p:txBody>
      </p:sp>
    </p:spTree>
    <p:extLst>
      <p:ext uri="{BB962C8B-B14F-4D97-AF65-F5344CB8AC3E}">
        <p14:creationId xmlns:p14="http://schemas.microsoft.com/office/powerpoint/2010/main" val="129033816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94E4C0E-6D42-9859-A288-13B3204AF1E0}"/>
              </a:ext>
            </a:extLst>
          </p:cNvPr>
          <p:cNvSpPr txBox="1"/>
          <p:nvPr/>
        </p:nvSpPr>
        <p:spPr>
          <a:xfrm>
            <a:off x="230406" y="226738"/>
            <a:ext cx="635462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600" dirty="0"/>
              <a:t>Общая архитектура кластера</a:t>
            </a:r>
            <a:endParaRPr lang="en-US" sz="3600" dirty="0"/>
          </a:p>
        </p:txBody>
      </p:sp>
      <p:sp>
        <p:nvSpPr>
          <p:cNvPr id="23" name="Цилиндр 22">
            <a:extLst>
              <a:ext uri="{FF2B5EF4-FFF2-40B4-BE49-F238E27FC236}">
                <a16:creationId xmlns:a16="http://schemas.microsoft.com/office/drawing/2014/main" id="{EF1DB332-50CD-775B-ABA2-0817F517ECDA}"/>
              </a:ext>
            </a:extLst>
          </p:cNvPr>
          <p:cNvSpPr/>
          <p:nvPr/>
        </p:nvSpPr>
        <p:spPr>
          <a:xfrm>
            <a:off x="215162" y="3220803"/>
            <a:ext cx="1087933" cy="1298500"/>
          </a:xfrm>
          <a:prstGeom prst="can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coord-1</a:t>
            </a:r>
            <a:endParaRPr lang="ru-BY" dirty="0"/>
          </a:p>
        </p:txBody>
      </p:sp>
      <p:cxnSp>
        <p:nvCxnSpPr>
          <p:cNvPr id="24" name="Прямая со стрелкой 18">
            <a:extLst>
              <a:ext uri="{FF2B5EF4-FFF2-40B4-BE49-F238E27FC236}">
                <a16:creationId xmlns:a16="http://schemas.microsoft.com/office/drawing/2014/main" id="{8DA426C6-59CA-DA3A-D5CB-51EF9C2A4510}"/>
              </a:ext>
            </a:extLst>
          </p:cNvPr>
          <p:cNvCxnSpPr>
            <a:cxnSpLocks/>
            <a:stCxn id="23" idx="4"/>
            <a:endCxn id="77" idx="2"/>
          </p:cNvCxnSpPr>
          <p:nvPr/>
        </p:nvCxnSpPr>
        <p:spPr>
          <a:xfrm flipV="1">
            <a:off x="1303095" y="3852081"/>
            <a:ext cx="823068" cy="17972"/>
          </a:xfrm>
          <a:prstGeom prst="straightConnector1">
            <a:avLst/>
          </a:prstGeom>
          <a:ln w="31750">
            <a:solidFill>
              <a:schemeClr val="accent2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Прямая со стрелкой 18">
            <a:extLst>
              <a:ext uri="{FF2B5EF4-FFF2-40B4-BE49-F238E27FC236}">
                <a16:creationId xmlns:a16="http://schemas.microsoft.com/office/drawing/2014/main" id="{B88E1360-ADC8-7A39-E28B-1D30D90CA2CC}"/>
              </a:ext>
            </a:extLst>
          </p:cNvPr>
          <p:cNvCxnSpPr>
            <a:cxnSpLocks/>
            <a:stCxn id="78" idx="1"/>
            <a:endCxn id="23" idx="3"/>
          </p:cNvCxnSpPr>
          <p:nvPr/>
        </p:nvCxnSpPr>
        <p:spPr>
          <a:xfrm flipH="1" flipV="1">
            <a:off x="759129" y="4519303"/>
            <a:ext cx="1408013" cy="644414"/>
          </a:xfrm>
          <a:prstGeom prst="straightConnector1">
            <a:avLst/>
          </a:prstGeom>
          <a:ln w="31750">
            <a:solidFill>
              <a:schemeClr val="accent2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Прямая со стрелкой 18">
            <a:extLst>
              <a:ext uri="{FF2B5EF4-FFF2-40B4-BE49-F238E27FC236}">
                <a16:creationId xmlns:a16="http://schemas.microsoft.com/office/drawing/2014/main" id="{B88E1360-ADC8-7A39-E28B-1D30D90CA2CC}"/>
              </a:ext>
            </a:extLst>
          </p:cNvPr>
          <p:cNvCxnSpPr>
            <a:cxnSpLocks/>
            <a:stCxn id="23" idx="3"/>
            <a:endCxn id="79" idx="1"/>
          </p:cNvCxnSpPr>
          <p:nvPr/>
        </p:nvCxnSpPr>
        <p:spPr>
          <a:xfrm flipH="1">
            <a:off x="750020" y="4519303"/>
            <a:ext cx="9109" cy="644414"/>
          </a:xfrm>
          <a:prstGeom prst="straightConnector1">
            <a:avLst/>
          </a:prstGeom>
          <a:ln w="31750">
            <a:solidFill>
              <a:schemeClr val="accent2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Цилиндр 8">
            <a:extLst>
              <a:ext uri="{FF2B5EF4-FFF2-40B4-BE49-F238E27FC236}">
                <a16:creationId xmlns:a16="http://schemas.microsoft.com/office/drawing/2014/main" id="{A6CB4848-BD9F-00DA-AFBB-169D872B698A}"/>
              </a:ext>
            </a:extLst>
          </p:cNvPr>
          <p:cNvSpPr/>
          <p:nvPr/>
        </p:nvSpPr>
        <p:spPr>
          <a:xfrm>
            <a:off x="1669290" y="1348234"/>
            <a:ext cx="1087933" cy="1298500"/>
          </a:xfrm>
          <a:prstGeom prst="can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master-1</a:t>
            </a:r>
            <a:endParaRPr lang="ru-BY" sz="1200" dirty="0"/>
          </a:p>
        </p:txBody>
      </p:sp>
      <p:cxnSp>
        <p:nvCxnSpPr>
          <p:cNvPr id="10" name="Прямая со стрелкой 18">
            <a:extLst>
              <a:ext uri="{FF2B5EF4-FFF2-40B4-BE49-F238E27FC236}">
                <a16:creationId xmlns:a16="http://schemas.microsoft.com/office/drawing/2014/main" id="{6BDA3585-87B9-649E-1E95-BF31212098C0}"/>
              </a:ext>
            </a:extLst>
          </p:cNvPr>
          <p:cNvCxnSpPr>
            <a:cxnSpLocks/>
            <a:stCxn id="23" idx="1"/>
            <a:endCxn id="9" idx="2"/>
          </p:cNvCxnSpPr>
          <p:nvPr/>
        </p:nvCxnSpPr>
        <p:spPr>
          <a:xfrm flipV="1">
            <a:off x="759129" y="1997484"/>
            <a:ext cx="910161" cy="1223319"/>
          </a:xfrm>
          <a:prstGeom prst="straightConnector1">
            <a:avLst/>
          </a:prstGeom>
          <a:ln w="31750">
            <a:solidFill>
              <a:schemeClr val="accent6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273A2584-B55C-170F-E6C7-B55FA12521EE}"/>
              </a:ext>
            </a:extLst>
          </p:cNvPr>
          <p:cNvSpPr txBox="1"/>
          <p:nvPr/>
        </p:nvSpPr>
        <p:spPr>
          <a:xfrm>
            <a:off x="400574" y="2252160"/>
            <a:ext cx="867866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1791FD8-19AD-0449-82A9-93DFE76667E6}"/>
              </a:ext>
            </a:extLst>
          </p:cNvPr>
          <p:cNvSpPr txBox="1"/>
          <p:nvPr/>
        </p:nvSpPr>
        <p:spPr>
          <a:xfrm>
            <a:off x="9354132" y="4629978"/>
            <a:ext cx="1043940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sharding</a:t>
            </a:r>
            <a:endParaRPr lang="ru-BY" dirty="0"/>
          </a:p>
        </p:txBody>
      </p:sp>
      <p:sp>
        <p:nvSpPr>
          <p:cNvPr id="63" name="Цилиндр 62">
            <a:extLst>
              <a:ext uri="{FF2B5EF4-FFF2-40B4-BE49-F238E27FC236}">
                <a16:creationId xmlns:a16="http://schemas.microsoft.com/office/drawing/2014/main" id="{4B01D485-58C5-F64B-892A-4DB24B7AC6F5}"/>
              </a:ext>
            </a:extLst>
          </p:cNvPr>
          <p:cNvSpPr/>
          <p:nvPr/>
        </p:nvSpPr>
        <p:spPr>
          <a:xfrm>
            <a:off x="10888904" y="3220803"/>
            <a:ext cx="1087933" cy="1298500"/>
          </a:xfrm>
          <a:prstGeom prst="can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coord-3</a:t>
            </a:r>
            <a:endParaRPr lang="ru-BY" dirty="0"/>
          </a:p>
        </p:txBody>
      </p:sp>
      <p:cxnSp>
        <p:nvCxnSpPr>
          <p:cNvPr id="64" name="Прямая со стрелкой 18">
            <a:extLst>
              <a:ext uri="{FF2B5EF4-FFF2-40B4-BE49-F238E27FC236}">
                <a16:creationId xmlns:a16="http://schemas.microsoft.com/office/drawing/2014/main" id="{E0164565-70E0-C7C7-2C99-E337B9E0B7F3}"/>
              </a:ext>
            </a:extLst>
          </p:cNvPr>
          <p:cNvCxnSpPr>
            <a:cxnSpLocks/>
            <a:stCxn id="63" idx="3"/>
            <a:endCxn id="80" idx="1"/>
          </p:cNvCxnSpPr>
          <p:nvPr/>
        </p:nvCxnSpPr>
        <p:spPr>
          <a:xfrm>
            <a:off x="11432871" y="4519303"/>
            <a:ext cx="9110" cy="644414"/>
          </a:xfrm>
          <a:prstGeom prst="straightConnector1">
            <a:avLst/>
          </a:prstGeom>
          <a:ln w="31750">
            <a:solidFill>
              <a:schemeClr val="accent2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Прямая со стрелкой 18">
            <a:extLst>
              <a:ext uri="{FF2B5EF4-FFF2-40B4-BE49-F238E27FC236}">
                <a16:creationId xmlns:a16="http://schemas.microsoft.com/office/drawing/2014/main" id="{3B012901-C858-91F9-0976-418FE294860D}"/>
              </a:ext>
            </a:extLst>
          </p:cNvPr>
          <p:cNvCxnSpPr>
            <a:cxnSpLocks/>
            <a:stCxn id="75" idx="1"/>
            <a:endCxn id="63" idx="3"/>
          </p:cNvCxnSpPr>
          <p:nvPr/>
        </p:nvCxnSpPr>
        <p:spPr>
          <a:xfrm flipV="1">
            <a:off x="10024859" y="4519303"/>
            <a:ext cx="1408012" cy="644414"/>
          </a:xfrm>
          <a:prstGeom prst="straightConnector1">
            <a:avLst/>
          </a:prstGeom>
          <a:ln w="31750">
            <a:solidFill>
              <a:schemeClr val="accent2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Прямая со стрелкой 18">
            <a:extLst>
              <a:ext uri="{FF2B5EF4-FFF2-40B4-BE49-F238E27FC236}">
                <a16:creationId xmlns:a16="http://schemas.microsoft.com/office/drawing/2014/main" id="{C3FFC7E5-B5AC-380A-3E46-45A18ABA9FA2}"/>
              </a:ext>
            </a:extLst>
          </p:cNvPr>
          <p:cNvCxnSpPr>
            <a:cxnSpLocks/>
            <a:stCxn id="63" idx="2"/>
            <a:endCxn id="67" idx="4"/>
          </p:cNvCxnSpPr>
          <p:nvPr/>
        </p:nvCxnSpPr>
        <p:spPr>
          <a:xfrm flipH="1">
            <a:off x="10054688" y="3870053"/>
            <a:ext cx="834216" cy="4836"/>
          </a:xfrm>
          <a:prstGeom prst="straightConnector1">
            <a:avLst/>
          </a:prstGeom>
          <a:ln w="31750">
            <a:solidFill>
              <a:schemeClr val="accent2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Цилиндр 66">
            <a:extLst>
              <a:ext uri="{FF2B5EF4-FFF2-40B4-BE49-F238E27FC236}">
                <a16:creationId xmlns:a16="http://schemas.microsoft.com/office/drawing/2014/main" id="{128093ED-E928-3A89-4AAA-8DA88C49702D}"/>
              </a:ext>
            </a:extLst>
          </p:cNvPr>
          <p:cNvSpPr/>
          <p:nvPr/>
        </p:nvSpPr>
        <p:spPr>
          <a:xfrm>
            <a:off x="8751185" y="3096992"/>
            <a:ext cx="1303503" cy="1555794"/>
          </a:xfrm>
          <a:prstGeom prst="can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worker-3-0</a:t>
            </a:r>
            <a:endParaRPr lang="ru-BY" dirty="0"/>
          </a:p>
        </p:txBody>
      </p:sp>
      <p:sp>
        <p:nvSpPr>
          <p:cNvPr id="68" name="Цилиндр 67">
            <a:extLst>
              <a:ext uri="{FF2B5EF4-FFF2-40B4-BE49-F238E27FC236}">
                <a16:creationId xmlns:a16="http://schemas.microsoft.com/office/drawing/2014/main" id="{656280ED-80FF-2A22-8B12-8033CCBAAD4E}"/>
              </a:ext>
            </a:extLst>
          </p:cNvPr>
          <p:cNvSpPr/>
          <p:nvPr/>
        </p:nvSpPr>
        <p:spPr>
          <a:xfrm>
            <a:off x="9702221" y="1348234"/>
            <a:ext cx="1087933" cy="1298500"/>
          </a:xfrm>
          <a:prstGeom prst="can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master-3</a:t>
            </a:r>
            <a:endParaRPr lang="ru-BY" sz="1200" dirty="0"/>
          </a:p>
        </p:txBody>
      </p:sp>
      <p:cxnSp>
        <p:nvCxnSpPr>
          <p:cNvPr id="69" name="Прямая со стрелкой 18">
            <a:extLst>
              <a:ext uri="{FF2B5EF4-FFF2-40B4-BE49-F238E27FC236}">
                <a16:creationId xmlns:a16="http://schemas.microsoft.com/office/drawing/2014/main" id="{3C276CDB-B51F-B4E7-01DB-6FE9E932957D}"/>
              </a:ext>
            </a:extLst>
          </p:cNvPr>
          <p:cNvCxnSpPr>
            <a:cxnSpLocks/>
            <a:stCxn id="63" idx="1"/>
            <a:endCxn id="68" idx="4"/>
          </p:cNvCxnSpPr>
          <p:nvPr/>
        </p:nvCxnSpPr>
        <p:spPr>
          <a:xfrm flipH="1" flipV="1">
            <a:off x="10790154" y="1997484"/>
            <a:ext cx="642717" cy="1223319"/>
          </a:xfrm>
          <a:prstGeom prst="straightConnector1">
            <a:avLst/>
          </a:prstGeom>
          <a:ln w="31750">
            <a:solidFill>
              <a:schemeClr val="accent6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FF4DE35B-CC66-B590-425F-C3360A92F914}"/>
              </a:ext>
            </a:extLst>
          </p:cNvPr>
          <p:cNvSpPr txBox="1"/>
          <p:nvPr/>
        </p:nvSpPr>
        <p:spPr>
          <a:xfrm>
            <a:off x="10998937" y="2271675"/>
            <a:ext cx="867866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sp>
        <p:nvSpPr>
          <p:cNvPr id="75" name="Цилиндр 74">
            <a:extLst>
              <a:ext uri="{FF2B5EF4-FFF2-40B4-BE49-F238E27FC236}">
                <a16:creationId xmlns:a16="http://schemas.microsoft.com/office/drawing/2014/main" id="{1081BE96-8EE3-23DD-00BD-4DE2FB885273}"/>
              </a:ext>
            </a:extLst>
          </p:cNvPr>
          <p:cNvSpPr/>
          <p:nvPr/>
        </p:nvSpPr>
        <p:spPr>
          <a:xfrm>
            <a:off x="9373107" y="5163717"/>
            <a:ext cx="1303503" cy="1555794"/>
          </a:xfrm>
          <a:prstGeom prst="can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worker-3-</a:t>
            </a:r>
            <a:r>
              <a:rPr lang="ru-RU" dirty="0"/>
              <a:t>1</a:t>
            </a:r>
            <a:endParaRPr lang="ru-BY" dirty="0"/>
          </a:p>
        </p:txBody>
      </p:sp>
      <p:sp>
        <p:nvSpPr>
          <p:cNvPr id="77" name="Цилиндр 76">
            <a:extLst>
              <a:ext uri="{FF2B5EF4-FFF2-40B4-BE49-F238E27FC236}">
                <a16:creationId xmlns:a16="http://schemas.microsoft.com/office/drawing/2014/main" id="{74E180FE-7261-B185-0C8D-C9C0042627B9}"/>
              </a:ext>
            </a:extLst>
          </p:cNvPr>
          <p:cNvSpPr/>
          <p:nvPr/>
        </p:nvSpPr>
        <p:spPr>
          <a:xfrm>
            <a:off x="2126163" y="3074184"/>
            <a:ext cx="1303503" cy="1555794"/>
          </a:xfrm>
          <a:prstGeom prst="can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</a:t>
            </a:r>
            <a:r>
              <a:rPr lang="ru-RU" dirty="0"/>
              <a:t>1</a:t>
            </a:r>
            <a:r>
              <a:rPr lang="en-US" dirty="0"/>
              <a:t>-</a:t>
            </a:r>
            <a:r>
              <a:rPr lang="ru-RU" dirty="0"/>
              <a:t>2</a:t>
            </a:r>
            <a:endParaRPr lang="ru-BY" dirty="0"/>
          </a:p>
        </p:txBody>
      </p:sp>
      <p:sp>
        <p:nvSpPr>
          <p:cNvPr id="78" name="Цилиндр 77">
            <a:extLst>
              <a:ext uri="{FF2B5EF4-FFF2-40B4-BE49-F238E27FC236}">
                <a16:creationId xmlns:a16="http://schemas.microsoft.com/office/drawing/2014/main" id="{669EF9BA-FD3C-AD21-BB9F-57CF7987C597}"/>
              </a:ext>
            </a:extLst>
          </p:cNvPr>
          <p:cNvSpPr/>
          <p:nvPr/>
        </p:nvSpPr>
        <p:spPr>
          <a:xfrm>
            <a:off x="1515390" y="5163717"/>
            <a:ext cx="1303503" cy="1555794"/>
          </a:xfrm>
          <a:prstGeom prst="can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</a:t>
            </a:r>
            <a:r>
              <a:rPr lang="ru-RU" dirty="0"/>
              <a:t>1</a:t>
            </a:r>
            <a:r>
              <a:rPr lang="en-US" dirty="0"/>
              <a:t>-</a:t>
            </a:r>
            <a:r>
              <a:rPr lang="ru-RU" dirty="0"/>
              <a:t>1</a:t>
            </a:r>
            <a:endParaRPr lang="ru-BY" dirty="0"/>
          </a:p>
        </p:txBody>
      </p:sp>
      <p:sp>
        <p:nvSpPr>
          <p:cNvPr id="79" name="Цилиндр 78">
            <a:extLst>
              <a:ext uri="{FF2B5EF4-FFF2-40B4-BE49-F238E27FC236}">
                <a16:creationId xmlns:a16="http://schemas.microsoft.com/office/drawing/2014/main" id="{90EF0D7E-9F2C-1E4A-15C1-C868A4B7BA30}"/>
              </a:ext>
            </a:extLst>
          </p:cNvPr>
          <p:cNvSpPr/>
          <p:nvPr/>
        </p:nvSpPr>
        <p:spPr>
          <a:xfrm>
            <a:off x="98268" y="5163717"/>
            <a:ext cx="1303503" cy="1555794"/>
          </a:xfrm>
          <a:prstGeom prst="can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</a:t>
            </a:r>
            <a:r>
              <a:rPr lang="ru-RU" dirty="0"/>
              <a:t>1</a:t>
            </a:r>
            <a:r>
              <a:rPr lang="en-US" dirty="0"/>
              <a:t>-0</a:t>
            </a:r>
            <a:endParaRPr lang="ru-BY" dirty="0"/>
          </a:p>
        </p:txBody>
      </p:sp>
      <p:sp>
        <p:nvSpPr>
          <p:cNvPr id="80" name="Цилиндр 79">
            <a:extLst>
              <a:ext uri="{FF2B5EF4-FFF2-40B4-BE49-F238E27FC236}">
                <a16:creationId xmlns:a16="http://schemas.microsoft.com/office/drawing/2014/main" id="{CAE1BEEA-12C6-891C-CD6E-5AD101581989}"/>
              </a:ext>
            </a:extLst>
          </p:cNvPr>
          <p:cNvSpPr/>
          <p:nvPr/>
        </p:nvSpPr>
        <p:spPr>
          <a:xfrm>
            <a:off x="10790229" y="5163717"/>
            <a:ext cx="1303503" cy="1555794"/>
          </a:xfrm>
          <a:prstGeom prst="can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Worker-3-</a:t>
            </a:r>
            <a:r>
              <a:rPr lang="ru-RU" dirty="0"/>
              <a:t>2</a:t>
            </a:r>
            <a:endParaRPr lang="ru-BY" dirty="0"/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2E24B429-77BF-4902-7BC8-2E29AEE76BA6}"/>
              </a:ext>
            </a:extLst>
          </p:cNvPr>
          <p:cNvSpPr txBox="1"/>
          <p:nvPr/>
        </p:nvSpPr>
        <p:spPr>
          <a:xfrm>
            <a:off x="1667169" y="4648857"/>
            <a:ext cx="1043940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sharding</a:t>
            </a:r>
            <a:endParaRPr lang="ru-BY" dirty="0"/>
          </a:p>
        </p:txBody>
      </p:sp>
      <p:sp>
        <p:nvSpPr>
          <p:cNvPr id="133" name="Цилиндр 132">
            <a:extLst>
              <a:ext uri="{FF2B5EF4-FFF2-40B4-BE49-F238E27FC236}">
                <a16:creationId xmlns:a16="http://schemas.microsoft.com/office/drawing/2014/main" id="{10422A75-5CBF-D970-425D-012B72501D29}"/>
              </a:ext>
            </a:extLst>
          </p:cNvPr>
          <p:cNvSpPr/>
          <p:nvPr/>
        </p:nvSpPr>
        <p:spPr>
          <a:xfrm>
            <a:off x="3933963" y="3516144"/>
            <a:ext cx="1087933" cy="1298500"/>
          </a:xfrm>
          <a:prstGeom prst="can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coord-2</a:t>
            </a:r>
            <a:endParaRPr lang="ru-BY" dirty="0"/>
          </a:p>
        </p:txBody>
      </p:sp>
      <p:cxnSp>
        <p:nvCxnSpPr>
          <p:cNvPr id="134" name="Прямая со стрелкой 18">
            <a:extLst>
              <a:ext uri="{FF2B5EF4-FFF2-40B4-BE49-F238E27FC236}">
                <a16:creationId xmlns:a16="http://schemas.microsoft.com/office/drawing/2014/main" id="{DE6C28DF-FDB8-8101-9E67-6B6088DA23CF}"/>
              </a:ext>
            </a:extLst>
          </p:cNvPr>
          <p:cNvCxnSpPr>
            <a:cxnSpLocks/>
            <a:stCxn id="133" idx="3"/>
            <a:endCxn id="142" idx="1"/>
          </p:cNvCxnSpPr>
          <p:nvPr/>
        </p:nvCxnSpPr>
        <p:spPr>
          <a:xfrm>
            <a:off x="4477930" y="4814644"/>
            <a:ext cx="3035191" cy="349073"/>
          </a:xfrm>
          <a:prstGeom prst="straightConnector1">
            <a:avLst/>
          </a:prstGeom>
          <a:ln w="31750">
            <a:solidFill>
              <a:schemeClr val="accent2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Прямая со стрелкой 18">
            <a:extLst>
              <a:ext uri="{FF2B5EF4-FFF2-40B4-BE49-F238E27FC236}">
                <a16:creationId xmlns:a16="http://schemas.microsoft.com/office/drawing/2014/main" id="{03579E49-243C-2684-AA5D-46796F02523B}"/>
              </a:ext>
            </a:extLst>
          </p:cNvPr>
          <p:cNvCxnSpPr>
            <a:cxnSpLocks/>
            <a:stCxn id="141" idx="1"/>
            <a:endCxn id="133" idx="3"/>
          </p:cNvCxnSpPr>
          <p:nvPr/>
        </p:nvCxnSpPr>
        <p:spPr>
          <a:xfrm flipH="1" flipV="1">
            <a:off x="4477930" y="4814644"/>
            <a:ext cx="1618071" cy="349073"/>
          </a:xfrm>
          <a:prstGeom prst="straightConnector1">
            <a:avLst/>
          </a:prstGeom>
          <a:ln w="31750">
            <a:solidFill>
              <a:schemeClr val="accent2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Прямая со стрелкой 18">
            <a:extLst>
              <a:ext uri="{FF2B5EF4-FFF2-40B4-BE49-F238E27FC236}">
                <a16:creationId xmlns:a16="http://schemas.microsoft.com/office/drawing/2014/main" id="{C44AAD08-2943-690B-31A8-0A09B9E072FD}"/>
              </a:ext>
            </a:extLst>
          </p:cNvPr>
          <p:cNvCxnSpPr>
            <a:cxnSpLocks/>
            <a:stCxn id="133" idx="3"/>
            <a:endCxn id="137" idx="1"/>
          </p:cNvCxnSpPr>
          <p:nvPr/>
        </p:nvCxnSpPr>
        <p:spPr>
          <a:xfrm>
            <a:off x="4477930" y="4814644"/>
            <a:ext cx="200891" cy="349073"/>
          </a:xfrm>
          <a:prstGeom prst="straightConnector1">
            <a:avLst/>
          </a:prstGeom>
          <a:ln w="31750">
            <a:solidFill>
              <a:schemeClr val="accent2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7" name="Цилиндр 136">
            <a:extLst>
              <a:ext uri="{FF2B5EF4-FFF2-40B4-BE49-F238E27FC236}">
                <a16:creationId xmlns:a16="http://schemas.microsoft.com/office/drawing/2014/main" id="{CC73C14A-0919-2FE7-F8E9-5C086C1BA19A}"/>
              </a:ext>
            </a:extLst>
          </p:cNvPr>
          <p:cNvSpPr/>
          <p:nvPr/>
        </p:nvSpPr>
        <p:spPr>
          <a:xfrm>
            <a:off x="4027069" y="5163717"/>
            <a:ext cx="1303503" cy="1555794"/>
          </a:xfrm>
          <a:prstGeom prst="can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worker-2-0</a:t>
            </a:r>
            <a:endParaRPr lang="ru-BY" dirty="0"/>
          </a:p>
        </p:txBody>
      </p:sp>
      <p:sp>
        <p:nvSpPr>
          <p:cNvPr id="138" name="Цилиндр 137">
            <a:extLst>
              <a:ext uri="{FF2B5EF4-FFF2-40B4-BE49-F238E27FC236}">
                <a16:creationId xmlns:a16="http://schemas.microsoft.com/office/drawing/2014/main" id="{7764FAA7-A17D-C3BE-BCE9-AF49FE66AF99}"/>
              </a:ext>
            </a:extLst>
          </p:cNvPr>
          <p:cNvSpPr/>
          <p:nvPr/>
        </p:nvSpPr>
        <p:spPr>
          <a:xfrm>
            <a:off x="5230679" y="2515673"/>
            <a:ext cx="1087933" cy="1298500"/>
          </a:xfrm>
          <a:prstGeom prst="can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master-2</a:t>
            </a:r>
            <a:endParaRPr lang="ru-BY" sz="1200" dirty="0"/>
          </a:p>
        </p:txBody>
      </p:sp>
      <p:cxnSp>
        <p:nvCxnSpPr>
          <p:cNvPr id="139" name="Прямая со стрелкой 18">
            <a:extLst>
              <a:ext uri="{FF2B5EF4-FFF2-40B4-BE49-F238E27FC236}">
                <a16:creationId xmlns:a16="http://schemas.microsoft.com/office/drawing/2014/main" id="{437692CA-6BAB-8682-E077-7E4A2777BBE4}"/>
              </a:ext>
            </a:extLst>
          </p:cNvPr>
          <p:cNvCxnSpPr>
            <a:cxnSpLocks/>
            <a:stCxn id="133" idx="4"/>
            <a:endCxn id="138" idx="3"/>
          </p:cNvCxnSpPr>
          <p:nvPr/>
        </p:nvCxnSpPr>
        <p:spPr>
          <a:xfrm flipV="1">
            <a:off x="5021896" y="3814173"/>
            <a:ext cx="752750" cy="351221"/>
          </a:xfrm>
          <a:prstGeom prst="straightConnector1">
            <a:avLst/>
          </a:prstGeom>
          <a:ln w="31750">
            <a:solidFill>
              <a:schemeClr val="accent6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1" name="Цилиндр 140">
            <a:extLst>
              <a:ext uri="{FF2B5EF4-FFF2-40B4-BE49-F238E27FC236}">
                <a16:creationId xmlns:a16="http://schemas.microsoft.com/office/drawing/2014/main" id="{3039488A-90E7-C053-C3A5-6D2078D0D8AA}"/>
              </a:ext>
            </a:extLst>
          </p:cNvPr>
          <p:cNvSpPr/>
          <p:nvPr/>
        </p:nvSpPr>
        <p:spPr>
          <a:xfrm>
            <a:off x="5444249" y="5163717"/>
            <a:ext cx="1303503" cy="1555794"/>
          </a:xfrm>
          <a:prstGeom prst="can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worker-2-</a:t>
            </a:r>
            <a:r>
              <a:rPr lang="ru-RU" dirty="0"/>
              <a:t>1</a:t>
            </a:r>
            <a:endParaRPr lang="ru-BY" dirty="0"/>
          </a:p>
        </p:txBody>
      </p:sp>
      <p:sp>
        <p:nvSpPr>
          <p:cNvPr id="142" name="Цилиндр 141">
            <a:extLst>
              <a:ext uri="{FF2B5EF4-FFF2-40B4-BE49-F238E27FC236}">
                <a16:creationId xmlns:a16="http://schemas.microsoft.com/office/drawing/2014/main" id="{C08D3B91-888D-4E44-94BF-FDCCFE5A5B8B}"/>
              </a:ext>
            </a:extLst>
          </p:cNvPr>
          <p:cNvSpPr/>
          <p:nvPr/>
        </p:nvSpPr>
        <p:spPr>
          <a:xfrm>
            <a:off x="6861369" y="5163717"/>
            <a:ext cx="1303503" cy="1555794"/>
          </a:xfrm>
          <a:prstGeom prst="can">
            <a:avLst/>
          </a:prstGeom>
          <a:solidFill>
            <a:schemeClr val="accent2">
              <a:lumMod val="75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worker-2-</a:t>
            </a:r>
            <a:r>
              <a:rPr lang="ru-RU" dirty="0"/>
              <a:t>2</a:t>
            </a:r>
            <a:endParaRPr lang="ru-BY" dirty="0"/>
          </a:p>
        </p:txBody>
      </p:sp>
      <p:sp>
        <p:nvSpPr>
          <p:cNvPr id="185" name="TextBox 184">
            <a:extLst>
              <a:ext uri="{FF2B5EF4-FFF2-40B4-BE49-F238E27FC236}">
                <a16:creationId xmlns:a16="http://schemas.microsoft.com/office/drawing/2014/main" id="{E3A12764-859C-06BB-191F-3E87ABBE4FF9}"/>
              </a:ext>
            </a:extLst>
          </p:cNvPr>
          <p:cNvSpPr txBox="1"/>
          <p:nvPr/>
        </p:nvSpPr>
        <p:spPr>
          <a:xfrm>
            <a:off x="6867978" y="4656844"/>
            <a:ext cx="1043940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sharding</a:t>
            </a:r>
            <a:endParaRPr lang="ru-BY" dirty="0"/>
          </a:p>
        </p:txBody>
      </p:sp>
      <p:sp>
        <p:nvSpPr>
          <p:cNvPr id="197" name="TextBox 196">
            <a:extLst>
              <a:ext uri="{FF2B5EF4-FFF2-40B4-BE49-F238E27FC236}">
                <a16:creationId xmlns:a16="http://schemas.microsoft.com/office/drawing/2014/main" id="{79EA9046-390B-7DC2-0A45-D3698290DFF2}"/>
              </a:ext>
            </a:extLst>
          </p:cNvPr>
          <p:cNvSpPr txBox="1"/>
          <p:nvPr/>
        </p:nvSpPr>
        <p:spPr>
          <a:xfrm>
            <a:off x="5165803" y="4045431"/>
            <a:ext cx="867866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cxnSp>
        <p:nvCxnSpPr>
          <p:cNvPr id="198" name="Прямая со стрелкой 18">
            <a:extLst>
              <a:ext uri="{FF2B5EF4-FFF2-40B4-BE49-F238E27FC236}">
                <a16:creationId xmlns:a16="http://schemas.microsoft.com/office/drawing/2014/main" id="{E24C86D1-B1B2-0973-0C35-766D2673E24F}"/>
              </a:ext>
            </a:extLst>
          </p:cNvPr>
          <p:cNvCxnSpPr>
            <a:cxnSpLocks/>
            <a:stCxn id="68" idx="3"/>
            <a:endCxn id="138" idx="4"/>
          </p:cNvCxnSpPr>
          <p:nvPr/>
        </p:nvCxnSpPr>
        <p:spPr>
          <a:xfrm rot="5400000">
            <a:off x="8023306" y="942040"/>
            <a:ext cx="518189" cy="3927576"/>
          </a:xfrm>
          <a:prstGeom prst="curvedConnector2">
            <a:avLst/>
          </a:prstGeom>
          <a:ln w="31750">
            <a:solidFill>
              <a:schemeClr val="tx2">
                <a:lumMod val="90000"/>
                <a:lumOff val="1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1" name="Прямая со стрелкой 18">
            <a:extLst>
              <a:ext uri="{FF2B5EF4-FFF2-40B4-BE49-F238E27FC236}">
                <a16:creationId xmlns:a16="http://schemas.microsoft.com/office/drawing/2014/main" id="{E6610087-EEA6-8CB3-DB1C-596299E7C6E4}"/>
              </a:ext>
            </a:extLst>
          </p:cNvPr>
          <p:cNvCxnSpPr>
            <a:cxnSpLocks/>
            <a:stCxn id="138" idx="2"/>
            <a:endCxn id="9" idx="3"/>
          </p:cNvCxnSpPr>
          <p:nvPr/>
        </p:nvCxnSpPr>
        <p:spPr>
          <a:xfrm rot="10800000">
            <a:off x="2213257" y="2646735"/>
            <a:ext cx="3017422" cy="518189"/>
          </a:xfrm>
          <a:prstGeom prst="curvedConnector2">
            <a:avLst/>
          </a:prstGeom>
          <a:ln w="31750">
            <a:solidFill>
              <a:schemeClr val="tx2">
                <a:lumMod val="90000"/>
                <a:lumOff val="1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4" name="Прямая со стрелкой 18">
            <a:extLst>
              <a:ext uri="{FF2B5EF4-FFF2-40B4-BE49-F238E27FC236}">
                <a16:creationId xmlns:a16="http://schemas.microsoft.com/office/drawing/2014/main" id="{367169FA-98EA-11DB-5DDF-4A37DA71E9A0}"/>
              </a:ext>
            </a:extLst>
          </p:cNvPr>
          <p:cNvCxnSpPr>
            <a:cxnSpLocks/>
            <a:stCxn id="68" idx="1"/>
            <a:endCxn id="9" idx="1"/>
          </p:cNvCxnSpPr>
          <p:nvPr/>
        </p:nvCxnSpPr>
        <p:spPr>
          <a:xfrm rot="16200000" flipV="1">
            <a:off x="6229723" y="-2668232"/>
            <a:ext cx="12700" cy="8032931"/>
          </a:xfrm>
          <a:prstGeom prst="curvedConnector3">
            <a:avLst>
              <a:gd name="adj1" fmla="val 3124142"/>
            </a:avLst>
          </a:prstGeom>
          <a:ln w="31750">
            <a:solidFill>
              <a:schemeClr val="tx2">
                <a:lumMod val="90000"/>
                <a:lumOff val="1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9" name="Цилиндр 218">
            <a:extLst>
              <a:ext uri="{FF2B5EF4-FFF2-40B4-BE49-F238E27FC236}">
                <a16:creationId xmlns:a16="http://schemas.microsoft.com/office/drawing/2014/main" id="{F97146B8-7B39-B451-1FBC-DE4AC56132F9}"/>
              </a:ext>
            </a:extLst>
          </p:cNvPr>
          <p:cNvSpPr/>
          <p:nvPr/>
        </p:nvSpPr>
        <p:spPr>
          <a:xfrm>
            <a:off x="6585031" y="1165451"/>
            <a:ext cx="1187095" cy="1416855"/>
          </a:xfrm>
          <a:prstGeom prst="can">
            <a:avLst/>
          </a:prstGeom>
          <a:solidFill>
            <a:schemeClr val="accent5">
              <a:lumMod val="75000"/>
            </a:schemeClr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pg</a:t>
            </a:r>
            <a:r>
              <a:rPr lang="en-US" dirty="0"/>
              <a:t>-locker</a:t>
            </a:r>
            <a:endParaRPr lang="ru-BY" dirty="0"/>
          </a:p>
        </p:txBody>
      </p:sp>
      <p:sp>
        <p:nvSpPr>
          <p:cNvPr id="256" name="TextBox 255">
            <a:extLst>
              <a:ext uri="{FF2B5EF4-FFF2-40B4-BE49-F238E27FC236}">
                <a16:creationId xmlns:a16="http://schemas.microsoft.com/office/drawing/2014/main" id="{58279774-7160-836C-6405-54333B773624}"/>
              </a:ext>
            </a:extLst>
          </p:cNvPr>
          <p:cNvSpPr txBox="1"/>
          <p:nvPr/>
        </p:nvSpPr>
        <p:spPr>
          <a:xfrm>
            <a:off x="7477985" y="2681788"/>
            <a:ext cx="867866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sp>
        <p:nvSpPr>
          <p:cNvPr id="257" name="TextBox 256">
            <a:extLst>
              <a:ext uri="{FF2B5EF4-FFF2-40B4-BE49-F238E27FC236}">
                <a16:creationId xmlns:a16="http://schemas.microsoft.com/office/drawing/2014/main" id="{DD53FC2A-CEAB-0AD0-B55F-D0A914B98D3C}"/>
              </a:ext>
            </a:extLst>
          </p:cNvPr>
          <p:cNvSpPr txBox="1"/>
          <p:nvPr/>
        </p:nvSpPr>
        <p:spPr>
          <a:xfrm>
            <a:off x="3023642" y="2536496"/>
            <a:ext cx="867866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sp>
        <p:nvSpPr>
          <p:cNvPr id="258" name="TextBox 257">
            <a:extLst>
              <a:ext uri="{FF2B5EF4-FFF2-40B4-BE49-F238E27FC236}">
                <a16:creationId xmlns:a16="http://schemas.microsoft.com/office/drawing/2014/main" id="{54BDDF33-7B5B-73FC-63C5-23E52053FDAB}"/>
              </a:ext>
            </a:extLst>
          </p:cNvPr>
          <p:cNvSpPr txBox="1"/>
          <p:nvPr/>
        </p:nvSpPr>
        <p:spPr>
          <a:xfrm>
            <a:off x="8730673" y="1107687"/>
            <a:ext cx="867866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sp>
        <p:nvSpPr>
          <p:cNvPr id="259" name="TextBox 258">
            <a:extLst>
              <a:ext uri="{FF2B5EF4-FFF2-40B4-BE49-F238E27FC236}">
                <a16:creationId xmlns:a16="http://schemas.microsoft.com/office/drawing/2014/main" id="{F59F23C3-6E7B-BAAF-769B-9EDF4ADABFE5}"/>
              </a:ext>
            </a:extLst>
          </p:cNvPr>
          <p:cNvSpPr txBox="1"/>
          <p:nvPr/>
        </p:nvSpPr>
        <p:spPr>
          <a:xfrm>
            <a:off x="2973785" y="1181682"/>
            <a:ext cx="867866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replica</a:t>
            </a:r>
            <a:endParaRPr lang="ru-BY" sz="2400" dirty="0"/>
          </a:p>
        </p:txBody>
      </p:sp>
      <p:cxnSp>
        <p:nvCxnSpPr>
          <p:cNvPr id="260" name="Прямая со стрелкой 18">
            <a:extLst>
              <a:ext uri="{FF2B5EF4-FFF2-40B4-BE49-F238E27FC236}">
                <a16:creationId xmlns:a16="http://schemas.microsoft.com/office/drawing/2014/main" id="{1638CF53-861A-7EA7-7816-D17722443F84}"/>
              </a:ext>
            </a:extLst>
          </p:cNvPr>
          <p:cNvCxnSpPr>
            <a:cxnSpLocks/>
            <a:stCxn id="219" idx="2"/>
            <a:endCxn id="138" idx="1"/>
          </p:cNvCxnSpPr>
          <p:nvPr/>
        </p:nvCxnSpPr>
        <p:spPr>
          <a:xfrm rot="10800000" flipV="1">
            <a:off x="5774647" y="1873879"/>
            <a:ext cx="810385" cy="641794"/>
          </a:xfrm>
          <a:prstGeom prst="curvedConnector2">
            <a:avLst/>
          </a:prstGeom>
          <a:ln w="31750">
            <a:solidFill>
              <a:schemeClr val="accent5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3" name="Прямая со стрелкой 18">
            <a:extLst>
              <a:ext uri="{FF2B5EF4-FFF2-40B4-BE49-F238E27FC236}">
                <a16:creationId xmlns:a16="http://schemas.microsoft.com/office/drawing/2014/main" id="{53F97DCD-6CB1-67FC-5E16-26E146F51A93}"/>
              </a:ext>
            </a:extLst>
          </p:cNvPr>
          <p:cNvCxnSpPr>
            <a:cxnSpLocks/>
            <a:stCxn id="219" idx="2"/>
            <a:endCxn id="9" idx="4"/>
          </p:cNvCxnSpPr>
          <p:nvPr/>
        </p:nvCxnSpPr>
        <p:spPr>
          <a:xfrm rot="10800000" flipV="1">
            <a:off x="2757223" y="1873878"/>
            <a:ext cx="3827808" cy="123605"/>
          </a:xfrm>
          <a:prstGeom prst="curvedConnector3">
            <a:avLst>
              <a:gd name="adj1" fmla="val 50000"/>
            </a:avLst>
          </a:prstGeom>
          <a:ln w="31750">
            <a:solidFill>
              <a:schemeClr val="accent5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6" name="Прямая со стрелкой 18">
            <a:extLst>
              <a:ext uri="{FF2B5EF4-FFF2-40B4-BE49-F238E27FC236}">
                <a16:creationId xmlns:a16="http://schemas.microsoft.com/office/drawing/2014/main" id="{CFAEA455-C352-AAFE-3A31-354F9E3B482B}"/>
              </a:ext>
            </a:extLst>
          </p:cNvPr>
          <p:cNvCxnSpPr>
            <a:cxnSpLocks/>
            <a:stCxn id="219" idx="4"/>
            <a:endCxn id="68" idx="2"/>
          </p:cNvCxnSpPr>
          <p:nvPr/>
        </p:nvCxnSpPr>
        <p:spPr>
          <a:xfrm>
            <a:off x="7772126" y="1873879"/>
            <a:ext cx="1930095" cy="123605"/>
          </a:xfrm>
          <a:prstGeom prst="curvedConnector3">
            <a:avLst>
              <a:gd name="adj1" fmla="val 50000"/>
            </a:avLst>
          </a:prstGeom>
          <a:ln w="31750">
            <a:solidFill>
              <a:schemeClr val="accent5">
                <a:lumMod val="50000"/>
              </a:schemeClr>
            </a:solidFill>
            <a:headEnd type="triangle" w="lg" len="lg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9" name="TextBox 268">
            <a:extLst>
              <a:ext uri="{FF2B5EF4-FFF2-40B4-BE49-F238E27FC236}">
                <a16:creationId xmlns:a16="http://schemas.microsoft.com/office/drawing/2014/main" id="{49A2AAB3-1A49-2A61-5531-BDF57480A889}"/>
              </a:ext>
            </a:extLst>
          </p:cNvPr>
          <p:cNvSpPr txBox="1"/>
          <p:nvPr/>
        </p:nvSpPr>
        <p:spPr>
          <a:xfrm>
            <a:off x="8434847" y="1584764"/>
            <a:ext cx="604653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lock</a:t>
            </a:r>
            <a:endParaRPr lang="ru-BY" dirty="0"/>
          </a:p>
        </p:txBody>
      </p:sp>
      <p:sp>
        <p:nvSpPr>
          <p:cNvPr id="270" name="TextBox 269">
            <a:extLst>
              <a:ext uri="{FF2B5EF4-FFF2-40B4-BE49-F238E27FC236}">
                <a16:creationId xmlns:a16="http://schemas.microsoft.com/office/drawing/2014/main" id="{69A33C7D-9720-EB54-0886-65F6F5998EB5}"/>
              </a:ext>
            </a:extLst>
          </p:cNvPr>
          <p:cNvSpPr txBox="1"/>
          <p:nvPr/>
        </p:nvSpPr>
        <p:spPr>
          <a:xfrm>
            <a:off x="3933963" y="1610311"/>
            <a:ext cx="604653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lock</a:t>
            </a:r>
            <a:endParaRPr lang="ru-BY" dirty="0"/>
          </a:p>
        </p:txBody>
      </p:sp>
      <p:sp>
        <p:nvSpPr>
          <p:cNvPr id="271" name="TextBox 270">
            <a:extLst>
              <a:ext uri="{FF2B5EF4-FFF2-40B4-BE49-F238E27FC236}">
                <a16:creationId xmlns:a16="http://schemas.microsoft.com/office/drawing/2014/main" id="{23985170-98D4-49F9-2456-59DFBED5B3A1}"/>
              </a:ext>
            </a:extLst>
          </p:cNvPr>
          <p:cNvSpPr txBox="1"/>
          <p:nvPr/>
        </p:nvSpPr>
        <p:spPr>
          <a:xfrm>
            <a:off x="5327376" y="1935680"/>
            <a:ext cx="604653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lock</a:t>
            </a:r>
            <a:endParaRPr lang="ru-BY" dirty="0"/>
          </a:p>
        </p:txBody>
      </p:sp>
    </p:spTree>
    <p:extLst>
      <p:ext uri="{BB962C8B-B14F-4D97-AF65-F5344CB8AC3E}">
        <p14:creationId xmlns:p14="http://schemas.microsoft.com/office/powerpoint/2010/main" val="84773958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 descr="Изображение выглядит как текст, снимок экрана">
            <a:extLst>
              <a:ext uri="{FF2B5EF4-FFF2-40B4-BE49-F238E27FC236}">
                <a16:creationId xmlns:a16="http://schemas.microsoft.com/office/drawing/2014/main" id="{8BE9B215-8E25-1945-317D-63A116F99E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9949" y="165100"/>
            <a:ext cx="10452101" cy="6527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81705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 descr="Изображение выглядит как текст, снимок экрана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40E98EF0-93F0-EA71-73A6-2A8CC9EC41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028" y="0"/>
            <a:ext cx="5597283" cy="6858000"/>
          </a:xfrm>
          <a:prstGeom prst="rect">
            <a:avLst/>
          </a:prstGeom>
        </p:spPr>
      </p:pic>
      <p:pic>
        <p:nvPicPr>
          <p:cNvPr id="5" name="Рисунок 4" descr="Изображение выглядит как снимок экрана, текст, Симметрия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639F4AAA-D24A-D68D-267E-ADECF5EAB14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88467" y="760287"/>
            <a:ext cx="5610505" cy="60977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843155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 descr="Изображение выглядит как текст, снимок экрана, программное обеспечение, Мультимедийное программное обеспечение">
            <a:extLst>
              <a:ext uri="{FF2B5EF4-FFF2-40B4-BE49-F238E27FC236}">
                <a16:creationId xmlns:a16="http://schemas.microsoft.com/office/drawing/2014/main" id="{14BF01F4-91B2-9E90-2A33-E285E5EAC0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7239" y="341471"/>
            <a:ext cx="4861674" cy="2989899"/>
          </a:xfrm>
          <a:prstGeom prst="rect">
            <a:avLst/>
          </a:prstGeom>
        </p:spPr>
      </p:pic>
      <p:pic>
        <p:nvPicPr>
          <p:cNvPr id="5" name="Рисунок 4" descr="Изображение выглядит как текст, снимок экрана, программное обеспечение, Мультимедийное программное обеспечение">
            <a:extLst>
              <a:ext uri="{FF2B5EF4-FFF2-40B4-BE49-F238E27FC236}">
                <a16:creationId xmlns:a16="http://schemas.microsoft.com/office/drawing/2014/main" id="{F38C3EE6-139D-D5A6-3E06-E8FBAFD996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83088" y="146210"/>
            <a:ext cx="5897211" cy="3185160"/>
          </a:xfrm>
          <a:prstGeom prst="rect">
            <a:avLst/>
          </a:prstGeom>
        </p:spPr>
      </p:pic>
      <p:pic>
        <p:nvPicPr>
          <p:cNvPr id="7" name="Рисунок 6" descr="Изображение выглядит как снимок экрана, текст, программное обеспечение, Мультимедийное программное обеспечение">
            <a:extLst>
              <a:ext uri="{FF2B5EF4-FFF2-40B4-BE49-F238E27FC236}">
                <a16:creationId xmlns:a16="http://schemas.microsoft.com/office/drawing/2014/main" id="{A325BA4E-4F79-AEB1-0757-921588A5C36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37662" y="3526631"/>
            <a:ext cx="7516676" cy="31984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04705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802F8D0-F169-9736-A7EC-4BB8032D7931}"/>
              </a:ext>
            </a:extLst>
          </p:cNvPr>
          <p:cNvSpPr txBox="1"/>
          <p:nvPr/>
        </p:nvSpPr>
        <p:spPr>
          <a:xfrm>
            <a:off x="1314057" y="1498624"/>
            <a:ext cx="496356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600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Спасибо за внимание</a:t>
            </a:r>
            <a:endParaRPr lang="ru-BY" sz="3600" b="1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142ED04-17F1-E764-1F46-035F61917AD6}"/>
              </a:ext>
            </a:extLst>
          </p:cNvPr>
          <p:cNvSpPr txBox="1"/>
          <p:nvPr/>
        </p:nvSpPr>
        <p:spPr>
          <a:xfrm>
            <a:off x="1314057" y="4593989"/>
            <a:ext cx="386733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lang="ru-RU" sz="3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</a:t>
            </a:r>
            <a:r>
              <a:rPr lang="en-US" sz="3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2 </a:t>
            </a:r>
            <a:r>
              <a:rPr lang="ru-RU" sz="3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</a:t>
            </a:r>
            <a:r>
              <a:rPr lang="en-US" sz="3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2 </a:t>
            </a:r>
            <a:r>
              <a:rPr lang="ru-RU" sz="36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гр</a:t>
            </a:r>
            <a:r>
              <a:rPr lang="en-US" sz="3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ru-RU" sz="3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ФИТ</a:t>
            </a:r>
            <a:endParaRPr lang="en-US" sz="3600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3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Марушко Т</a:t>
            </a:r>
            <a:r>
              <a:rPr lang="en-US" sz="3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ru-RU" sz="3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Ф</a:t>
            </a:r>
            <a:r>
              <a:rPr lang="en-US" sz="3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ru-BY" sz="3600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99089893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739</TotalTime>
  <Words>817</Words>
  <Application>Microsoft Office PowerPoint</Application>
  <PresentationFormat>Широкоэкранный</PresentationFormat>
  <Paragraphs>524</Paragraphs>
  <Slides>34</Slides>
  <Notes>12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34</vt:i4>
      </vt:variant>
    </vt:vector>
  </HeadingPairs>
  <TitlesOfParts>
    <vt:vector size="39" baseType="lpstr">
      <vt:lpstr>Aptos</vt:lpstr>
      <vt:lpstr>Aptos Display</vt:lpstr>
      <vt:lpstr>Arial</vt:lpstr>
      <vt:lpstr>Times New Roman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Тимофей Марушко</dc:creator>
  <cp:lastModifiedBy>Тимофей Марушко</cp:lastModifiedBy>
  <cp:revision>123</cp:revision>
  <dcterms:created xsi:type="dcterms:W3CDTF">2026-04-16T18:37:14Z</dcterms:created>
  <dcterms:modified xsi:type="dcterms:W3CDTF">2026-04-21T18:19:47Z</dcterms:modified>
</cp:coreProperties>
</file>