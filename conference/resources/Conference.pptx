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256" r:id="rId2"/>
    <p:sldId id="281" r:id="rId3"/>
    <p:sldId id="280" r:id="rId4"/>
    <p:sldId id="263" r:id="rId5"/>
    <p:sldId id="264" r:id="rId6"/>
    <p:sldId id="265" r:id="rId7"/>
    <p:sldId id="266" r:id="rId8"/>
    <p:sldId id="267" r:id="rId9"/>
    <p:sldId id="269" r:id="rId10"/>
    <p:sldId id="277" r:id="rId11"/>
    <p:sldId id="270" r:id="rId12"/>
    <p:sldId id="278" r:id="rId13"/>
    <p:sldId id="272" r:id="rId14"/>
    <p:sldId id="274" r:id="rId15"/>
    <p:sldId id="275" r:id="rId16"/>
    <p:sldId id="276" r:id="rId17"/>
    <p:sldId id="262" r:id="rId18"/>
    <p:sldId id="279" r:id="rId19"/>
    <p:sldId id="293" r:id="rId20"/>
    <p:sldId id="282" r:id="rId21"/>
    <p:sldId id="292" r:id="rId22"/>
    <p:sldId id="284" r:id="rId23"/>
    <p:sldId id="285" r:id="rId24"/>
    <p:sldId id="290" r:id="rId25"/>
    <p:sldId id="286" r:id="rId26"/>
    <p:sldId id="287" r:id="rId27"/>
    <p:sldId id="291" r:id="rId28"/>
    <p:sldId id="288" r:id="rId29"/>
    <p:sldId id="289" r:id="rId30"/>
    <p:sldId id="294" r:id="rId31"/>
    <p:sldId id="298" r:id="rId32"/>
    <p:sldId id="283" r:id="rId33"/>
    <p:sldId id="299" r:id="rId34"/>
    <p:sldId id="301" r:id="rId35"/>
    <p:sldId id="303" r:id="rId36"/>
    <p:sldId id="300" r:id="rId37"/>
    <p:sldId id="304" r:id="rId38"/>
    <p:sldId id="305" r:id="rId39"/>
    <p:sldId id="295" r:id="rId40"/>
    <p:sldId id="296" r:id="rId41"/>
    <p:sldId id="306" r:id="rId42"/>
    <p:sldId id="307" r:id="rId43"/>
    <p:sldId id="322" r:id="rId44"/>
    <p:sldId id="308" r:id="rId45"/>
    <p:sldId id="309" r:id="rId46"/>
    <p:sldId id="315" r:id="rId47"/>
    <p:sldId id="310" r:id="rId48"/>
    <p:sldId id="311" r:id="rId49"/>
    <p:sldId id="313" r:id="rId50"/>
    <p:sldId id="312" r:id="rId51"/>
    <p:sldId id="316" r:id="rId52"/>
    <p:sldId id="317" r:id="rId53"/>
    <p:sldId id="318" r:id="rId54"/>
    <p:sldId id="319" r:id="rId55"/>
    <p:sldId id="320" r:id="rId56"/>
    <p:sldId id="321" r:id="rId57"/>
  </p:sldIdLst>
  <p:sldSz cx="12192000" cy="6858000"/>
  <p:notesSz cx="6858000" cy="9144000"/>
  <p:defaultTextStyle>
    <a:defPPr>
      <a:defRPr lang="ru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56B"/>
    <a:srgbClr val="DAECFB"/>
    <a:srgbClr val="B197CD"/>
    <a:srgbClr val="96CBA7"/>
    <a:srgbClr val="CB93B8"/>
    <a:srgbClr val="FFBAE6"/>
    <a:srgbClr val="A99C93"/>
    <a:srgbClr val="DFBEFE"/>
    <a:srgbClr val="FDF5BD"/>
    <a:srgbClr val="FFC6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03" autoAdjust="0"/>
    <p:restoredTop sz="94673"/>
  </p:normalViewPr>
  <p:slideViewPr>
    <p:cSldViewPr snapToGrid="0">
      <p:cViewPr varScale="1">
        <p:scale>
          <a:sx n="79" d="100"/>
          <a:sy n="79" d="100"/>
        </p:scale>
        <p:origin x="120" y="16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GB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E9BC87-07BA-0548-91E7-15A1E0ED04A0}" type="datetimeFigureOut">
              <a:rPr lang="ru-GB" smtClean="0"/>
              <a:t>04/17/2026</a:t>
            </a:fld>
            <a:endParaRPr lang="ru-GB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GB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GB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F863CD-2B76-284A-83FD-A2A4926A2F63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074638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63CD-2B76-284A-83FD-A2A4926A2F63}" type="slidenum">
              <a:rPr lang="ru-GB" smtClean="0"/>
              <a:t>6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846708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63CD-2B76-284A-83FD-A2A4926A2F63}" type="slidenum">
              <a:rPr lang="ru-GB" smtClean="0"/>
              <a:t>7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80597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DE4CC-B05B-221D-60DD-4DD6836F6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1906A29-7D91-A0F0-E592-77BFFD457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D97AF50-38AF-2C76-844E-A8BD14960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643D252-F638-12B5-3069-024DAC43F8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63CD-2B76-284A-83FD-A2A4926A2F63}" type="slidenum">
              <a:rPr lang="ru-GB" smtClean="0"/>
              <a:t>8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973450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0F051-C0CF-F2E2-E26D-FE8C7D7D0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A043930-F81D-80A3-E367-2A4EA8FA04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8046EE2-FDE6-4F0A-288F-D9EAACF89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49FDE0C-52DF-9D3F-4B50-6E6E891CBA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63CD-2B76-284A-83FD-A2A4926A2F63}" type="slidenum">
              <a:rPr lang="ru-GB" smtClean="0"/>
              <a:t>9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0636731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3C2B2-C80F-BB5C-7927-0181D131B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80B6A5E-3DB6-1524-A73F-0EBA1EB489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A2273D9-CFDD-5CD7-EFA9-5A71216375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29582A8-DCDA-847C-DC9F-F6EE65365C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63CD-2B76-284A-83FD-A2A4926A2F63}" type="slidenum">
              <a:rPr lang="ru-GB" smtClean="0"/>
              <a:t>10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3465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FFD26-38BF-5706-11C6-A55CAD8F1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E20AD02-3D7C-DFE2-C790-B160CA0EFB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7919890-1E6D-2F4F-4002-3D5F3A126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D1686C-7E78-B1FE-4EB8-EE8256FEDA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63CD-2B76-284A-83FD-A2A4926A2F63}" type="slidenum">
              <a:rPr lang="ru-GB" smtClean="0"/>
              <a:t>11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4889053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60049-757A-C443-C68C-561072470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A3318C6-C26C-C4B3-D721-5DA029084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592C236-CF27-C673-FC33-31E2B09C9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89F717-4007-9F41-9B77-E98B6CAC48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63CD-2B76-284A-83FD-A2A4926A2F63}" type="slidenum">
              <a:rPr lang="ru-GB" smtClean="0"/>
              <a:t>12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6156006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52BD6-8804-8731-2F0B-4EFBC98A5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29B5003-7252-224D-2508-CE1FFBF070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DCFAE62-271D-E276-D171-5B23F88C0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9FF0AFA-0E79-BACA-0E74-2356560042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63CD-2B76-284A-83FD-A2A4926A2F63}" type="slidenum">
              <a:rPr lang="ru-GB" smtClean="0"/>
              <a:t>13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1635884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A5914-97E1-C65E-DE87-29988D434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DCF806E-FEF9-77F2-442F-CC8C6936D9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CE8E0E8-34AF-5B26-59DC-A4FBA4FCB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C7B82BF-7BA4-A068-DCF6-26648B3CEE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63CD-2B76-284A-83FD-A2A4926A2F63}" type="slidenum">
              <a:rPr lang="ru-GB" smtClean="0"/>
              <a:t>14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882765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DC6EA-AEC3-BDFC-4315-DC1FD442C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0CB1C61-A2A8-DFE9-6E4F-5BBCD0809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2D7A5EE-3CE7-202B-3D75-1919C02549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63A0E33-EA5F-EE43-65F4-605B46C720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63CD-2B76-284A-83FD-A2A4926A2F63}" type="slidenum">
              <a:rPr lang="ru-GB" smtClean="0"/>
              <a:t>15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4908309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0F80C-89A5-9160-F3A7-E0C403DA0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F603118-A0B8-2DCE-8E1E-5EBB77587C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CA9C600-76A8-865A-DB1D-FB56C1436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GB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63BE7F1-94DD-81BF-7602-BD50DD0696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63CD-2B76-284A-83FD-A2A4926A2F63}" type="slidenum">
              <a:rPr lang="ru-GB" smtClean="0"/>
              <a:t>16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5725919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BY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63CD-2B76-284A-83FD-A2A4926A2F63}" type="slidenum">
              <a:rPr lang="ru-GB" smtClean="0"/>
              <a:t>33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402588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BABA27-6431-C8AD-5844-DDA965DE5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14D6C94-3FCE-8ECB-75A0-4837CAD041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A8DEDD-1710-E25F-8018-923730711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0958D-8FD3-704D-8A72-D3764ABAF413}" type="datetimeFigureOut">
              <a:rPr lang="ru-GB" smtClean="0"/>
              <a:t>04/17/2026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C4D76F-DC40-C0B3-CE29-062F50299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DB8B98-1122-C1EB-6FC3-E1E6A2C45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C4BE-DC4D-CC45-817B-2C9F82498A2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400768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F38FE5-8B5E-5839-1716-F67C35379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3EA0E3-8B12-2B67-A147-74B5A014C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DE10AF-2CD2-6ED7-D688-38BB81365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0958D-8FD3-704D-8A72-D3764ABAF413}" type="datetimeFigureOut">
              <a:rPr lang="ru-GB" smtClean="0"/>
              <a:t>04/17/2026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C9643E-524B-323E-FE53-1703A8983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907301-6A61-F317-FFAF-EEE7FFF62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C4BE-DC4D-CC45-817B-2C9F82498A2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026877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35DF2B-6605-011D-476F-AD3514D20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1A6EF34-0909-6525-3B49-EDC3165CE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80F634-2B0E-8774-78CA-F5395B4B8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0958D-8FD3-704D-8A72-D3764ABAF413}" type="datetimeFigureOut">
              <a:rPr lang="ru-GB" smtClean="0"/>
              <a:t>04/17/2026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6143A5-0E21-8FC4-88B3-96E73AC33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7F8227-2788-BF34-041D-178952911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C4BE-DC4D-CC45-817B-2C9F82498A2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4281794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568F19-86A0-D3F4-346C-15DECAC73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87FE33-CEA5-A080-660B-417D7C6371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3EEEB58-1879-6450-6155-2132491DF6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B244823-AD7E-1E6A-E3C3-DB51CDD95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0958D-8FD3-704D-8A72-D3764ABAF413}" type="datetimeFigureOut">
              <a:rPr lang="ru-GB" smtClean="0"/>
              <a:t>04/17/2026</a:t>
            </a:fld>
            <a:endParaRPr lang="ru-GB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77E86C-6C6A-6D07-6E70-95FA04D87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EF39DC-3B39-263E-158E-E754F466D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C4BE-DC4D-CC45-817B-2C9F82498A2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314507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C224EB-9D15-C87A-C126-CAC4C5F2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919C09F-82C0-6336-C3E6-52E790380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29928E5-52DD-DCE9-6CBF-5CEB87F9E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23157F0-F404-FCC7-5589-207DC23001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E302BAF-B161-1BED-A038-BEA84E05A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D3AF0CB-0FE6-557C-A9C4-6A99763F0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0958D-8FD3-704D-8A72-D3764ABAF413}" type="datetimeFigureOut">
              <a:rPr lang="ru-GB" smtClean="0"/>
              <a:t>04/17/2026</a:t>
            </a:fld>
            <a:endParaRPr lang="ru-GB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56CD6D2-50E0-6A75-423F-EFC1989D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B294D0A-12F2-B184-2977-3A2CE50B5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C4BE-DC4D-CC45-817B-2C9F82498A2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523012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67943E-19AD-C6E5-F1D7-8F083A383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93EEC48-603D-527A-0DD2-E96B14F2F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0958D-8FD3-704D-8A72-D3764ABAF413}" type="datetimeFigureOut">
              <a:rPr lang="ru-GB" smtClean="0"/>
              <a:t>04/17/2026</a:t>
            </a:fld>
            <a:endParaRPr lang="ru-GB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9354CD9-2B48-459D-1860-08D7422EC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81311F0-E668-9E68-68A5-470EE5B23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C4BE-DC4D-CC45-817B-2C9F82498A2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994200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CCF505D-71EF-9E92-B58D-F13148702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0958D-8FD3-704D-8A72-D3764ABAF413}" type="datetimeFigureOut">
              <a:rPr lang="ru-GB" smtClean="0"/>
              <a:t>04/17/2026</a:t>
            </a:fld>
            <a:endParaRPr lang="ru-GB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7D124A0-C8B3-F206-A464-A16B39D46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72E1C3C-35AC-E785-7969-C99093786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C4BE-DC4D-CC45-817B-2C9F82498A2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191263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9DB2DF-3F58-A3D1-5841-DD9A4658C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95E442-E351-85CD-D1EC-6D42842A4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EB31307-98E3-17F3-A225-0D895A528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BAF8116-EFCF-82AB-ED74-DA3F89C44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0958D-8FD3-704D-8A72-D3764ABAF413}" type="datetimeFigureOut">
              <a:rPr lang="ru-GB" smtClean="0"/>
              <a:t>04/17/2026</a:t>
            </a:fld>
            <a:endParaRPr lang="ru-GB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3A48143-41AA-CD75-2AFB-B1819AA55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4448D2-0D9B-B6C7-4371-A32A37DC7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C4BE-DC4D-CC45-817B-2C9F82498A2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3837920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127123-C93F-EB23-E513-3E14C1514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4A2FE6E-A2EC-71DF-BBB4-0546BF87E1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GB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CA90055-5FD1-792B-B8F0-AE3978F0D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F1ABCC6-5151-F63B-AE1A-A852A1DC5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0958D-8FD3-704D-8A72-D3764ABAF413}" type="datetimeFigureOut">
              <a:rPr lang="ru-GB" smtClean="0"/>
              <a:t>04/17/2026</a:t>
            </a:fld>
            <a:endParaRPr lang="ru-GB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37B275-0FCB-9ADA-6728-3D7F63D7E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08A3B73-6E1E-F284-C7C6-326EA6DFA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C4BE-DC4D-CC45-817B-2C9F82498A2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70584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F96BF4-F386-0870-72D6-E775F5F68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6E95F9A-DF7B-4802-0112-519367415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FCE093-BBF5-2D43-D156-F848440DE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0958D-8FD3-704D-8A72-D3764ABAF413}" type="datetimeFigureOut">
              <a:rPr lang="ru-GB" smtClean="0"/>
              <a:t>04/17/2026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CBEF38-5109-A3B4-B179-D138361EB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97B55F-DD05-13AC-16B3-4E4332790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C4BE-DC4D-CC45-817B-2C9F82498A2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527236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5D99715-724C-21D5-ECC1-0F32A184CC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CFF6A36-8176-6C12-6F1D-A06AC8A22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BA30BA-3AFB-133E-AAC8-AD73962A1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0958D-8FD3-704D-8A72-D3764ABAF413}" type="datetimeFigureOut">
              <a:rPr lang="ru-GB" smtClean="0"/>
              <a:t>04/17/2026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91574E-F7DD-D6DA-7714-86B9B10D1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927A05-F563-3A49-FCFE-C4ECA92DD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C4BE-DC4D-CC45-817B-2C9F82498A2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112858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801BB1-3B3B-2C77-94B1-F0B60A5C4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GB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29321E-3744-CF25-A911-27B3B342B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179DBC-E1BF-1E56-C966-D1B12F71D3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70958D-8FD3-704D-8A72-D3764ABAF413}" type="datetimeFigureOut">
              <a:rPr lang="ru-GB" smtClean="0"/>
              <a:t>04/17/2026</a:t>
            </a:fld>
            <a:endParaRPr lang="ru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6B909B-D8F5-1778-0943-E37C925822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E2AE25-DEBE-9870-BCC7-26F4930166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FAC4BE-DC4D-CC45-817B-2C9F82498A2F}" type="slidenum">
              <a:rPr lang="ru-GB" smtClean="0"/>
              <a:t>‹#›</a:t>
            </a:fld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1768698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sv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3252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круг, символ, логотип, колес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E4816FA-2A46-2232-EF5F-26D5ECE36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794" y="2384726"/>
            <a:ext cx="1909476" cy="185577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81C5CB-3214-382A-7BB3-588F5EE5EA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2773" y="2448743"/>
            <a:ext cx="1909476" cy="196914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DF712CC-C0DB-F062-496F-5AE83CA767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09752" y="2326654"/>
            <a:ext cx="1909476" cy="220469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31350A-5AA8-36E3-48EE-ADEA4BC88A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46731" y="2384726"/>
            <a:ext cx="1909475" cy="190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456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946BD56-B5DA-0DE8-B4E3-0F1D0024D090}"/>
              </a:ext>
            </a:extLst>
          </p:cNvPr>
          <p:cNvSpPr/>
          <p:nvPr/>
        </p:nvSpPr>
        <p:spPr>
          <a:xfrm>
            <a:off x="1574992" y="2228414"/>
            <a:ext cx="3413294" cy="2401172"/>
          </a:xfrm>
          <a:prstGeom prst="rect">
            <a:avLst/>
          </a:prstGeom>
          <a:solidFill>
            <a:srgbClr val="A99C93"/>
          </a:solidFill>
          <a:ln w="0">
            <a:solidFill>
              <a:srgbClr val="A99C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chemeClr val="tx1"/>
                </a:solidFill>
              </a:rPr>
              <a:t>Фронтенд</a:t>
            </a:r>
            <a:endParaRPr lang="ru-GB" sz="4400" dirty="0">
              <a:solidFill>
                <a:schemeClr val="tx1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593FC5D-3BC1-E5B3-1A3E-F6DD716A3398}"/>
              </a:ext>
            </a:extLst>
          </p:cNvPr>
          <p:cNvSpPr/>
          <p:nvPr/>
        </p:nvSpPr>
        <p:spPr>
          <a:xfrm>
            <a:off x="7203714" y="2228414"/>
            <a:ext cx="3413294" cy="2401172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4000" dirty="0">
                <a:solidFill>
                  <a:schemeClr val="tx1"/>
                </a:solidFill>
              </a:rPr>
              <a:t>Бекенд</a:t>
            </a:r>
            <a:endParaRPr lang="ru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003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86073-1657-FCA7-15FF-5DE73B29E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07FAA3D-9E96-C68C-09AB-8D4D6EE75928}"/>
              </a:ext>
            </a:extLst>
          </p:cNvPr>
          <p:cNvSpPr/>
          <p:nvPr/>
        </p:nvSpPr>
        <p:spPr>
          <a:xfrm>
            <a:off x="4562061" y="556590"/>
            <a:ext cx="7106478" cy="57448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9700515-80E6-CEAB-F23C-7B079CFB16FC}"/>
              </a:ext>
            </a:extLst>
          </p:cNvPr>
          <p:cNvSpPr/>
          <p:nvPr/>
        </p:nvSpPr>
        <p:spPr>
          <a:xfrm>
            <a:off x="4974174" y="1280517"/>
            <a:ext cx="2957251" cy="151863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32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44D707-34EB-AC65-8618-C09D926553A0}"/>
              </a:ext>
            </a:extLst>
          </p:cNvPr>
          <p:cNvSpPr txBox="1"/>
          <p:nvPr/>
        </p:nvSpPr>
        <p:spPr>
          <a:xfrm>
            <a:off x="7348904" y="639048"/>
            <a:ext cx="15327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GB" sz="3200" dirty="0"/>
              <a:t>Бекенд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B816B99-A707-ABF5-4173-EB85714D7224}"/>
              </a:ext>
            </a:extLst>
          </p:cNvPr>
          <p:cNvSpPr/>
          <p:nvPr/>
        </p:nvSpPr>
        <p:spPr>
          <a:xfrm>
            <a:off x="4974174" y="4058845"/>
            <a:ext cx="2957251" cy="151863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3200" dirty="0">
                <a:solidFill>
                  <a:schemeClr val="tx1"/>
                </a:solidFill>
              </a:rPr>
              <a:t>Платежей</a:t>
            </a:r>
            <a:endParaRPr lang="ru-GB" sz="4000" dirty="0">
              <a:solidFill>
                <a:schemeClr val="tx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B785B3E-A422-8082-FA10-084C6E1B91D8}"/>
              </a:ext>
            </a:extLst>
          </p:cNvPr>
          <p:cNvSpPr/>
          <p:nvPr/>
        </p:nvSpPr>
        <p:spPr>
          <a:xfrm>
            <a:off x="8321356" y="1280517"/>
            <a:ext cx="2957251" cy="1518639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3200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6C22A94-EFA2-62AD-D9B7-2BD6808D8E06}"/>
              </a:ext>
            </a:extLst>
          </p:cNvPr>
          <p:cNvSpPr/>
          <p:nvPr/>
        </p:nvSpPr>
        <p:spPr>
          <a:xfrm>
            <a:off x="8343538" y="4051796"/>
            <a:ext cx="2957251" cy="1518639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32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E4B7294-5AE4-ABF0-6603-EB45C5563F65}"/>
              </a:ext>
            </a:extLst>
          </p:cNvPr>
          <p:cNvSpPr/>
          <p:nvPr/>
        </p:nvSpPr>
        <p:spPr>
          <a:xfrm>
            <a:off x="891211" y="2669678"/>
            <a:ext cx="2957251" cy="1518639"/>
          </a:xfrm>
          <a:prstGeom prst="rect">
            <a:avLst/>
          </a:prstGeom>
          <a:solidFill>
            <a:srgbClr val="A99C93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3200" dirty="0">
                <a:solidFill>
                  <a:schemeClr val="tx1"/>
                </a:solidFill>
              </a:rPr>
              <a:t>Фронтенд</a:t>
            </a:r>
          </a:p>
        </p:txBody>
      </p:sp>
    </p:spTree>
    <p:extLst>
      <p:ext uri="{BB962C8B-B14F-4D97-AF65-F5344CB8AC3E}">
        <p14:creationId xmlns:p14="http://schemas.microsoft.com/office/powerpoint/2010/main" val="3404669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DDB58-1BBB-D616-02A0-4DFB10F60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970D459-2CE9-EE0D-6BDF-37262CADF515}"/>
              </a:ext>
            </a:extLst>
          </p:cNvPr>
          <p:cNvSpPr/>
          <p:nvPr/>
        </p:nvSpPr>
        <p:spPr>
          <a:xfrm>
            <a:off x="1411358" y="556591"/>
            <a:ext cx="9412356" cy="57448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E380EA6-D7A3-C3BF-7E7E-7744545B6DC5}"/>
              </a:ext>
            </a:extLst>
          </p:cNvPr>
          <p:cNvSpPr/>
          <p:nvPr/>
        </p:nvSpPr>
        <p:spPr>
          <a:xfrm>
            <a:off x="2372353" y="1280516"/>
            <a:ext cx="2957251" cy="1518639"/>
          </a:xfrm>
          <a:prstGeom prst="rect">
            <a:avLst/>
          </a:prstGeom>
          <a:solidFill>
            <a:srgbClr val="96CBA7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32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3A70D1-EC4C-9F2E-6D71-74DD6B985C89}"/>
              </a:ext>
            </a:extLst>
          </p:cNvPr>
          <p:cNvSpPr txBox="1"/>
          <p:nvPr/>
        </p:nvSpPr>
        <p:spPr>
          <a:xfrm>
            <a:off x="5329603" y="614594"/>
            <a:ext cx="15327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GB" sz="3200" dirty="0"/>
              <a:t>Бекенд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6AF46E4-4E3C-667E-7562-98EFBD673F8B}"/>
              </a:ext>
            </a:extLst>
          </p:cNvPr>
          <p:cNvSpPr/>
          <p:nvPr/>
        </p:nvSpPr>
        <p:spPr>
          <a:xfrm>
            <a:off x="2372352" y="3870000"/>
            <a:ext cx="2957251" cy="1518639"/>
          </a:xfrm>
          <a:prstGeom prst="rect">
            <a:avLst/>
          </a:prstGeom>
          <a:solidFill>
            <a:srgbClr val="B197C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3200" dirty="0">
                <a:solidFill>
                  <a:schemeClr val="tx1"/>
                </a:solidFill>
              </a:rPr>
              <a:t>Платежей</a:t>
            </a:r>
            <a:endParaRPr lang="ru-GB" sz="4000" dirty="0">
              <a:solidFill>
                <a:schemeClr val="tx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E880DC4-6B7C-83AF-C477-2998D4E0C3A5}"/>
              </a:ext>
            </a:extLst>
          </p:cNvPr>
          <p:cNvSpPr/>
          <p:nvPr/>
        </p:nvSpPr>
        <p:spPr>
          <a:xfrm>
            <a:off x="6862396" y="1280516"/>
            <a:ext cx="2957251" cy="1518639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3200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83FBAF4-ACBF-97B9-CF3A-5590D30B9E19}"/>
              </a:ext>
            </a:extLst>
          </p:cNvPr>
          <p:cNvSpPr/>
          <p:nvPr/>
        </p:nvSpPr>
        <p:spPr>
          <a:xfrm>
            <a:off x="6862396" y="3870001"/>
            <a:ext cx="2957251" cy="1518639"/>
          </a:xfrm>
          <a:prstGeom prst="rect">
            <a:avLst/>
          </a:prstGeom>
          <a:solidFill>
            <a:srgbClr val="CB93B8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32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75A6389-45AD-0280-DC3A-C8C033E932BB}"/>
              </a:ext>
            </a:extLst>
          </p:cNvPr>
          <p:cNvSpPr/>
          <p:nvPr/>
        </p:nvSpPr>
        <p:spPr>
          <a:xfrm>
            <a:off x="2524753" y="1432916"/>
            <a:ext cx="2957251" cy="151863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32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F488863-E1AB-F109-D4B8-BF8CD9081F37}"/>
              </a:ext>
            </a:extLst>
          </p:cNvPr>
          <p:cNvSpPr/>
          <p:nvPr/>
        </p:nvSpPr>
        <p:spPr>
          <a:xfrm>
            <a:off x="2524752" y="4022400"/>
            <a:ext cx="2957251" cy="151863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3200" dirty="0">
                <a:solidFill>
                  <a:schemeClr val="tx1"/>
                </a:solidFill>
              </a:rPr>
              <a:t>Платежей</a:t>
            </a:r>
            <a:endParaRPr lang="ru-GB" sz="4000" dirty="0">
              <a:solidFill>
                <a:schemeClr val="tx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498B716-FF67-28A2-09C0-648286C80195}"/>
              </a:ext>
            </a:extLst>
          </p:cNvPr>
          <p:cNvSpPr/>
          <p:nvPr/>
        </p:nvSpPr>
        <p:spPr>
          <a:xfrm>
            <a:off x="7014796" y="4022401"/>
            <a:ext cx="2957251" cy="1518639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32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5B3B9ED-9737-FBA8-F82E-77CE84F36BF9}"/>
              </a:ext>
            </a:extLst>
          </p:cNvPr>
          <p:cNvSpPr/>
          <p:nvPr/>
        </p:nvSpPr>
        <p:spPr>
          <a:xfrm>
            <a:off x="7167196" y="4174801"/>
            <a:ext cx="2957251" cy="1518639"/>
          </a:xfrm>
          <a:prstGeom prst="rect">
            <a:avLst/>
          </a:prstGeom>
          <a:solidFill>
            <a:srgbClr val="CB93B8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32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9CD07BC-80F1-1C7F-FB48-702C4E8950E2}"/>
              </a:ext>
            </a:extLst>
          </p:cNvPr>
          <p:cNvSpPr/>
          <p:nvPr/>
        </p:nvSpPr>
        <p:spPr>
          <a:xfrm>
            <a:off x="7319596" y="4327201"/>
            <a:ext cx="2957251" cy="1518639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32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7CBFC4-125D-CBA9-8157-D51E9CF8721A}"/>
              </a:ext>
            </a:extLst>
          </p:cNvPr>
          <p:cNvSpPr txBox="1"/>
          <p:nvPr/>
        </p:nvSpPr>
        <p:spPr>
          <a:xfrm>
            <a:off x="1961663" y="1280516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x2</a:t>
            </a:r>
            <a:endParaRPr lang="ru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35C04F-33D3-F892-D619-1D6C24C7FC04}"/>
              </a:ext>
            </a:extLst>
          </p:cNvPr>
          <p:cNvSpPr txBox="1"/>
          <p:nvPr/>
        </p:nvSpPr>
        <p:spPr>
          <a:xfrm>
            <a:off x="1961663" y="3870000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x2</a:t>
            </a:r>
            <a:endParaRPr lang="ru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A0719F-0685-EA3C-493A-6420D5CEAD7E}"/>
              </a:ext>
            </a:extLst>
          </p:cNvPr>
          <p:cNvSpPr txBox="1"/>
          <p:nvPr/>
        </p:nvSpPr>
        <p:spPr>
          <a:xfrm>
            <a:off x="6451705" y="1280516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x1</a:t>
            </a:r>
            <a:endParaRPr lang="ru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B55143-CC64-2364-F612-DA50D0FEDAD5}"/>
              </a:ext>
            </a:extLst>
          </p:cNvPr>
          <p:cNvSpPr txBox="1"/>
          <p:nvPr/>
        </p:nvSpPr>
        <p:spPr>
          <a:xfrm>
            <a:off x="6451705" y="3875042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x4</a:t>
            </a:r>
            <a:endParaRPr lang="ru-GB" dirty="0"/>
          </a:p>
        </p:txBody>
      </p:sp>
    </p:spTree>
    <p:extLst>
      <p:ext uri="{BB962C8B-B14F-4D97-AF65-F5344CB8AC3E}">
        <p14:creationId xmlns:p14="http://schemas.microsoft.com/office/powerpoint/2010/main" val="1780080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BB694-B50A-51E1-CF7C-C852FA577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F0DCF48-3C0D-23D0-F214-1514DC0ABFE6}"/>
              </a:ext>
            </a:extLst>
          </p:cNvPr>
          <p:cNvSpPr/>
          <p:nvPr/>
        </p:nvSpPr>
        <p:spPr>
          <a:xfrm>
            <a:off x="5017596" y="3892425"/>
            <a:ext cx="2495416" cy="1240764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2400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E32B3F1-AAFC-9C52-D15C-0FE4235CDCF7}"/>
              </a:ext>
            </a:extLst>
          </p:cNvPr>
          <p:cNvSpPr/>
          <p:nvPr/>
        </p:nvSpPr>
        <p:spPr>
          <a:xfrm>
            <a:off x="1386234" y="1067023"/>
            <a:ext cx="2498701" cy="1240764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24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3C3633A-0F48-3E2D-DE34-3671A63A5197}"/>
              </a:ext>
            </a:extLst>
          </p:cNvPr>
          <p:cNvSpPr/>
          <p:nvPr/>
        </p:nvSpPr>
        <p:spPr>
          <a:xfrm>
            <a:off x="1386234" y="2479724"/>
            <a:ext cx="2498701" cy="1240764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2400" dirty="0">
                <a:solidFill>
                  <a:schemeClr val="tx1"/>
                </a:solidFill>
              </a:rPr>
              <a:t>Платежей</a:t>
            </a:r>
            <a:endParaRPr lang="ru-GB" sz="3200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964927F-AD1B-2E07-7CAF-06A5B138A258}"/>
              </a:ext>
            </a:extLst>
          </p:cNvPr>
          <p:cNvSpPr/>
          <p:nvPr/>
        </p:nvSpPr>
        <p:spPr>
          <a:xfrm>
            <a:off x="1386234" y="3892425"/>
            <a:ext cx="2498702" cy="1240765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24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B1BEBE3-C125-2164-98CB-9C963781F38B}"/>
              </a:ext>
            </a:extLst>
          </p:cNvPr>
          <p:cNvSpPr/>
          <p:nvPr/>
        </p:nvSpPr>
        <p:spPr>
          <a:xfrm>
            <a:off x="4844359" y="440850"/>
            <a:ext cx="2848528" cy="62680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C6162B-DD01-D806-2C86-BA2C822776D1}"/>
              </a:ext>
            </a:extLst>
          </p:cNvPr>
          <p:cNvSpPr txBox="1"/>
          <p:nvPr/>
        </p:nvSpPr>
        <p:spPr>
          <a:xfrm>
            <a:off x="1910065" y="518356"/>
            <a:ext cx="1499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Сервер 1</a:t>
            </a:r>
            <a:endParaRPr lang="ru-GB" sz="24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DAC0E2-71A9-384D-6BEA-EEB8DD180932}"/>
              </a:ext>
            </a:extLst>
          </p:cNvPr>
          <p:cNvSpPr txBox="1"/>
          <p:nvPr/>
        </p:nvSpPr>
        <p:spPr>
          <a:xfrm>
            <a:off x="5538142" y="523104"/>
            <a:ext cx="1499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Сервер 2</a:t>
            </a:r>
            <a:endParaRPr lang="ru-GB" sz="24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EEE944-BC02-C6D9-426D-ADBC52068406}"/>
              </a:ext>
            </a:extLst>
          </p:cNvPr>
          <p:cNvSpPr txBox="1"/>
          <p:nvPr/>
        </p:nvSpPr>
        <p:spPr>
          <a:xfrm>
            <a:off x="9121696" y="523103"/>
            <a:ext cx="1499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Сервер 3</a:t>
            </a:r>
            <a:endParaRPr lang="ru-GB" sz="2400" b="1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DAF9319A-C3A5-1C30-080C-C437086F154C}"/>
              </a:ext>
            </a:extLst>
          </p:cNvPr>
          <p:cNvSpPr/>
          <p:nvPr/>
        </p:nvSpPr>
        <p:spPr>
          <a:xfrm>
            <a:off x="5014311" y="1075937"/>
            <a:ext cx="2498701" cy="1240764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24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68F32F23-D31F-B5AC-3864-67190DB343D0}"/>
              </a:ext>
            </a:extLst>
          </p:cNvPr>
          <p:cNvSpPr/>
          <p:nvPr/>
        </p:nvSpPr>
        <p:spPr>
          <a:xfrm>
            <a:off x="4992049" y="2479723"/>
            <a:ext cx="2498701" cy="1240764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2400" dirty="0">
                <a:solidFill>
                  <a:schemeClr val="tx1"/>
                </a:solidFill>
              </a:rPr>
              <a:t>Платежей</a:t>
            </a:r>
            <a:endParaRPr lang="ru-GB" sz="3200" dirty="0">
              <a:solidFill>
                <a:schemeClr val="tx1"/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33F9DD9B-6EF2-88B8-BA62-7B0C4F56401E}"/>
              </a:ext>
            </a:extLst>
          </p:cNvPr>
          <p:cNvSpPr/>
          <p:nvPr/>
        </p:nvSpPr>
        <p:spPr>
          <a:xfrm>
            <a:off x="5014310" y="5305126"/>
            <a:ext cx="2498702" cy="1240765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24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F25D96C0-C190-B80E-C9D8-A9AD2BA34470}"/>
              </a:ext>
            </a:extLst>
          </p:cNvPr>
          <p:cNvSpPr/>
          <p:nvPr/>
        </p:nvSpPr>
        <p:spPr>
          <a:xfrm>
            <a:off x="8597864" y="1067022"/>
            <a:ext cx="2498702" cy="1240765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24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B50997-387A-9461-EF22-3107D48A7E10}"/>
              </a:ext>
            </a:extLst>
          </p:cNvPr>
          <p:cNvSpPr/>
          <p:nvPr/>
        </p:nvSpPr>
        <p:spPr>
          <a:xfrm>
            <a:off x="8597864" y="2479723"/>
            <a:ext cx="2498702" cy="1240765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24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129E28BD-66DE-1B3C-66FF-EEA3F0E89FE3}"/>
              </a:ext>
            </a:extLst>
          </p:cNvPr>
          <p:cNvSpPr/>
          <p:nvPr/>
        </p:nvSpPr>
        <p:spPr>
          <a:xfrm>
            <a:off x="1211320" y="431353"/>
            <a:ext cx="2848528" cy="62680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24F0A39B-FE22-2C9D-C500-9BB6CA6F409B}"/>
              </a:ext>
            </a:extLst>
          </p:cNvPr>
          <p:cNvSpPr/>
          <p:nvPr/>
        </p:nvSpPr>
        <p:spPr>
          <a:xfrm>
            <a:off x="8422951" y="440850"/>
            <a:ext cx="2848528" cy="62680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</p:spTree>
    <p:extLst>
      <p:ext uri="{BB962C8B-B14F-4D97-AF65-F5344CB8AC3E}">
        <p14:creationId xmlns:p14="http://schemas.microsoft.com/office/powerpoint/2010/main" val="2647923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2A943-BD0E-83DE-ADF9-E7615311B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D09C0F1-003A-A23C-B91D-5075F955C4FE}"/>
              </a:ext>
            </a:extLst>
          </p:cNvPr>
          <p:cNvSpPr/>
          <p:nvPr/>
        </p:nvSpPr>
        <p:spPr>
          <a:xfrm>
            <a:off x="5363053" y="4555913"/>
            <a:ext cx="1897263" cy="908729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549C490-EDE2-B99F-1801-0FE157F11FE0}"/>
              </a:ext>
            </a:extLst>
          </p:cNvPr>
          <p:cNvSpPr/>
          <p:nvPr/>
        </p:nvSpPr>
        <p:spPr>
          <a:xfrm>
            <a:off x="2312480" y="2412410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517551E-4F1F-DBDB-A68D-4D4A68170DCA}"/>
              </a:ext>
            </a:extLst>
          </p:cNvPr>
          <p:cNvSpPr/>
          <p:nvPr/>
        </p:nvSpPr>
        <p:spPr>
          <a:xfrm>
            <a:off x="2312481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CA957F5-B32E-4A96-CC95-5C9025CDCB7B}"/>
              </a:ext>
            </a:extLst>
          </p:cNvPr>
          <p:cNvSpPr/>
          <p:nvPr/>
        </p:nvSpPr>
        <p:spPr>
          <a:xfrm>
            <a:off x="2312481" y="4555913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AD8DBE9-75EC-F081-B890-F2B3A178A43F}"/>
              </a:ext>
            </a:extLst>
          </p:cNvPr>
          <p:cNvSpPr/>
          <p:nvPr/>
        </p:nvSpPr>
        <p:spPr>
          <a:xfrm>
            <a:off x="5227568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04B6D3-B01A-AFED-153C-2E13722F0A63}"/>
              </a:ext>
            </a:extLst>
          </p:cNvPr>
          <p:cNvSpPr txBox="1"/>
          <p:nvPr/>
        </p:nvSpPr>
        <p:spPr>
          <a:xfrm>
            <a:off x="2683444" y="1955126"/>
            <a:ext cx="115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1</a:t>
            </a:r>
            <a:endParaRPr lang="ru-GB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B9A349-BBCD-B531-D0AF-328C7A684D8B}"/>
              </a:ext>
            </a:extLst>
          </p:cNvPr>
          <p:cNvSpPr txBox="1"/>
          <p:nvPr/>
        </p:nvSpPr>
        <p:spPr>
          <a:xfrm>
            <a:off x="5697371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2</a:t>
            </a:r>
            <a:endParaRPr lang="ru-GB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6C4F20-EB6B-2798-4145-7908EC4CF1D3}"/>
              </a:ext>
            </a:extLst>
          </p:cNvPr>
          <p:cNvSpPr txBox="1"/>
          <p:nvPr/>
        </p:nvSpPr>
        <p:spPr>
          <a:xfrm>
            <a:off x="8745444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3</a:t>
            </a:r>
            <a:endParaRPr lang="ru-GB" b="1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9F082B0D-0F06-6BD8-9D75-27F6E34816D7}"/>
              </a:ext>
            </a:extLst>
          </p:cNvPr>
          <p:cNvSpPr/>
          <p:nvPr/>
        </p:nvSpPr>
        <p:spPr>
          <a:xfrm>
            <a:off x="5378860" y="2412411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1FC0D2BB-C3DB-4268-4AFE-16C27D6D8F6F}"/>
              </a:ext>
            </a:extLst>
          </p:cNvPr>
          <p:cNvSpPr/>
          <p:nvPr/>
        </p:nvSpPr>
        <p:spPr>
          <a:xfrm>
            <a:off x="5360555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DF4E9B4F-7222-BFCC-5F4D-2F76DAE4BC74}"/>
              </a:ext>
            </a:extLst>
          </p:cNvPr>
          <p:cNvSpPr/>
          <p:nvPr/>
        </p:nvSpPr>
        <p:spPr>
          <a:xfrm>
            <a:off x="5360554" y="5627664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AF0E5829-938F-8844-3ABB-1DC17BF4379C}"/>
              </a:ext>
            </a:extLst>
          </p:cNvPr>
          <p:cNvSpPr/>
          <p:nvPr/>
        </p:nvSpPr>
        <p:spPr>
          <a:xfrm>
            <a:off x="8408627" y="2412411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A69A27F9-57D2-9FBE-83C9-D1D50FBA5510}"/>
              </a:ext>
            </a:extLst>
          </p:cNvPr>
          <p:cNvSpPr/>
          <p:nvPr/>
        </p:nvSpPr>
        <p:spPr>
          <a:xfrm>
            <a:off x="8408627" y="3484161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B8205BF9-94BF-9CF4-96F5-762623F9564E}"/>
              </a:ext>
            </a:extLst>
          </p:cNvPr>
          <p:cNvSpPr/>
          <p:nvPr/>
        </p:nvSpPr>
        <p:spPr>
          <a:xfrm>
            <a:off x="2179495" y="1867174"/>
            <a:ext cx="2165734" cy="4822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0033B385-715E-080C-9C42-ADD63907C36E}"/>
              </a:ext>
            </a:extLst>
          </p:cNvPr>
          <p:cNvSpPr/>
          <p:nvPr/>
        </p:nvSpPr>
        <p:spPr>
          <a:xfrm>
            <a:off x="8275641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4D58F68-B033-E6C5-DF46-E2DC1666D55C}"/>
              </a:ext>
            </a:extLst>
          </p:cNvPr>
          <p:cNvSpPr/>
          <p:nvPr/>
        </p:nvSpPr>
        <p:spPr>
          <a:xfrm>
            <a:off x="5171267" y="361996"/>
            <a:ext cx="2278333" cy="716716"/>
          </a:xfrm>
          <a:prstGeom prst="rect">
            <a:avLst/>
          </a:prstGeom>
          <a:solidFill>
            <a:srgbClr val="DAECFB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Балансировщик</a:t>
            </a:r>
          </a:p>
        </p:txBody>
      </p:sp>
    </p:spTree>
    <p:extLst>
      <p:ext uri="{BB962C8B-B14F-4D97-AF65-F5344CB8AC3E}">
        <p14:creationId xmlns:p14="http://schemas.microsoft.com/office/powerpoint/2010/main" val="2878434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3208A-6397-D5EC-890B-833731BFB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FFEBE3D-3859-14FC-B49E-AAF25F5FBA71}"/>
              </a:ext>
            </a:extLst>
          </p:cNvPr>
          <p:cNvSpPr/>
          <p:nvPr/>
        </p:nvSpPr>
        <p:spPr>
          <a:xfrm>
            <a:off x="5363053" y="4555913"/>
            <a:ext cx="1897263" cy="908729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E2F252B-854A-BDDE-EF7A-019445D82230}"/>
              </a:ext>
            </a:extLst>
          </p:cNvPr>
          <p:cNvSpPr/>
          <p:nvPr/>
        </p:nvSpPr>
        <p:spPr>
          <a:xfrm>
            <a:off x="2312480" y="2412410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1ACCCC0-F2B5-972B-44CC-D8C38B05EC67}"/>
              </a:ext>
            </a:extLst>
          </p:cNvPr>
          <p:cNvSpPr/>
          <p:nvPr/>
        </p:nvSpPr>
        <p:spPr>
          <a:xfrm>
            <a:off x="2312481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538A052-B0D6-A90C-B1BA-7BBB438ADA9A}"/>
              </a:ext>
            </a:extLst>
          </p:cNvPr>
          <p:cNvSpPr/>
          <p:nvPr/>
        </p:nvSpPr>
        <p:spPr>
          <a:xfrm>
            <a:off x="2312481" y="4555913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130D563-0C2A-1B67-AC6C-4585600DF13D}"/>
              </a:ext>
            </a:extLst>
          </p:cNvPr>
          <p:cNvSpPr/>
          <p:nvPr/>
        </p:nvSpPr>
        <p:spPr>
          <a:xfrm>
            <a:off x="5227568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971278-E676-9A5B-2355-C90BB6FC42DB}"/>
              </a:ext>
            </a:extLst>
          </p:cNvPr>
          <p:cNvSpPr txBox="1"/>
          <p:nvPr/>
        </p:nvSpPr>
        <p:spPr>
          <a:xfrm>
            <a:off x="2683444" y="1955126"/>
            <a:ext cx="115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1</a:t>
            </a:r>
            <a:endParaRPr lang="ru-GB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D27ED8-31CB-6102-A998-BD420D2A00D9}"/>
              </a:ext>
            </a:extLst>
          </p:cNvPr>
          <p:cNvSpPr txBox="1"/>
          <p:nvPr/>
        </p:nvSpPr>
        <p:spPr>
          <a:xfrm>
            <a:off x="5697371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2</a:t>
            </a:r>
            <a:endParaRPr lang="ru-GB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DC7694-A051-AAAC-FFB3-9B9A3BD5A25D}"/>
              </a:ext>
            </a:extLst>
          </p:cNvPr>
          <p:cNvSpPr txBox="1"/>
          <p:nvPr/>
        </p:nvSpPr>
        <p:spPr>
          <a:xfrm>
            <a:off x="8745444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3</a:t>
            </a:r>
            <a:endParaRPr lang="ru-GB" b="1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B7B3E8B8-3CD6-B5C9-4368-89D50A671C34}"/>
              </a:ext>
            </a:extLst>
          </p:cNvPr>
          <p:cNvSpPr/>
          <p:nvPr/>
        </p:nvSpPr>
        <p:spPr>
          <a:xfrm>
            <a:off x="5378860" y="2412411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3C2517C-93CE-95EC-A4F7-3329E45DC830}"/>
              </a:ext>
            </a:extLst>
          </p:cNvPr>
          <p:cNvSpPr/>
          <p:nvPr/>
        </p:nvSpPr>
        <p:spPr>
          <a:xfrm>
            <a:off x="5360555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1A71307E-5594-5826-D4EA-BF8AA20EEDC7}"/>
              </a:ext>
            </a:extLst>
          </p:cNvPr>
          <p:cNvSpPr/>
          <p:nvPr/>
        </p:nvSpPr>
        <p:spPr>
          <a:xfrm>
            <a:off x="5360554" y="5627664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23EA2CF6-84CE-4286-2747-5724E57AE38B}"/>
              </a:ext>
            </a:extLst>
          </p:cNvPr>
          <p:cNvSpPr/>
          <p:nvPr/>
        </p:nvSpPr>
        <p:spPr>
          <a:xfrm>
            <a:off x="8408627" y="2412411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62598ABB-7B1E-E11F-63F1-91F314872089}"/>
              </a:ext>
            </a:extLst>
          </p:cNvPr>
          <p:cNvSpPr/>
          <p:nvPr/>
        </p:nvSpPr>
        <p:spPr>
          <a:xfrm>
            <a:off x="8408626" y="3471279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75016258-88AB-51DC-05E1-7170F16A613F}"/>
              </a:ext>
            </a:extLst>
          </p:cNvPr>
          <p:cNvSpPr/>
          <p:nvPr/>
        </p:nvSpPr>
        <p:spPr>
          <a:xfrm>
            <a:off x="2179495" y="1867174"/>
            <a:ext cx="2165734" cy="4822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43139C0A-C8A8-1705-1BCE-DD05F7513052}"/>
              </a:ext>
            </a:extLst>
          </p:cNvPr>
          <p:cNvSpPr/>
          <p:nvPr/>
        </p:nvSpPr>
        <p:spPr>
          <a:xfrm>
            <a:off x="8275641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7A3A2AD-E0ED-27EF-AF94-C94515AB2AE0}"/>
              </a:ext>
            </a:extLst>
          </p:cNvPr>
          <p:cNvSpPr/>
          <p:nvPr/>
        </p:nvSpPr>
        <p:spPr>
          <a:xfrm>
            <a:off x="5171267" y="361996"/>
            <a:ext cx="2278333" cy="716716"/>
          </a:xfrm>
          <a:prstGeom prst="rect">
            <a:avLst/>
          </a:prstGeom>
          <a:solidFill>
            <a:srgbClr val="DAECFB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Балансировщик</a:t>
            </a:r>
          </a:p>
        </p:txBody>
      </p:sp>
      <p:cxnSp>
        <p:nvCxnSpPr>
          <p:cNvPr id="7" name="Соединительная линия уступом 6">
            <a:extLst>
              <a:ext uri="{FF2B5EF4-FFF2-40B4-BE49-F238E27FC236}">
                <a16:creationId xmlns:a16="http://schemas.microsoft.com/office/drawing/2014/main" id="{5DA3E7B8-061B-5F67-D791-6B19064A4B8A}"/>
              </a:ext>
            </a:extLst>
          </p:cNvPr>
          <p:cNvCxnSpPr>
            <a:stCxn id="4" idx="1"/>
            <a:endCxn id="6" idx="1"/>
          </p:cNvCxnSpPr>
          <p:nvPr/>
        </p:nvCxnSpPr>
        <p:spPr>
          <a:xfrm rot="10800000" flipV="1">
            <a:off x="2312481" y="720354"/>
            <a:ext cx="2858786" cy="4289924"/>
          </a:xfrm>
          <a:prstGeom prst="bentConnector3">
            <a:avLst>
              <a:gd name="adj1" fmla="val 11371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Соединительная линия уступом 11">
            <a:extLst>
              <a:ext uri="{FF2B5EF4-FFF2-40B4-BE49-F238E27FC236}">
                <a16:creationId xmlns:a16="http://schemas.microsoft.com/office/drawing/2014/main" id="{3682B194-C637-8C86-F41F-739799174AC0}"/>
              </a:ext>
            </a:extLst>
          </p:cNvPr>
          <p:cNvCxnSpPr>
            <a:stCxn id="4" idx="3"/>
            <a:endCxn id="32" idx="3"/>
          </p:cNvCxnSpPr>
          <p:nvPr/>
        </p:nvCxnSpPr>
        <p:spPr>
          <a:xfrm>
            <a:off x="7449600" y="720354"/>
            <a:ext cx="2858789" cy="2146422"/>
          </a:xfrm>
          <a:prstGeom prst="bentConnector3">
            <a:avLst>
              <a:gd name="adj1" fmla="val 11553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Соединительная линия уступом 27">
            <a:extLst>
              <a:ext uri="{FF2B5EF4-FFF2-40B4-BE49-F238E27FC236}">
                <a16:creationId xmlns:a16="http://schemas.microsoft.com/office/drawing/2014/main" id="{D73B4330-1DCB-AFB8-D970-E1296890506A}"/>
              </a:ext>
            </a:extLst>
          </p:cNvPr>
          <p:cNvCxnSpPr>
            <a:cxnSpLocks/>
            <a:stCxn id="4" idx="2"/>
            <a:endCxn id="31" idx="1"/>
          </p:cNvCxnSpPr>
          <p:nvPr/>
        </p:nvCxnSpPr>
        <p:spPr>
          <a:xfrm rot="5400000">
            <a:off x="3333836" y="3105430"/>
            <a:ext cx="5003317" cy="949880"/>
          </a:xfrm>
          <a:prstGeom prst="bentConnector4">
            <a:avLst>
              <a:gd name="adj1" fmla="val 5184"/>
              <a:gd name="adj2" fmla="val 14519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Соединительная линия уступом 16">
            <a:extLst>
              <a:ext uri="{FF2B5EF4-FFF2-40B4-BE49-F238E27FC236}">
                <a16:creationId xmlns:a16="http://schemas.microsoft.com/office/drawing/2014/main" id="{3C746CDE-F708-0EB5-7CB6-BB96FE79DC0D}"/>
              </a:ext>
            </a:extLst>
          </p:cNvPr>
          <p:cNvCxnSpPr>
            <a:cxnSpLocks/>
            <a:stCxn id="4" idx="3"/>
            <a:endCxn id="33" idx="1"/>
          </p:cNvCxnSpPr>
          <p:nvPr/>
        </p:nvCxnSpPr>
        <p:spPr>
          <a:xfrm>
            <a:off x="7449600" y="720354"/>
            <a:ext cx="959026" cy="3205290"/>
          </a:xfrm>
          <a:prstGeom prst="bentConnector3">
            <a:avLst>
              <a:gd name="adj1" fmla="val 54651"/>
            </a:avLst>
          </a:prstGeom>
          <a:ln w="31750" cap="flat">
            <a:solidFill>
              <a:srgbClr val="FF556B"/>
            </a:solidFill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1330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3BE61-90FC-AC18-90D7-D49F588B1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20FA141-4828-7525-DA7B-256FF4918385}"/>
              </a:ext>
            </a:extLst>
          </p:cNvPr>
          <p:cNvSpPr/>
          <p:nvPr/>
        </p:nvSpPr>
        <p:spPr>
          <a:xfrm>
            <a:off x="5363053" y="4555913"/>
            <a:ext cx="1897263" cy="908729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5065C62-2DC9-2CF0-33DB-ED9DADDCE24D}"/>
              </a:ext>
            </a:extLst>
          </p:cNvPr>
          <p:cNvSpPr/>
          <p:nvPr/>
        </p:nvSpPr>
        <p:spPr>
          <a:xfrm>
            <a:off x="2312480" y="2412410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9441CB6-D48E-D28B-2DDC-E5D333D59C6A}"/>
              </a:ext>
            </a:extLst>
          </p:cNvPr>
          <p:cNvSpPr/>
          <p:nvPr/>
        </p:nvSpPr>
        <p:spPr>
          <a:xfrm>
            <a:off x="2312481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2B10E54-D825-7479-58B3-05716C990633}"/>
              </a:ext>
            </a:extLst>
          </p:cNvPr>
          <p:cNvSpPr/>
          <p:nvPr/>
        </p:nvSpPr>
        <p:spPr>
          <a:xfrm>
            <a:off x="2312481" y="4555913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673E085B-D5BF-5BF4-829E-36AE81AE3729}"/>
              </a:ext>
            </a:extLst>
          </p:cNvPr>
          <p:cNvSpPr/>
          <p:nvPr/>
        </p:nvSpPr>
        <p:spPr>
          <a:xfrm>
            <a:off x="5227568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5F77A0-7047-94BE-6E61-566574253D44}"/>
              </a:ext>
            </a:extLst>
          </p:cNvPr>
          <p:cNvSpPr txBox="1"/>
          <p:nvPr/>
        </p:nvSpPr>
        <p:spPr>
          <a:xfrm>
            <a:off x="2683444" y="1955126"/>
            <a:ext cx="115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1</a:t>
            </a:r>
            <a:endParaRPr lang="ru-GB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6FCE2A-99D3-521C-2D23-4CF6187BF7FA}"/>
              </a:ext>
            </a:extLst>
          </p:cNvPr>
          <p:cNvSpPr txBox="1"/>
          <p:nvPr/>
        </p:nvSpPr>
        <p:spPr>
          <a:xfrm>
            <a:off x="5697371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2</a:t>
            </a:r>
            <a:endParaRPr lang="ru-GB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54DC81-BB0F-6D65-7DC0-9052C40A2942}"/>
              </a:ext>
            </a:extLst>
          </p:cNvPr>
          <p:cNvSpPr txBox="1"/>
          <p:nvPr/>
        </p:nvSpPr>
        <p:spPr>
          <a:xfrm>
            <a:off x="8745444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3</a:t>
            </a:r>
            <a:endParaRPr lang="ru-GB" b="1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72BA45D2-3A28-28FE-E349-6F30F8AEDF1B}"/>
              </a:ext>
            </a:extLst>
          </p:cNvPr>
          <p:cNvSpPr/>
          <p:nvPr/>
        </p:nvSpPr>
        <p:spPr>
          <a:xfrm>
            <a:off x="5378860" y="2412411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5E69B960-D74A-C85A-BA68-118816FF80EB}"/>
              </a:ext>
            </a:extLst>
          </p:cNvPr>
          <p:cNvSpPr/>
          <p:nvPr/>
        </p:nvSpPr>
        <p:spPr>
          <a:xfrm>
            <a:off x="5360555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8748222-4918-11CD-BFB6-E0740A99127A}"/>
              </a:ext>
            </a:extLst>
          </p:cNvPr>
          <p:cNvSpPr/>
          <p:nvPr/>
        </p:nvSpPr>
        <p:spPr>
          <a:xfrm>
            <a:off x="5360554" y="5627664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6D378C62-830D-7BA3-1990-3EC0F4B6D222}"/>
              </a:ext>
            </a:extLst>
          </p:cNvPr>
          <p:cNvSpPr/>
          <p:nvPr/>
        </p:nvSpPr>
        <p:spPr>
          <a:xfrm>
            <a:off x="8408627" y="2412411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FD2AED9-2621-F2AB-DDBC-61EB4F5677CC}"/>
              </a:ext>
            </a:extLst>
          </p:cNvPr>
          <p:cNvSpPr/>
          <p:nvPr/>
        </p:nvSpPr>
        <p:spPr>
          <a:xfrm>
            <a:off x="8408626" y="3471279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58D005A6-9EA1-D05E-3A17-E292482881F0}"/>
              </a:ext>
            </a:extLst>
          </p:cNvPr>
          <p:cNvSpPr/>
          <p:nvPr/>
        </p:nvSpPr>
        <p:spPr>
          <a:xfrm>
            <a:off x="2179495" y="1867174"/>
            <a:ext cx="2165734" cy="4822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3904359E-F796-0CC3-5A0F-DC3F647BAC68}"/>
              </a:ext>
            </a:extLst>
          </p:cNvPr>
          <p:cNvSpPr/>
          <p:nvPr/>
        </p:nvSpPr>
        <p:spPr>
          <a:xfrm>
            <a:off x="8275641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BF8EC84-48C3-331A-9C78-A8D042AE14D5}"/>
              </a:ext>
            </a:extLst>
          </p:cNvPr>
          <p:cNvSpPr/>
          <p:nvPr/>
        </p:nvSpPr>
        <p:spPr>
          <a:xfrm>
            <a:off x="5171267" y="361996"/>
            <a:ext cx="2278333" cy="716716"/>
          </a:xfrm>
          <a:prstGeom prst="rect">
            <a:avLst/>
          </a:prstGeom>
          <a:solidFill>
            <a:srgbClr val="DAECFB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Балансировщик</a:t>
            </a:r>
          </a:p>
        </p:txBody>
      </p:sp>
      <p:cxnSp>
        <p:nvCxnSpPr>
          <p:cNvPr id="7" name="Соединительная линия уступом 6">
            <a:extLst>
              <a:ext uri="{FF2B5EF4-FFF2-40B4-BE49-F238E27FC236}">
                <a16:creationId xmlns:a16="http://schemas.microsoft.com/office/drawing/2014/main" id="{98CC0C8E-0886-19A7-719E-E87106451EC1}"/>
              </a:ext>
            </a:extLst>
          </p:cNvPr>
          <p:cNvCxnSpPr>
            <a:stCxn id="4" idx="1"/>
            <a:endCxn id="6" idx="1"/>
          </p:cNvCxnSpPr>
          <p:nvPr/>
        </p:nvCxnSpPr>
        <p:spPr>
          <a:xfrm rot="10800000" flipV="1">
            <a:off x="2312481" y="720354"/>
            <a:ext cx="2858786" cy="4289924"/>
          </a:xfrm>
          <a:prstGeom prst="bentConnector3">
            <a:avLst>
              <a:gd name="adj1" fmla="val 11371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Соединительная линия уступом 11">
            <a:extLst>
              <a:ext uri="{FF2B5EF4-FFF2-40B4-BE49-F238E27FC236}">
                <a16:creationId xmlns:a16="http://schemas.microsoft.com/office/drawing/2014/main" id="{0D0DE551-D4EE-0D99-2860-FF2309AE8775}"/>
              </a:ext>
            </a:extLst>
          </p:cNvPr>
          <p:cNvCxnSpPr>
            <a:stCxn id="4" idx="3"/>
            <a:endCxn id="32" idx="3"/>
          </p:cNvCxnSpPr>
          <p:nvPr/>
        </p:nvCxnSpPr>
        <p:spPr>
          <a:xfrm>
            <a:off x="7449600" y="720354"/>
            <a:ext cx="2858789" cy="2146422"/>
          </a:xfrm>
          <a:prstGeom prst="bentConnector3">
            <a:avLst>
              <a:gd name="adj1" fmla="val 11553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Соединительная линия уступом 27">
            <a:extLst>
              <a:ext uri="{FF2B5EF4-FFF2-40B4-BE49-F238E27FC236}">
                <a16:creationId xmlns:a16="http://schemas.microsoft.com/office/drawing/2014/main" id="{68AA403D-BAB9-ED08-59B0-0A921CD40972}"/>
              </a:ext>
            </a:extLst>
          </p:cNvPr>
          <p:cNvCxnSpPr>
            <a:cxnSpLocks/>
            <a:stCxn id="4" idx="2"/>
            <a:endCxn id="31" idx="1"/>
          </p:cNvCxnSpPr>
          <p:nvPr/>
        </p:nvCxnSpPr>
        <p:spPr>
          <a:xfrm rot="5400000">
            <a:off x="3333836" y="3105430"/>
            <a:ext cx="5003317" cy="949880"/>
          </a:xfrm>
          <a:prstGeom prst="bentConnector4">
            <a:avLst>
              <a:gd name="adj1" fmla="val 5184"/>
              <a:gd name="adj2" fmla="val 14519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Соединительная линия уступом 16">
            <a:extLst>
              <a:ext uri="{FF2B5EF4-FFF2-40B4-BE49-F238E27FC236}">
                <a16:creationId xmlns:a16="http://schemas.microsoft.com/office/drawing/2014/main" id="{DC4270D8-64B8-3AE9-3890-77A6EE7D5290}"/>
              </a:ext>
            </a:extLst>
          </p:cNvPr>
          <p:cNvCxnSpPr>
            <a:cxnSpLocks/>
            <a:stCxn id="4" idx="3"/>
            <a:endCxn id="33" idx="1"/>
          </p:cNvCxnSpPr>
          <p:nvPr/>
        </p:nvCxnSpPr>
        <p:spPr>
          <a:xfrm>
            <a:off x="7449600" y="720354"/>
            <a:ext cx="959026" cy="3205290"/>
          </a:xfrm>
          <a:prstGeom prst="bentConnector3">
            <a:avLst>
              <a:gd name="adj1" fmla="val 54651"/>
            </a:avLst>
          </a:prstGeom>
          <a:ln w="31750" cap="flat">
            <a:solidFill>
              <a:srgbClr val="FF556B"/>
            </a:solidFill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BC2D0F6-D419-904A-9526-E61589CEA03C}"/>
              </a:ext>
            </a:extLst>
          </p:cNvPr>
          <p:cNvSpPr/>
          <p:nvPr/>
        </p:nvSpPr>
        <p:spPr>
          <a:xfrm>
            <a:off x="8408626" y="4555912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</p:spTree>
    <p:extLst>
      <p:ext uri="{BB962C8B-B14F-4D97-AF65-F5344CB8AC3E}">
        <p14:creationId xmlns:p14="http://schemas.microsoft.com/office/powerpoint/2010/main" val="4033538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5E02A-5922-60DB-C259-BEFFADEF4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AA1B4C1-0EF6-5571-A70C-2F41D1519AE1}"/>
              </a:ext>
            </a:extLst>
          </p:cNvPr>
          <p:cNvSpPr/>
          <p:nvPr/>
        </p:nvSpPr>
        <p:spPr>
          <a:xfrm>
            <a:off x="5363053" y="4555913"/>
            <a:ext cx="1897263" cy="908729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1DC358C-D623-9E4E-E419-19740CDD415C}"/>
              </a:ext>
            </a:extLst>
          </p:cNvPr>
          <p:cNvSpPr/>
          <p:nvPr/>
        </p:nvSpPr>
        <p:spPr>
          <a:xfrm>
            <a:off x="2312480" y="2412410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52279A5-1C55-1543-05FD-03CAB1259A64}"/>
              </a:ext>
            </a:extLst>
          </p:cNvPr>
          <p:cNvSpPr/>
          <p:nvPr/>
        </p:nvSpPr>
        <p:spPr>
          <a:xfrm>
            <a:off x="2312481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61961A0-34BE-C3D7-2B38-9F3E5F1572E2}"/>
              </a:ext>
            </a:extLst>
          </p:cNvPr>
          <p:cNvSpPr/>
          <p:nvPr/>
        </p:nvSpPr>
        <p:spPr>
          <a:xfrm>
            <a:off x="2312481" y="4555913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C77D3DF-65A7-6DD0-6E68-DE9A71E0549B}"/>
              </a:ext>
            </a:extLst>
          </p:cNvPr>
          <p:cNvSpPr/>
          <p:nvPr/>
        </p:nvSpPr>
        <p:spPr>
          <a:xfrm>
            <a:off x="5227568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E3E33B-B0AE-63FA-B29B-0F14EAC5E6A1}"/>
              </a:ext>
            </a:extLst>
          </p:cNvPr>
          <p:cNvSpPr txBox="1"/>
          <p:nvPr/>
        </p:nvSpPr>
        <p:spPr>
          <a:xfrm>
            <a:off x="2683444" y="1955126"/>
            <a:ext cx="115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1</a:t>
            </a:r>
            <a:endParaRPr lang="ru-GB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528F17-6B3F-4363-FCFE-E23ECBD820B3}"/>
              </a:ext>
            </a:extLst>
          </p:cNvPr>
          <p:cNvSpPr txBox="1"/>
          <p:nvPr/>
        </p:nvSpPr>
        <p:spPr>
          <a:xfrm>
            <a:off x="5697371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2</a:t>
            </a:r>
            <a:endParaRPr lang="ru-GB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ECA1E7-E29D-7215-32B4-E400A9D41C9E}"/>
              </a:ext>
            </a:extLst>
          </p:cNvPr>
          <p:cNvSpPr txBox="1"/>
          <p:nvPr/>
        </p:nvSpPr>
        <p:spPr>
          <a:xfrm>
            <a:off x="8745444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3</a:t>
            </a:r>
            <a:endParaRPr lang="ru-GB" b="1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B3F6BE0E-65E4-D8A8-07B0-82FC3E7C98FF}"/>
              </a:ext>
            </a:extLst>
          </p:cNvPr>
          <p:cNvSpPr/>
          <p:nvPr/>
        </p:nvSpPr>
        <p:spPr>
          <a:xfrm>
            <a:off x="5378860" y="2412411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09CAB516-C049-89F6-25DC-5CB331850CB9}"/>
              </a:ext>
            </a:extLst>
          </p:cNvPr>
          <p:cNvSpPr/>
          <p:nvPr/>
        </p:nvSpPr>
        <p:spPr>
          <a:xfrm>
            <a:off x="5360555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916AA4D9-B1C9-F5DD-11D6-14F59E0544FF}"/>
              </a:ext>
            </a:extLst>
          </p:cNvPr>
          <p:cNvSpPr/>
          <p:nvPr/>
        </p:nvSpPr>
        <p:spPr>
          <a:xfrm>
            <a:off x="5360554" y="5627664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01888875-F9CF-70F5-F395-5A010DE7B750}"/>
              </a:ext>
            </a:extLst>
          </p:cNvPr>
          <p:cNvSpPr/>
          <p:nvPr/>
        </p:nvSpPr>
        <p:spPr>
          <a:xfrm>
            <a:off x="8408627" y="2412411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F888683F-9929-6C24-E909-A407FA5BB924}"/>
              </a:ext>
            </a:extLst>
          </p:cNvPr>
          <p:cNvSpPr/>
          <p:nvPr/>
        </p:nvSpPr>
        <p:spPr>
          <a:xfrm>
            <a:off x="8408626" y="3471279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B44DE880-98F7-D056-7FE0-8AB7CD940CD5}"/>
              </a:ext>
            </a:extLst>
          </p:cNvPr>
          <p:cNvSpPr/>
          <p:nvPr/>
        </p:nvSpPr>
        <p:spPr>
          <a:xfrm>
            <a:off x="2179495" y="1867174"/>
            <a:ext cx="2165734" cy="4822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641B3B2B-4782-9862-5827-EAF83AD2F6E5}"/>
              </a:ext>
            </a:extLst>
          </p:cNvPr>
          <p:cNvSpPr/>
          <p:nvPr/>
        </p:nvSpPr>
        <p:spPr>
          <a:xfrm>
            <a:off x="8275641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4E676E8-9358-7E59-276A-2D5DF231610A}"/>
              </a:ext>
            </a:extLst>
          </p:cNvPr>
          <p:cNvSpPr/>
          <p:nvPr/>
        </p:nvSpPr>
        <p:spPr>
          <a:xfrm>
            <a:off x="5171267" y="361996"/>
            <a:ext cx="2278333" cy="716716"/>
          </a:xfrm>
          <a:prstGeom prst="rect">
            <a:avLst/>
          </a:prstGeom>
          <a:solidFill>
            <a:srgbClr val="DAECFB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Балансировщик</a:t>
            </a:r>
          </a:p>
        </p:txBody>
      </p:sp>
      <p:cxnSp>
        <p:nvCxnSpPr>
          <p:cNvPr id="7" name="Соединительная линия уступом 6">
            <a:extLst>
              <a:ext uri="{FF2B5EF4-FFF2-40B4-BE49-F238E27FC236}">
                <a16:creationId xmlns:a16="http://schemas.microsoft.com/office/drawing/2014/main" id="{DB88422B-5B4C-D5CA-B51A-2BB21441DD91}"/>
              </a:ext>
            </a:extLst>
          </p:cNvPr>
          <p:cNvCxnSpPr>
            <a:stCxn id="4" idx="1"/>
            <a:endCxn id="6" idx="1"/>
          </p:cNvCxnSpPr>
          <p:nvPr/>
        </p:nvCxnSpPr>
        <p:spPr>
          <a:xfrm rot="10800000" flipV="1">
            <a:off x="2312481" y="720354"/>
            <a:ext cx="2858786" cy="4289924"/>
          </a:xfrm>
          <a:prstGeom prst="bentConnector3">
            <a:avLst>
              <a:gd name="adj1" fmla="val 11371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Соединительная линия уступом 11">
            <a:extLst>
              <a:ext uri="{FF2B5EF4-FFF2-40B4-BE49-F238E27FC236}">
                <a16:creationId xmlns:a16="http://schemas.microsoft.com/office/drawing/2014/main" id="{C2782A0B-2A31-420C-9F0B-9ADFA75FEA29}"/>
              </a:ext>
            </a:extLst>
          </p:cNvPr>
          <p:cNvCxnSpPr>
            <a:stCxn id="4" idx="3"/>
            <a:endCxn id="32" idx="3"/>
          </p:cNvCxnSpPr>
          <p:nvPr/>
        </p:nvCxnSpPr>
        <p:spPr>
          <a:xfrm>
            <a:off x="7449600" y="720354"/>
            <a:ext cx="2858789" cy="2146422"/>
          </a:xfrm>
          <a:prstGeom prst="bentConnector3">
            <a:avLst>
              <a:gd name="adj1" fmla="val 11553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Соединительная линия уступом 27">
            <a:extLst>
              <a:ext uri="{FF2B5EF4-FFF2-40B4-BE49-F238E27FC236}">
                <a16:creationId xmlns:a16="http://schemas.microsoft.com/office/drawing/2014/main" id="{C399B534-EEE1-CD00-0CE9-FE6EFE7E73BD}"/>
              </a:ext>
            </a:extLst>
          </p:cNvPr>
          <p:cNvCxnSpPr>
            <a:cxnSpLocks/>
            <a:stCxn id="4" idx="2"/>
            <a:endCxn id="31" idx="1"/>
          </p:cNvCxnSpPr>
          <p:nvPr/>
        </p:nvCxnSpPr>
        <p:spPr>
          <a:xfrm rot="5400000">
            <a:off x="3333836" y="3105430"/>
            <a:ext cx="5003317" cy="949880"/>
          </a:xfrm>
          <a:prstGeom prst="bentConnector4">
            <a:avLst>
              <a:gd name="adj1" fmla="val 5184"/>
              <a:gd name="adj2" fmla="val 14519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Соединительная линия уступом 16">
            <a:extLst>
              <a:ext uri="{FF2B5EF4-FFF2-40B4-BE49-F238E27FC236}">
                <a16:creationId xmlns:a16="http://schemas.microsoft.com/office/drawing/2014/main" id="{B93F8A32-B874-3383-FE1B-E551909688F7}"/>
              </a:ext>
            </a:extLst>
          </p:cNvPr>
          <p:cNvCxnSpPr>
            <a:cxnSpLocks/>
            <a:stCxn id="4" idx="3"/>
            <a:endCxn id="33" idx="1"/>
          </p:cNvCxnSpPr>
          <p:nvPr/>
        </p:nvCxnSpPr>
        <p:spPr>
          <a:xfrm>
            <a:off x="7449600" y="720354"/>
            <a:ext cx="959026" cy="3205290"/>
          </a:xfrm>
          <a:prstGeom prst="bentConnector3">
            <a:avLst>
              <a:gd name="adj1" fmla="val 54651"/>
            </a:avLst>
          </a:prstGeom>
          <a:ln w="31750" cap="flat">
            <a:solidFill>
              <a:srgbClr val="FF556B"/>
            </a:solidFill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162B877-90E9-3A06-C0C7-8A3BD19EBC40}"/>
              </a:ext>
            </a:extLst>
          </p:cNvPr>
          <p:cNvSpPr/>
          <p:nvPr/>
        </p:nvSpPr>
        <p:spPr>
          <a:xfrm>
            <a:off x="8408626" y="4555912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cxnSp>
        <p:nvCxnSpPr>
          <p:cNvPr id="8" name="Соединительная линия уступом 7">
            <a:extLst>
              <a:ext uri="{FF2B5EF4-FFF2-40B4-BE49-F238E27FC236}">
                <a16:creationId xmlns:a16="http://schemas.microsoft.com/office/drawing/2014/main" id="{8084126D-462B-AEDF-A487-4CC3BDEB8B56}"/>
              </a:ext>
            </a:extLst>
          </p:cNvPr>
          <p:cNvCxnSpPr>
            <a:cxnSpLocks/>
            <a:stCxn id="4" idx="3"/>
            <a:endCxn id="5" idx="3"/>
          </p:cNvCxnSpPr>
          <p:nvPr/>
        </p:nvCxnSpPr>
        <p:spPr>
          <a:xfrm>
            <a:off x="7449600" y="720354"/>
            <a:ext cx="2858788" cy="4289923"/>
          </a:xfrm>
          <a:prstGeom prst="bentConnector3">
            <a:avLst>
              <a:gd name="adj1" fmla="val 130100"/>
            </a:avLst>
          </a:prstGeom>
          <a:ln w="31750" cap="flat">
            <a:solidFill>
              <a:srgbClr val="FF556B"/>
            </a:solidFill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7898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5EB13-CD74-611C-A45A-6DA999E60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0E41066-4957-4648-FDC8-13C630F22C38}"/>
              </a:ext>
            </a:extLst>
          </p:cNvPr>
          <p:cNvSpPr/>
          <p:nvPr/>
        </p:nvSpPr>
        <p:spPr>
          <a:xfrm>
            <a:off x="5363053" y="4555913"/>
            <a:ext cx="1897263" cy="908729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CF7664E-9F0E-4E91-084F-48AE829A71EC}"/>
              </a:ext>
            </a:extLst>
          </p:cNvPr>
          <p:cNvSpPr/>
          <p:nvPr/>
        </p:nvSpPr>
        <p:spPr>
          <a:xfrm>
            <a:off x="2312480" y="2412410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C66045F-26BF-F630-B3B9-8EBAFED065D9}"/>
              </a:ext>
            </a:extLst>
          </p:cNvPr>
          <p:cNvSpPr/>
          <p:nvPr/>
        </p:nvSpPr>
        <p:spPr>
          <a:xfrm>
            <a:off x="2312481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B7DD661-BC5E-C237-A444-E6F7DED8B02E}"/>
              </a:ext>
            </a:extLst>
          </p:cNvPr>
          <p:cNvSpPr/>
          <p:nvPr/>
        </p:nvSpPr>
        <p:spPr>
          <a:xfrm>
            <a:off x="2312481" y="4555913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5284B8D-CB90-CF62-AE0F-2757479C939C}"/>
              </a:ext>
            </a:extLst>
          </p:cNvPr>
          <p:cNvSpPr/>
          <p:nvPr/>
        </p:nvSpPr>
        <p:spPr>
          <a:xfrm>
            <a:off x="5227568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49B1AA-A2A3-3A60-45E9-F09356FF1621}"/>
              </a:ext>
            </a:extLst>
          </p:cNvPr>
          <p:cNvSpPr txBox="1"/>
          <p:nvPr/>
        </p:nvSpPr>
        <p:spPr>
          <a:xfrm>
            <a:off x="2683444" y="1955126"/>
            <a:ext cx="115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1</a:t>
            </a:r>
            <a:endParaRPr lang="ru-GB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CCE5BB-0F1B-E1B3-9D41-E0635DD96133}"/>
              </a:ext>
            </a:extLst>
          </p:cNvPr>
          <p:cNvSpPr txBox="1"/>
          <p:nvPr/>
        </p:nvSpPr>
        <p:spPr>
          <a:xfrm>
            <a:off x="5697371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2</a:t>
            </a:r>
            <a:endParaRPr lang="ru-GB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9F2ECF-AE3F-AEBB-76C7-9F9C01AC3E62}"/>
              </a:ext>
            </a:extLst>
          </p:cNvPr>
          <p:cNvSpPr txBox="1"/>
          <p:nvPr/>
        </p:nvSpPr>
        <p:spPr>
          <a:xfrm>
            <a:off x="8745444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3</a:t>
            </a:r>
            <a:endParaRPr lang="ru-GB" b="1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81EAC79E-C3D0-A666-B0E2-2B6628D4BA29}"/>
              </a:ext>
            </a:extLst>
          </p:cNvPr>
          <p:cNvSpPr/>
          <p:nvPr/>
        </p:nvSpPr>
        <p:spPr>
          <a:xfrm>
            <a:off x="5378860" y="2412411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2087636-7EB6-A5BB-E944-CFCD2CE3DF0A}"/>
              </a:ext>
            </a:extLst>
          </p:cNvPr>
          <p:cNvSpPr/>
          <p:nvPr/>
        </p:nvSpPr>
        <p:spPr>
          <a:xfrm>
            <a:off x="5360555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CFADD9F1-10FE-23F1-2FDE-26392D54169C}"/>
              </a:ext>
            </a:extLst>
          </p:cNvPr>
          <p:cNvSpPr/>
          <p:nvPr/>
        </p:nvSpPr>
        <p:spPr>
          <a:xfrm>
            <a:off x="5360554" y="5627664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3F979869-FEFB-84AF-8691-D7DD6D979294}"/>
              </a:ext>
            </a:extLst>
          </p:cNvPr>
          <p:cNvSpPr/>
          <p:nvPr/>
        </p:nvSpPr>
        <p:spPr>
          <a:xfrm>
            <a:off x="8408627" y="2412411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💀</a:t>
            </a:r>
            <a:endParaRPr lang="ru-GB" sz="4800" dirty="0">
              <a:solidFill>
                <a:schemeClr val="tx1"/>
              </a:solidFill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6A3AEBE3-80D7-6EC3-16BF-15F041E78286}"/>
              </a:ext>
            </a:extLst>
          </p:cNvPr>
          <p:cNvSpPr/>
          <p:nvPr/>
        </p:nvSpPr>
        <p:spPr>
          <a:xfrm>
            <a:off x="8408626" y="3471279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💀</a:t>
            </a:r>
            <a:endParaRPr lang="ru-GB" sz="4800" dirty="0">
              <a:solidFill>
                <a:schemeClr val="tx1"/>
              </a:solidFill>
            </a:endParaRP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DE03006B-9984-9C69-8955-F648A2668218}"/>
              </a:ext>
            </a:extLst>
          </p:cNvPr>
          <p:cNvSpPr/>
          <p:nvPr/>
        </p:nvSpPr>
        <p:spPr>
          <a:xfrm>
            <a:off x="2179495" y="1867174"/>
            <a:ext cx="2165734" cy="4822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65C6A704-7599-2F61-7826-2DF6E660BB41}"/>
              </a:ext>
            </a:extLst>
          </p:cNvPr>
          <p:cNvSpPr/>
          <p:nvPr/>
        </p:nvSpPr>
        <p:spPr>
          <a:xfrm>
            <a:off x="8275641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23EB0A1-64C4-CCEA-86AF-13273536E6E0}"/>
              </a:ext>
            </a:extLst>
          </p:cNvPr>
          <p:cNvSpPr/>
          <p:nvPr/>
        </p:nvSpPr>
        <p:spPr>
          <a:xfrm>
            <a:off x="5171267" y="361996"/>
            <a:ext cx="2278333" cy="716716"/>
          </a:xfrm>
          <a:prstGeom prst="rect">
            <a:avLst/>
          </a:prstGeom>
          <a:solidFill>
            <a:srgbClr val="DAECFB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Балансировщик</a:t>
            </a:r>
          </a:p>
        </p:txBody>
      </p:sp>
      <p:cxnSp>
        <p:nvCxnSpPr>
          <p:cNvPr id="7" name="Соединительная линия уступом 6">
            <a:extLst>
              <a:ext uri="{FF2B5EF4-FFF2-40B4-BE49-F238E27FC236}">
                <a16:creationId xmlns:a16="http://schemas.microsoft.com/office/drawing/2014/main" id="{835A37EA-DD52-DDAD-4FE9-E25F212CE2EA}"/>
              </a:ext>
            </a:extLst>
          </p:cNvPr>
          <p:cNvCxnSpPr>
            <a:stCxn id="4" idx="1"/>
            <a:endCxn id="6" idx="1"/>
          </p:cNvCxnSpPr>
          <p:nvPr/>
        </p:nvCxnSpPr>
        <p:spPr>
          <a:xfrm rot="10800000" flipV="1">
            <a:off x="2312481" y="720354"/>
            <a:ext cx="2858786" cy="4289924"/>
          </a:xfrm>
          <a:prstGeom prst="bentConnector3">
            <a:avLst>
              <a:gd name="adj1" fmla="val 11371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Соединительная линия уступом 11">
            <a:extLst>
              <a:ext uri="{FF2B5EF4-FFF2-40B4-BE49-F238E27FC236}">
                <a16:creationId xmlns:a16="http://schemas.microsoft.com/office/drawing/2014/main" id="{8091FF58-B02D-D0F0-1DEE-E8AE32C021F9}"/>
              </a:ext>
            </a:extLst>
          </p:cNvPr>
          <p:cNvCxnSpPr>
            <a:stCxn id="4" idx="3"/>
            <a:endCxn id="32" idx="3"/>
          </p:cNvCxnSpPr>
          <p:nvPr/>
        </p:nvCxnSpPr>
        <p:spPr>
          <a:xfrm>
            <a:off x="7449600" y="720354"/>
            <a:ext cx="2858789" cy="2146422"/>
          </a:xfrm>
          <a:prstGeom prst="bentConnector3">
            <a:avLst>
              <a:gd name="adj1" fmla="val 11553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Соединительная линия уступом 27">
            <a:extLst>
              <a:ext uri="{FF2B5EF4-FFF2-40B4-BE49-F238E27FC236}">
                <a16:creationId xmlns:a16="http://schemas.microsoft.com/office/drawing/2014/main" id="{E964430E-30B0-9441-6B93-81DBE200C47D}"/>
              </a:ext>
            </a:extLst>
          </p:cNvPr>
          <p:cNvCxnSpPr>
            <a:cxnSpLocks/>
            <a:stCxn id="4" idx="2"/>
            <a:endCxn id="31" idx="1"/>
          </p:cNvCxnSpPr>
          <p:nvPr/>
        </p:nvCxnSpPr>
        <p:spPr>
          <a:xfrm rot="5400000">
            <a:off x="3333836" y="3105430"/>
            <a:ext cx="5003317" cy="949880"/>
          </a:xfrm>
          <a:prstGeom prst="bentConnector4">
            <a:avLst>
              <a:gd name="adj1" fmla="val 5184"/>
              <a:gd name="adj2" fmla="val 14519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Соединительная линия уступом 16">
            <a:extLst>
              <a:ext uri="{FF2B5EF4-FFF2-40B4-BE49-F238E27FC236}">
                <a16:creationId xmlns:a16="http://schemas.microsoft.com/office/drawing/2014/main" id="{2B0C541D-3B0E-BB4E-0E77-E57BBFB9DD98}"/>
              </a:ext>
            </a:extLst>
          </p:cNvPr>
          <p:cNvCxnSpPr>
            <a:cxnSpLocks/>
            <a:stCxn id="4" idx="3"/>
            <a:endCxn id="33" idx="1"/>
          </p:cNvCxnSpPr>
          <p:nvPr/>
        </p:nvCxnSpPr>
        <p:spPr>
          <a:xfrm>
            <a:off x="7449600" y="720354"/>
            <a:ext cx="959026" cy="3205290"/>
          </a:xfrm>
          <a:prstGeom prst="bentConnector3">
            <a:avLst>
              <a:gd name="adj1" fmla="val 54651"/>
            </a:avLst>
          </a:prstGeom>
          <a:ln w="31750" cap="flat">
            <a:solidFill>
              <a:srgbClr val="FF556B"/>
            </a:solidFill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65AF434-2BDC-E3F9-6DDF-94DDDE9E53E2}"/>
              </a:ext>
            </a:extLst>
          </p:cNvPr>
          <p:cNvSpPr/>
          <p:nvPr/>
        </p:nvSpPr>
        <p:spPr>
          <a:xfrm>
            <a:off x="8408626" y="4555912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💀</a:t>
            </a:r>
            <a:endParaRPr lang="ru-GB" sz="4800" dirty="0">
              <a:solidFill>
                <a:schemeClr val="tx1"/>
              </a:solidFill>
            </a:endParaRPr>
          </a:p>
        </p:txBody>
      </p:sp>
      <p:cxnSp>
        <p:nvCxnSpPr>
          <p:cNvPr id="8" name="Соединительная линия уступом 7">
            <a:extLst>
              <a:ext uri="{FF2B5EF4-FFF2-40B4-BE49-F238E27FC236}">
                <a16:creationId xmlns:a16="http://schemas.microsoft.com/office/drawing/2014/main" id="{09733B77-54DF-2F0B-67E5-D48F6D6C2F1C}"/>
              </a:ext>
            </a:extLst>
          </p:cNvPr>
          <p:cNvCxnSpPr>
            <a:cxnSpLocks/>
            <a:stCxn id="4" idx="3"/>
            <a:endCxn id="5" idx="3"/>
          </p:cNvCxnSpPr>
          <p:nvPr/>
        </p:nvCxnSpPr>
        <p:spPr>
          <a:xfrm>
            <a:off x="7449600" y="720354"/>
            <a:ext cx="2858788" cy="4289923"/>
          </a:xfrm>
          <a:prstGeom prst="bentConnector3">
            <a:avLst>
              <a:gd name="adj1" fmla="val 130100"/>
            </a:avLst>
          </a:prstGeom>
          <a:ln w="31750" cap="flat">
            <a:solidFill>
              <a:srgbClr val="FF556B"/>
            </a:solidFill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9190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476A7-7CBA-8AE7-25C5-806126D06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65D5F3C-A94C-A608-92EF-AB045BB43508}"/>
              </a:ext>
            </a:extLst>
          </p:cNvPr>
          <p:cNvSpPr/>
          <p:nvPr/>
        </p:nvSpPr>
        <p:spPr>
          <a:xfrm>
            <a:off x="5363053" y="4555913"/>
            <a:ext cx="1897263" cy="908729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112DB5F-D71D-0663-2EC3-D8F15323B422}"/>
              </a:ext>
            </a:extLst>
          </p:cNvPr>
          <p:cNvSpPr/>
          <p:nvPr/>
        </p:nvSpPr>
        <p:spPr>
          <a:xfrm>
            <a:off x="2312480" y="2412410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CF8E1C0-6A44-08B5-360E-AEA67318C933}"/>
              </a:ext>
            </a:extLst>
          </p:cNvPr>
          <p:cNvSpPr/>
          <p:nvPr/>
        </p:nvSpPr>
        <p:spPr>
          <a:xfrm>
            <a:off x="2312481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3B63F02-1214-5586-168D-9D7BDA0F9621}"/>
              </a:ext>
            </a:extLst>
          </p:cNvPr>
          <p:cNvSpPr/>
          <p:nvPr/>
        </p:nvSpPr>
        <p:spPr>
          <a:xfrm>
            <a:off x="2312481" y="4555913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723944D-6DAA-B590-A29C-A63B0DDA9E5F}"/>
              </a:ext>
            </a:extLst>
          </p:cNvPr>
          <p:cNvSpPr/>
          <p:nvPr/>
        </p:nvSpPr>
        <p:spPr>
          <a:xfrm>
            <a:off x="5227568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0E0D71-7F5A-16A4-D0EA-0E1248B9CF72}"/>
              </a:ext>
            </a:extLst>
          </p:cNvPr>
          <p:cNvSpPr txBox="1"/>
          <p:nvPr/>
        </p:nvSpPr>
        <p:spPr>
          <a:xfrm>
            <a:off x="2683444" y="1955126"/>
            <a:ext cx="115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1</a:t>
            </a:r>
            <a:endParaRPr lang="ru-GB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935D0A-A4C2-64E1-4E7A-2D1B4A553C3F}"/>
              </a:ext>
            </a:extLst>
          </p:cNvPr>
          <p:cNvSpPr txBox="1"/>
          <p:nvPr/>
        </p:nvSpPr>
        <p:spPr>
          <a:xfrm>
            <a:off x="5697371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2</a:t>
            </a:r>
            <a:endParaRPr lang="ru-GB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ED7621-C78E-9B88-565F-AD1D44C035C6}"/>
              </a:ext>
            </a:extLst>
          </p:cNvPr>
          <p:cNvSpPr txBox="1"/>
          <p:nvPr/>
        </p:nvSpPr>
        <p:spPr>
          <a:xfrm>
            <a:off x="8745444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3</a:t>
            </a:r>
            <a:endParaRPr lang="ru-GB" b="1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2867B28-9DD1-96CB-B9D3-69D1CB6973EF}"/>
              </a:ext>
            </a:extLst>
          </p:cNvPr>
          <p:cNvSpPr/>
          <p:nvPr/>
        </p:nvSpPr>
        <p:spPr>
          <a:xfrm>
            <a:off x="5378860" y="2412411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F5D37943-2713-D8EA-A1E1-1E2ADB1C148F}"/>
              </a:ext>
            </a:extLst>
          </p:cNvPr>
          <p:cNvSpPr/>
          <p:nvPr/>
        </p:nvSpPr>
        <p:spPr>
          <a:xfrm>
            <a:off x="5360555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7D06CE98-0662-03B7-1371-25E67EDF398F}"/>
              </a:ext>
            </a:extLst>
          </p:cNvPr>
          <p:cNvSpPr/>
          <p:nvPr/>
        </p:nvSpPr>
        <p:spPr>
          <a:xfrm>
            <a:off x="5360554" y="5627664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C2B10E1D-1936-8A02-51E1-1ED98AB0FECA}"/>
              </a:ext>
            </a:extLst>
          </p:cNvPr>
          <p:cNvSpPr/>
          <p:nvPr/>
        </p:nvSpPr>
        <p:spPr>
          <a:xfrm>
            <a:off x="8408627" y="2412411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218547BF-7DF8-D3BE-B1E8-17CC7B42A8DB}"/>
              </a:ext>
            </a:extLst>
          </p:cNvPr>
          <p:cNvSpPr/>
          <p:nvPr/>
        </p:nvSpPr>
        <p:spPr>
          <a:xfrm>
            <a:off x="8408626" y="3471279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BF857686-5813-58B9-DAC7-5558065553A7}"/>
              </a:ext>
            </a:extLst>
          </p:cNvPr>
          <p:cNvSpPr/>
          <p:nvPr/>
        </p:nvSpPr>
        <p:spPr>
          <a:xfrm>
            <a:off x="2179495" y="1867174"/>
            <a:ext cx="2165734" cy="4822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75BDD5D3-B627-33CE-0538-393C985C2791}"/>
              </a:ext>
            </a:extLst>
          </p:cNvPr>
          <p:cNvSpPr/>
          <p:nvPr/>
        </p:nvSpPr>
        <p:spPr>
          <a:xfrm>
            <a:off x="8275641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CFC9810-DD7D-EB6D-7B2E-144B0488F123}"/>
              </a:ext>
            </a:extLst>
          </p:cNvPr>
          <p:cNvSpPr/>
          <p:nvPr/>
        </p:nvSpPr>
        <p:spPr>
          <a:xfrm>
            <a:off x="5171267" y="361996"/>
            <a:ext cx="2278333" cy="716716"/>
          </a:xfrm>
          <a:prstGeom prst="rect">
            <a:avLst/>
          </a:prstGeom>
          <a:solidFill>
            <a:srgbClr val="DAECFB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Балансировщик</a:t>
            </a:r>
          </a:p>
        </p:txBody>
      </p:sp>
      <p:cxnSp>
        <p:nvCxnSpPr>
          <p:cNvPr id="7" name="Соединительная линия уступом 6">
            <a:extLst>
              <a:ext uri="{FF2B5EF4-FFF2-40B4-BE49-F238E27FC236}">
                <a16:creationId xmlns:a16="http://schemas.microsoft.com/office/drawing/2014/main" id="{87032B31-37AF-9C30-6C99-8B2AEDE42962}"/>
              </a:ext>
            </a:extLst>
          </p:cNvPr>
          <p:cNvCxnSpPr>
            <a:stCxn id="4" idx="1"/>
            <a:endCxn id="6" idx="1"/>
          </p:cNvCxnSpPr>
          <p:nvPr/>
        </p:nvCxnSpPr>
        <p:spPr>
          <a:xfrm rot="10800000" flipV="1">
            <a:off x="2312481" y="720354"/>
            <a:ext cx="2858786" cy="4289924"/>
          </a:xfrm>
          <a:prstGeom prst="bentConnector3">
            <a:avLst>
              <a:gd name="adj1" fmla="val 11371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Соединительная линия уступом 11">
            <a:extLst>
              <a:ext uri="{FF2B5EF4-FFF2-40B4-BE49-F238E27FC236}">
                <a16:creationId xmlns:a16="http://schemas.microsoft.com/office/drawing/2014/main" id="{BB612E73-FEE7-F9DA-A0A2-036AB9EC317F}"/>
              </a:ext>
            </a:extLst>
          </p:cNvPr>
          <p:cNvCxnSpPr>
            <a:stCxn id="4" idx="3"/>
            <a:endCxn id="32" idx="3"/>
          </p:cNvCxnSpPr>
          <p:nvPr/>
        </p:nvCxnSpPr>
        <p:spPr>
          <a:xfrm>
            <a:off x="7449600" y="720354"/>
            <a:ext cx="2858789" cy="2146422"/>
          </a:xfrm>
          <a:prstGeom prst="bentConnector3">
            <a:avLst>
              <a:gd name="adj1" fmla="val 11553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Соединительная линия уступом 27">
            <a:extLst>
              <a:ext uri="{FF2B5EF4-FFF2-40B4-BE49-F238E27FC236}">
                <a16:creationId xmlns:a16="http://schemas.microsoft.com/office/drawing/2014/main" id="{7D013B82-972E-2AF0-0DA4-FD8E2A2E0A93}"/>
              </a:ext>
            </a:extLst>
          </p:cNvPr>
          <p:cNvCxnSpPr>
            <a:cxnSpLocks/>
            <a:stCxn id="4" idx="2"/>
            <a:endCxn id="31" idx="1"/>
          </p:cNvCxnSpPr>
          <p:nvPr/>
        </p:nvCxnSpPr>
        <p:spPr>
          <a:xfrm rot="5400000">
            <a:off x="3333836" y="3105430"/>
            <a:ext cx="5003317" cy="949880"/>
          </a:xfrm>
          <a:prstGeom prst="bentConnector4">
            <a:avLst>
              <a:gd name="adj1" fmla="val 5184"/>
              <a:gd name="adj2" fmla="val 14519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Соединительная линия уступом 16">
            <a:extLst>
              <a:ext uri="{FF2B5EF4-FFF2-40B4-BE49-F238E27FC236}">
                <a16:creationId xmlns:a16="http://schemas.microsoft.com/office/drawing/2014/main" id="{561F4090-38B4-8A0E-8A73-214F217C25DB}"/>
              </a:ext>
            </a:extLst>
          </p:cNvPr>
          <p:cNvCxnSpPr>
            <a:cxnSpLocks/>
            <a:stCxn id="4" idx="3"/>
            <a:endCxn id="33" idx="1"/>
          </p:cNvCxnSpPr>
          <p:nvPr/>
        </p:nvCxnSpPr>
        <p:spPr>
          <a:xfrm>
            <a:off x="7449600" y="720354"/>
            <a:ext cx="959026" cy="3205290"/>
          </a:xfrm>
          <a:prstGeom prst="bentConnector3">
            <a:avLst>
              <a:gd name="adj1" fmla="val 54651"/>
            </a:avLst>
          </a:prstGeom>
          <a:ln w="31750" cap="flat">
            <a:solidFill>
              <a:srgbClr val="FF556B"/>
            </a:solidFill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4E12F59-993B-DFD7-2F11-EAD2CA22C55E}"/>
              </a:ext>
            </a:extLst>
          </p:cNvPr>
          <p:cNvSpPr/>
          <p:nvPr/>
        </p:nvSpPr>
        <p:spPr>
          <a:xfrm>
            <a:off x="8408626" y="4555912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cxnSp>
        <p:nvCxnSpPr>
          <p:cNvPr id="8" name="Соединительная линия уступом 7">
            <a:extLst>
              <a:ext uri="{FF2B5EF4-FFF2-40B4-BE49-F238E27FC236}">
                <a16:creationId xmlns:a16="http://schemas.microsoft.com/office/drawing/2014/main" id="{A40E6395-FBF0-3069-47CD-69B8DDA79CDC}"/>
              </a:ext>
            </a:extLst>
          </p:cNvPr>
          <p:cNvCxnSpPr>
            <a:cxnSpLocks/>
            <a:stCxn id="4" idx="3"/>
            <a:endCxn id="5" idx="3"/>
          </p:cNvCxnSpPr>
          <p:nvPr/>
        </p:nvCxnSpPr>
        <p:spPr>
          <a:xfrm>
            <a:off x="7449600" y="720354"/>
            <a:ext cx="2858788" cy="4289923"/>
          </a:xfrm>
          <a:prstGeom prst="bentConnector3">
            <a:avLst>
              <a:gd name="adj1" fmla="val 130100"/>
            </a:avLst>
          </a:prstGeom>
          <a:ln w="31750" cap="flat">
            <a:solidFill>
              <a:srgbClr val="FF556B"/>
            </a:solidFill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153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0378A-5A73-54AC-67D8-C5022EF86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8484DC9-5AA1-A77C-AC4C-380D7E0C366D}"/>
              </a:ext>
            </a:extLst>
          </p:cNvPr>
          <p:cNvSpPr/>
          <p:nvPr/>
        </p:nvSpPr>
        <p:spPr>
          <a:xfrm>
            <a:off x="5363053" y="4555913"/>
            <a:ext cx="1897263" cy="908729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DF22CDE-AA27-A80C-C26C-F91122594357}"/>
              </a:ext>
            </a:extLst>
          </p:cNvPr>
          <p:cNvSpPr/>
          <p:nvPr/>
        </p:nvSpPr>
        <p:spPr>
          <a:xfrm>
            <a:off x="2312480" y="2412410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FF22CAD-DF82-48D8-A539-0942D3C199C6}"/>
              </a:ext>
            </a:extLst>
          </p:cNvPr>
          <p:cNvSpPr/>
          <p:nvPr/>
        </p:nvSpPr>
        <p:spPr>
          <a:xfrm>
            <a:off x="2312481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9B4D3A3-CE9B-06A4-6FE6-A2C156A278C0}"/>
              </a:ext>
            </a:extLst>
          </p:cNvPr>
          <p:cNvSpPr/>
          <p:nvPr/>
        </p:nvSpPr>
        <p:spPr>
          <a:xfrm>
            <a:off x="2312481" y="4555913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ru-GB" sz="4400" dirty="0">
                <a:solidFill>
                  <a:schemeClr val="tx1"/>
                </a:solidFill>
              </a:rPr>
              <a:t>💀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09D614C-7D5E-7348-CB13-8C98B8258D7B}"/>
              </a:ext>
            </a:extLst>
          </p:cNvPr>
          <p:cNvSpPr/>
          <p:nvPr/>
        </p:nvSpPr>
        <p:spPr>
          <a:xfrm>
            <a:off x="5227568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43C203-D429-CF26-F71F-186026DD97E9}"/>
              </a:ext>
            </a:extLst>
          </p:cNvPr>
          <p:cNvSpPr txBox="1"/>
          <p:nvPr/>
        </p:nvSpPr>
        <p:spPr>
          <a:xfrm>
            <a:off x="2683444" y="1955126"/>
            <a:ext cx="115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1</a:t>
            </a:r>
            <a:endParaRPr lang="ru-GB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B1FB29-A8FC-DC6B-8884-D9A1ACE1578C}"/>
              </a:ext>
            </a:extLst>
          </p:cNvPr>
          <p:cNvSpPr txBox="1"/>
          <p:nvPr/>
        </p:nvSpPr>
        <p:spPr>
          <a:xfrm>
            <a:off x="5697371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2</a:t>
            </a:r>
            <a:endParaRPr lang="ru-GB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824B36-D26A-C674-BF32-369C8CCAD18B}"/>
              </a:ext>
            </a:extLst>
          </p:cNvPr>
          <p:cNvSpPr txBox="1"/>
          <p:nvPr/>
        </p:nvSpPr>
        <p:spPr>
          <a:xfrm>
            <a:off x="8745444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3</a:t>
            </a:r>
            <a:endParaRPr lang="ru-GB" b="1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3919134A-52A5-E6D2-39A7-51246A4E4B4C}"/>
              </a:ext>
            </a:extLst>
          </p:cNvPr>
          <p:cNvSpPr/>
          <p:nvPr/>
        </p:nvSpPr>
        <p:spPr>
          <a:xfrm>
            <a:off x="5378860" y="2412411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CFB37A3D-8F1B-A08A-2C74-AD8612A1CC5A}"/>
              </a:ext>
            </a:extLst>
          </p:cNvPr>
          <p:cNvSpPr/>
          <p:nvPr/>
        </p:nvSpPr>
        <p:spPr>
          <a:xfrm>
            <a:off x="5360555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61318340-CBB2-F869-76E1-7D7D8431713B}"/>
              </a:ext>
            </a:extLst>
          </p:cNvPr>
          <p:cNvSpPr/>
          <p:nvPr/>
        </p:nvSpPr>
        <p:spPr>
          <a:xfrm>
            <a:off x="5360554" y="5627664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A541443E-199A-5CA1-F07F-4CFCA0A09FEB}"/>
              </a:ext>
            </a:extLst>
          </p:cNvPr>
          <p:cNvSpPr/>
          <p:nvPr/>
        </p:nvSpPr>
        <p:spPr>
          <a:xfrm>
            <a:off x="8408627" y="2412411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E9946E56-6401-2549-A919-40025B6E4F8C}"/>
              </a:ext>
            </a:extLst>
          </p:cNvPr>
          <p:cNvSpPr/>
          <p:nvPr/>
        </p:nvSpPr>
        <p:spPr>
          <a:xfrm>
            <a:off x="8408626" y="3471279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8A04870E-C612-BF74-0F35-0B92B2BE9D51}"/>
              </a:ext>
            </a:extLst>
          </p:cNvPr>
          <p:cNvSpPr/>
          <p:nvPr/>
        </p:nvSpPr>
        <p:spPr>
          <a:xfrm>
            <a:off x="2179495" y="1867174"/>
            <a:ext cx="2165734" cy="4822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D49F5977-85DC-3A28-A9C0-FE684F415DEA}"/>
              </a:ext>
            </a:extLst>
          </p:cNvPr>
          <p:cNvSpPr/>
          <p:nvPr/>
        </p:nvSpPr>
        <p:spPr>
          <a:xfrm>
            <a:off x="8275641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2F5D778-66ED-4774-F45B-0B03ACE874A6}"/>
              </a:ext>
            </a:extLst>
          </p:cNvPr>
          <p:cNvSpPr/>
          <p:nvPr/>
        </p:nvSpPr>
        <p:spPr>
          <a:xfrm>
            <a:off x="5171267" y="361996"/>
            <a:ext cx="2278333" cy="716716"/>
          </a:xfrm>
          <a:prstGeom prst="rect">
            <a:avLst/>
          </a:prstGeom>
          <a:solidFill>
            <a:srgbClr val="DAECFB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Балансировщик</a:t>
            </a:r>
          </a:p>
        </p:txBody>
      </p:sp>
      <p:cxnSp>
        <p:nvCxnSpPr>
          <p:cNvPr id="7" name="Соединительная линия уступом 6">
            <a:extLst>
              <a:ext uri="{FF2B5EF4-FFF2-40B4-BE49-F238E27FC236}">
                <a16:creationId xmlns:a16="http://schemas.microsoft.com/office/drawing/2014/main" id="{AEAD5053-24F7-0432-0E7E-864E3BDF91BD}"/>
              </a:ext>
            </a:extLst>
          </p:cNvPr>
          <p:cNvCxnSpPr>
            <a:stCxn id="4" idx="1"/>
            <a:endCxn id="6" idx="1"/>
          </p:cNvCxnSpPr>
          <p:nvPr/>
        </p:nvCxnSpPr>
        <p:spPr>
          <a:xfrm rot="10800000" flipV="1">
            <a:off x="2312481" y="720354"/>
            <a:ext cx="2858786" cy="4289924"/>
          </a:xfrm>
          <a:prstGeom prst="bentConnector3">
            <a:avLst>
              <a:gd name="adj1" fmla="val 11371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Соединительная линия уступом 11">
            <a:extLst>
              <a:ext uri="{FF2B5EF4-FFF2-40B4-BE49-F238E27FC236}">
                <a16:creationId xmlns:a16="http://schemas.microsoft.com/office/drawing/2014/main" id="{0A303203-E471-CBF4-8517-9AF299D43424}"/>
              </a:ext>
            </a:extLst>
          </p:cNvPr>
          <p:cNvCxnSpPr>
            <a:stCxn id="4" idx="3"/>
            <a:endCxn id="32" idx="3"/>
          </p:cNvCxnSpPr>
          <p:nvPr/>
        </p:nvCxnSpPr>
        <p:spPr>
          <a:xfrm>
            <a:off x="7449600" y="720354"/>
            <a:ext cx="2858789" cy="2146422"/>
          </a:xfrm>
          <a:prstGeom prst="bentConnector3">
            <a:avLst>
              <a:gd name="adj1" fmla="val 11553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Соединительная линия уступом 27">
            <a:extLst>
              <a:ext uri="{FF2B5EF4-FFF2-40B4-BE49-F238E27FC236}">
                <a16:creationId xmlns:a16="http://schemas.microsoft.com/office/drawing/2014/main" id="{55C3ADE2-6625-CCB1-8A7B-2DA981A8E6E2}"/>
              </a:ext>
            </a:extLst>
          </p:cNvPr>
          <p:cNvCxnSpPr>
            <a:cxnSpLocks/>
            <a:stCxn id="4" idx="2"/>
            <a:endCxn id="31" idx="1"/>
          </p:cNvCxnSpPr>
          <p:nvPr/>
        </p:nvCxnSpPr>
        <p:spPr>
          <a:xfrm rot="5400000">
            <a:off x="3333836" y="3105430"/>
            <a:ext cx="5003317" cy="949880"/>
          </a:xfrm>
          <a:prstGeom prst="bentConnector4">
            <a:avLst>
              <a:gd name="adj1" fmla="val 5184"/>
              <a:gd name="adj2" fmla="val 14519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Соединительная линия уступом 16">
            <a:extLst>
              <a:ext uri="{FF2B5EF4-FFF2-40B4-BE49-F238E27FC236}">
                <a16:creationId xmlns:a16="http://schemas.microsoft.com/office/drawing/2014/main" id="{1FB68A1F-6377-A073-65B6-FB82702887BE}"/>
              </a:ext>
            </a:extLst>
          </p:cNvPr>
          <p:cNvCxnSpPr>
            <a:cxnSpLocks/>
            <a:stCxn id="4" idx="3"/>
            <a:endCxn id="33" idx="1"/>
          </p:cNvCxnSpPr>
          <p:nvPr/>
        </p:nvCxnSpPr>
        <p:spPr>
          <a:xfrm>
            <a:off x="7449600" y="720354"/>
            <a:ext cx="959026" cy="3205290"/>
          </a:xfrm>
          <a:prstGeom prst="bentConnector3">
            <a:avLst>
              <a:gd name="adj1" fmla="val 54651"/>
            </a:avLst>
          </a:prstGeom>
          <a:ln w="31750" cap="flat">
            <a:solidFill>
              <a:srgbClr val="FF556B"/>
            </a:solidFill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5E7583D-A628-D28E-8875-418C6F2A6669}"/>
              </a:ext>
            </a:extLst>
          </p:cNvPr>
          <p:cNvSpPr/>
          <p:nvPr/>
        </p:nvSpPr>
        <p:spPr>
          <a:xfrm>
            <a:off x="8408626" y="4555912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cxnSp>
        <p:nvCxnSpPr>
          <p:cNvPr id="8" name="Соединительная линия уступом 7">
            <a:extLst>
              <a:ext uri="{FF2B5EF4-FFF2-40B4-BE49-F238E27FC236}">
                <a16:creationId xmlns:a16="http://schemas.microsoft.com/office/drawing/2014/main" id="{C6257E59-7507-F2D4-62F7-C996994B7D21}"/>
              </a:ext>
            </a:extLst>
          </p:cNvPr>
          <p:cNvCxnSpPr>
            <a:cxnSpLocks/>
            <a:stCxn id="4" idx="3"/>
            <a:endCxn id="5" idx="3"/>
          </p:cNvCxnSpPr>
          <p:nvPr/>
        </p:nvCxnSpPr>
        <p:spPr>
          <a:xfrm>
            <a:off x="7449600" y="720354"/>
            <a:ext cx="2858788" cy="4289923"/>
          </a:xfrm>
          <a:prstGeom prst="bentConnector3">
            <a:avLst>
              <a:gd name="adj1" fmla="val 130100"/>
            </a:avLst>
          </a:prstGeom>
          <a:ln w="31750" cap="flat">
            <a:solidFill>
              <a:srgbClr val="FF556B"/>
            </a:solidFill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3411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F77DE-8E92-4989-0E80-995EE3F26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916B853-84F3-D76B-8EA6-71C6D3C4D42C}"/>
              </a:ext>
            </a:extLst>
          </p:cNvPr>
          <p:cNvSpPr/>
          <p:nvPr/>
        </p:nvSpPr>
        <p:spPr>
          <a:xfrm>
            <a:off x="5363053" y="4555913"/>
            <a:ext cx="1897263" cy="908729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6548BBD-9D9C-6FE0-E1E9-CB830C6DC39C}"/>
              </a:ext>
            </a:extLst>
          </p:cNvPr>
          <p:cNvSpPr/>
          <p:nvPr/>
        </p:nvSpPr>
        <p:spPr>
          <a:xfrm>
            <a:off x="2312480" y="2412410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9C42E4B-454B-7375-D5C1-693176E3CC0B}"/>
              </a:ext>
            </a:extLst>
          </p:cNvPr>
          <p:cNvSpPr/>
          <p:nvPr/>
        </p:nvSpPr>
        <p:spPr>
          <a:xfrm>
            <a:off x="2312481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79E6FFF-1256-4324-47DE-46CC72F3D427}"/>
              </a:ext>
            </a:extLst>
          </p:cNvPr>
          <p:cNvSpPr/>
          <p:nvPr/>
        </p:nvSpPr>
        <p:spPr>
          <a:xfrm>
            <a:off x="2312481" y="4555913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  <a:r>
              <a:rPr lang="en-US" dirty="0">
                <a:solidFill>
                  <a:schemeClr val="tx1"/>
                </a:solidFill>
              </a:rPr>
              <a:t> v2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DD9B254-53A1-0581-B6EE-3C6B3A6F5DD4}"/>
              </a:ext>
            </a:extLst>
          </p:cNvPr>
          <p:cNvSpPr/>
          <p:nvPr/>
        </p:nvSpPr>
        <p:spPr>
          <a:xfrm>
            <a:off x="5227568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630641-4F4A-7C65-86E0-0C35CAECCF6F}"/>
              </a:ext>
            </a:extLst>
          </p:cNvPr>
          <p:cNvSpPr txBox="1"/>
          <p:nvPr/>
        </p:nvSpPr>
        <p:spPr>
          <a:xfrm>
            <a:off x="2683444" y="1955126"/>
            <a:ext cx="115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1</a:t>
            </a:r>
            <a:endParaRPr lang="ru-GB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214510-6393-9452-952E-6E55E50D1E9C}"/>
              </a:ext>
            </a:extLst>
          </p:cNvPr>
          <p:cNvSpPr txBox="1"/>
          <p:nvPr/>
        </p:nvSpPr>
        <p:spPr>
          <a:xfrm>
            <a:off x="5697371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2</a:t>
            </a:r>
            <a:endParaRPr lang="ru-GB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36A1D9-FD02-FEAD-9559-E32C39C3D94D}"/>
              </a:ext>
            </a:extLst>
          </p:cNvPr>
          <p:cNvSpPr txBox="1"/>
          <p:nvPr/>
        </p:nvSpPr>
        <p:spPr>
          <a:xfrm>
            <a:off x="8745444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3</a:t>
            </a:r>
            <a:endParaRPr lang="ru-GB" b="1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35C980ED-E04A-926A-C35E-DBEAFC5725F8}"/>
              </a:ext>
            </a:extLst>
          </p:cNvPr>
          <p:cNvSpPr/>
          <p:nvPr/>
        </p:nvSpPr>
        <p:spPr>
          <a:xfrm>
            <a:off x="5378860" y="2412411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55C500FC-E860-2278-91D5-842F1FD28212}"/>
              </a:ext>
            </a:extLst>
          </p:cNvPr>
          <p:cNvSpPr/>
          <p:nvPr/>
        </p:nvSpPr>
        <p:spPr>
          <a:xfrm>
            <a:off x="5360555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2BBBDEC5-8052-E04C-69F8-88FACE2CF0B9}"/>
              </a:ext>
            </a:extLst>
          </p:cNvPr>
          <p:cNvSpPr/>
          <p:nvPr/>
        </p:nvSpPr>
        <p:spPr>
          <a:xfrm>
            <a:off x="5360554" y="5627664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374F6871-715D-52F1-8FA7-D0E35924D6FC}"/>
              </a:ext>
            </a:extLst>
          </p:cNvPr>
          <p:cNvSpPr/>
          <p:nvPr/>
        </p:nvSpPr>
        <p:spPr>
          <a:xfrm>
            <a:off x="8408627" y="2412411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8C0448B7-DF41-CA8D-F3A9-D6114F3FD6A2}"/>
              </a:ext>
            </a:extLst>
          </p:cNvPr>
          <p:cNvSpPr/>
          <p:nvPr/>
        </p:nvSpPr>
        <p:spPr>
          <a:xfrm>
            <a:off x="8408626" y="3471279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0D181B86-6AD1-4ABB-31E2-F54B53B16E4A}"/>
              </a:ext>
            </a:extLst>
          </p:cNvPr>
          <p:cNvSpPr/>
          <p:nvPr/>
        </p:nvSpPr>
        <p:spPr>
          <a:xfrm>
            <a:off x="2179495" y="1867174"/>
            <a:ext cx="2165734" cy="4822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0AEF0B50-51B3-4537-9BE1-0AE1D2D7A926}"/>
              </a:ext>
            </a:extLst>
          </p:cNvPr>
          <p:cNvSpPr/>
          <p:nvPr/>
        </p:nvSpPr>
        <p:spPr>
          <a:xfrm>
            <a:off x="8275641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A07C29E-8B38-9EB6-5175-26E88B644109}"/>
              </a:ext>
            </a:extLst>
          </p:cNvPr>
          <p:cNvSpPr/>
          <p:nvPr/>
        </p:nvSpPr>
        <p:spPr>
          <a:xfrm>
            <a:off x="5171267" y="361996"/>
            <a:ext cx="2278333" cy="716716"/>
          </a:xfrm>
          <a:prstGeom prst="rect">
            <a:avLst/>
          </a:prstGeom>
          <a:solidFill>
            <a:srgbClr val="DAECFB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Балансировщик</a:t>
            </a:r>
          </a:p>
        </p:txBody>
      </p:sp>
      <p:cxnSp>
        <p:nvCxnSpPr>
          <p:cNvPr id="7" name="Соединительная линия уступом 6">
            <a:extLst>
              <a:ext uri="{FF2B5EF4-FFF2-40B4-BE49-F238E27FC236}">
                <a16:creationId xmlns:a16="http://schemas.microsoft.com/office/drawing/2014/main" id="{63580ADA-14F5-ADD0-B6CF-271541303091}"/>
              </a:ext>
            </a:extLst>
          </p:cNvPr>
          <p:cNvCxnSpPr>
            <a:stCxn id="4" idx="1"/>
            <a:endCxn id="6" idx="1"/>
          </p:cNvCxnSpPr>
          <p:nvPr/>
        </p:nvCxnSpPr>
        <p:spPr>
          <a:xfrm rot="10800000" flipV="1">
            <a:off x="2312481" y="720354"/>
            <a:ext cx="2858786" cy="4289924"/>
          </a:xfrm>
          <a:prstGeom prst="bentConnector3">
            <a:avLst>
              <a:gd name="adj1" fmla="val 11371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Соединительная линия уступом 11">
            <a:extLst>
              <a:ext uri="{FF2B5EF4-FFF2-40B4-BE49-F238E27FC236}">
                <a16:creationId xmlns:a16="http://schemas.microsoft.com/office/drawing/2014/main" id="{BBAD503C-7B2A-3187-F526-8BBA02B30A53}"/>
              </a:ext>
            </a:extLst>
          </p:cNvPr>
          <p:cNvCxnSpPr>
            <a:stCxn id="4" idx="3"/>
            <a:endCxn id="32" idx="3"/>
          </p:cNvCxnSpPr>
          <p:nvPr/>
        </p:nvCxnSpPr>
        <p:spPr>
          <a:xfrm>
            <a:off x="7449600" y="720354"/>
            <a:ext cx="2858789" cy="2146422"/>
          </a:xfrm>
          <a:prstGeom prst="bentConnector3">
            <a:avLst>
              <a:gd name="adj1" fmla="val 11553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Соединительная линия уступом 27">
            <a:extLst>
              <a:ext uri="{FF2B5EF4-FFF2-40B4-BE49-F238E27FC236}">
                <a16:creationId xmlns:a16="http://schemas.microsoft.com/office/drawing/2014/main" id="{FE41E16C-E52E-BC33-1A08-617EC0B723A0}"/>
              </a:ext>
            </a:extLst>
          </p:cNvPr>
          <p:cNvCxnSpPr>
            <a:cxnSpLocks/>
            <a:stCxn id="4" idx="2"/>
            <a:endCxn id="31" idx="1"/>
          </p:cNvCxnSpPr>
          <p:nvPr/>
        </p:nvCxnSpPr>
        <p:spPr>
          <a:xfrm rot="5400000">
            <a:off x="3333836" y="3105430"/>
            <a:ext cx="5003317" cy="949880"/>
          </a:xfrm>
          <a:prstGeom prst="bentConnector4">
            <a:avLst>
              <a:gd name="adj1" fmla="val 5184"/>
              <a:gd name="adj2" fmla="val 145197"/>
            </a:avLst>
          </a:prstGeom>
          <a:ln w="31750">
            <a:solidFill>
              <a:srgbClr val="FF556B"/>
            </a:solidFill>
            <a:tailEnd type="triangle" w="lg" len="lg"/>
          </a:ln>
          <a:effectLst>
            <a:softEdge rad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Соединительная линия уступом 16">
            <a:extLst>
              <a:ext uri="{FF2B5EF4-FFF2-40B4-BE49-F238E27FC236}">
                <a16:creationId xmlns:a16="http://schemas.microsoft.com/office/drawing/2014/main" id="{D263713A-BFC2-FAC1-EB3B-E185B3E41563}"/>
              </a:ext>
            </a:extLst>
          </p:cNvPr>
          <p:cNvCxnSpPr>
            <a:cxnSpLocks/>
            <a:stCxn id="4" idx="3"/>
            <a:endCxn id="33" idx="1"/>
          </p:cNvCxnSpPr>
          <p:nvPr/>
        </p:nvCxnSpPr>
        <p:spPr>
          <a:xfrm>
            <a:off x="7449600" y="720354"/>
            <a:ext cx="959026" cy="3205290"/>
          </a:xfrm>
          <a:prstGeom prst="bentConnector3">
            <a:avLst>
              <a:gd name="adj1" fmla="val 54651"/>
            </a:avLst>
          </a:prstGeom>
          <a:ln w="31750" cap="flat">
            <a:solidFill>
              <a:srgbClr val="FF556B"/>
            </a:solidFill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8E1784E-1493-85E2-00C6-A842DD4B0B0F}"/>
              </a:ext>
            </a:extLst>
          </p:cNvPr>
          <p:cNvSpPr/>
          <p:nvPr/>
        </p:nvSpPr>
        <p:spPr>
          <a:xfrm>
            <a:off x="8408626" y="4555912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cxnSp>
        <p:nvCxnSpPr>
          <p:cNvPr id="8" name="Соединительная линия уступом 7">
            <a:extLst>
              <a:ext uri="{FF2B5EF4-FFF2-40B4-BE49-F238E27FC236}">
                <a16:creationId xmlns:a16="http://schemas.microsoft.com/office/drawing/2014/main" id="{53D2E456-D232-7850-EBD1-0A657A0C4F3D}"/>
              </a:ext>
            </a:extLst>
          </p:cNvPr>
          <p:cNvCxnSpPr>
            <a:cxnSpLocks/>
            <a:stCxn id="4" idx="3"/>
            <a:endCxn id="5" idx="3"/>
          </p:cNvCxnSpPr>
          <p:nvPr/>
        </p:nvCxnSpPr>
        <p:spPr>
          <a:xfrm>
            <a:off x="7449600" y="720354"/>
            <a:ext cx="2858788" cy="4289923"/>
          </a:xfrm>
          <a:prstGeom prst="bentConnector3">
            <a:avLst>
              <a:gd name="adj1" fmla="val 130100"/>
            </a:avLst>
          </a:prstGeom>
          <a:ln w="31750" cap="flat">
            <a:solidFill>
              <a:srgbClr val="FF556B"/>
            </a:solidFill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750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48B62-7736-35FE-82FB-2A5144A29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0181999-7DD8-03C4-451D-EC3043A4FAE9}"/>
              </a:ext>
            </a:extLst>
          </p:cNvPr>
          <p:cNvSpPr/>
          <p:nvPr/>
        </p:nvSpPr>
        <p:spPr>
          <a:xfrm>
            <a:off x="5363053" y="4555913"/>
            <a:ext cx="1897263" cy="908729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2E5C8BC-1C40-E1A4-1B94-7B3E5CE1F6A3}"/>
              </a:ext>
            </a:extLst>
          </p:cNvPr>
          <p:cNvSpPr/>
          <p:nvPr/>
        </p:nvSpPr>
        <p:spPr>
          <a:xfrm>
            <a:off x="2312480" y="2412410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66B6F96-BDE9-D7F2-44B3-7D708CA7D67A}"/>
              </a:ext>
            </a:extLst>
          </p:cNvPr>
          <p:cNvSpPr/>
          <p:nvPr/>
        </p:nvSpPr>
        <p:spPr>
          <a:xfrm>
            <a:off x="2312481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1B23872-A1FF-13F5-2E51-A6B3BE22C2B1}"/>
              </a:ext>
            </a:extLst>
          </p:cNvPr>
          <p:cNvSpPr/>
          <p:nvPr/>
        </p:nvSpPr>
        <p:spPr>
          <a:xfrm>
            <a:off x="2312481" y="4555913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ru-GB" sz="4400" dirty="0">
                <a:solidFill>
                  <a:schemeClr val="tx1"/>
                </a:solidFill>
              </a:rPr>
              <a:t>💀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AAC1081-F770-6731-A410-3EE0FAE58359}"/>
              </a:ext>
            </a:extLst>
          </p:cNvPr>
          <p:cNvSpPr/>
          <p:nvPr/>
        </p:nvSpPr>
        <p:spPr>
          <a:xfrm>
            <a:off x="5227568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594EF3-BD7F-DB5F-9E24-1C2E1ADC2BB0}"/>
              </a:ext>
            </a:extLst>
          </p:cNvPr>
          <p:cNvSpPr txBox="1"/>
          <p:nvPr/>
        </p:nvSpPr>
        <p:spPr>
          <a:xfrm>
            <a:off x="2683444" y="1955126"/>
            <a:ext cx="115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1</a:t>
            </a:r>
            <a:endParaRPr lang="ru-GB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6E754B-F9C4-75B9-EBC5-D608BE4177BA}"/>
              </a:ext>
            </a:extLst>
          </p:cNvPr>
          <p:cNvSpPr txBox="1"/>
          <p:nvPr/>
        </p:nvSpPr>
        <p:spPr>
          <a:xfrm>
            <a:off x="5697371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2</a:t>
            </a:r>
            <a:endParaRPr lang="ru-GB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32A44D-225C-947F-11B7-E3E5F769E054}"/>
              </a:ext>
            </a:extLst>
          </p:cNvPr>
          <p:cNvSpPr txBox="1"/>
          <p:nvPr/>
        </p:nvSpPr>
        <p:spPr>
          <a:xfrm>
            <a:off x="8745444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3</a:t>
            </a:r>
            <a:endParaRPr lang="ru-GB" b="1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03240748-777B-88E4-DEAF-5E5AD76E3DF3}"/>
              </a:ext>
            </a:extLst>
          </p:cNvPr>
          <p:cNvSpPr/>
          <p:nvPr/>
        </p:nvSpPr>
        <p:spPr>
          <a:xfrm>
            <a:off x="5378860" y="2412411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BF6035EE-D8ED-F142-0908-23BB8F18C85A}"/>
              </a:ext>
            </a:extLst>
          </p:cNvPr>
          <p:cNvSpPr/>
          <p:nvPr/>
        </p:nvSpPr>
        <p:spPr>
          <a:xfrm>
            <a:off x="5360555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FA686C1D-2080-7BE0-D5AA-2BAB9D60EFB5}"/>
              </a:ext>
            </a:extLst>
          </p:cNvPr>
          <p:cNvSpPr/>
          <p:nvPr/>
        </p:nvSpPr>
        <p:spPr>
          <a:xfrm>
            <a:off x="5360554" y="5627664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  <a:r>
              <a:rPr lang="en-US" dirty="0">
                <a:solidFill>
                  <a:schemeClr val="tx1"/>
                </a:solidFill>
              </a:rPr>
              <a:t> v2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A6712300-7DFD-9D1E-7D85-900F14D12D2E}"/>
              </a:ext>
            </a:extLst>
          </p:cNvPr>
          <p:cNvSpPr/>
          <p:nvPr/>
        </p:nvSpPr>
        <p:spPr>
          <a:xfrm>
            <a:off x="8408627" y="2412411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  <a:r>
              <a:rPr lang="en-US" dirty="0">
                <a:solidFill>
                  <a:schemeClr val="tx1"/>
                </a:solidFill>
              </a:rPr>
              <a:t> v2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418AF7D9-24B0-817D-A97C-FA45AC0DB161}"/>
              </a:ext>
            </a:extLst>
          </p:cNvPr>
          <p:cNvSpPr/>
          <p:nvPr/>
        </p:nvSpPr>
        <p:spPr>
          <a:xfrm>
            <a:off x="8408626" y="3471279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  <a:r>
              <a:rPr lang="en-US" dirty="0">
                <a:solidFill>
                  <a:schemeClr val="tx1"/>
                </a:solidFill>
              </a:rPr>
              <a:t> v2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1E4ED4E4-6050-D0CE-36E1-55F19A056150}"/>
              </a:ext>
            </a:extLst>
          </p:cNvPr>
          <p:cNvSpPr/>
          <p:nvPr/>
        </p:nvSpPr>
        <p:spPr>
          <a:xfrm>
            <a:off x="2179495" y="1867174"/>
            <a:ext cx="2165734" cy="4822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5D70F720-BBC1-7A34-C686-70A175E89ED5}"/>
              </a:ext>
            </a:extLst>
          </p:cNvPr>
          <p:cNvSpPr/>
          <p:nvPr/>
        </p:nvSpPr>
        <p:spPr>
          <a:xfrm>
            <a:off x="8275641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E622EBD-AE2F-5780-E59A-B1BBE7BEFB60}"/>
              </a:ext>
            </a:extLst>
          </p:cNvPr>
          <p:cNvSpPr/>
          <p:nvPr/>
        </p:nvSpPr>
        <p:spPr>
          <a:xfrm>
            <a:off x="5171267" y="361996"/>
            <a:ext cx="2278333" cy="716716"/>
          </a:xfrm>
          <a:prstGeom prst="rect">
            <a:avLst/>
          </a:prstGeom>
          <a:solidFill>
            <a:srgbClr val="DAECFB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Балансировщик</a:t>
            </a:r>
          </a:p>
        </p:txBody>
      </p:sp>
      <p:cxnSp>
        <p:nvCxnSpPr>
          <p:cNvPr id="7" name="Соединительная линия уступом 6">
            <a:extLst>
              <a:ext uri="{FF2B5EF4-FFF2-40B4-BE49-F238E27FC236}">
                <a16:creationId xmlns:a16="http://schemas.microsoft.com/office/drawing/2014/main" id="{E5527049-60E8-2BAF-3FA4-9F63EF4DDEE3}"/>
              </a:ext>
            </a:extLst>
          </p:cNvPr>
          <p:cNvCxnSpPr>
            <a:stCxn id="4" idx="1"/>
            <a:endCxn id="6" idx="1"/>
          </p:cNvCxnSpPr>
          <p:nvPr/>
        </p:nvCxnSpPr>
        <p:spPr>
          <a:xfrm rot="10800000" flipV="1">
            <a:off x="2312481" y="720354"/>
            <a:ext cx="2858786" cy="4289924"/>
          </a:xfrm>
          <a:prstGeom prst="bentConnector3">
            <a:avLst>
              <a:gd name="adj1" fmla="val 11371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Соединительная линия уступом 11">
            <a:extLst>
              <a:ext uri="{FF2B5EF4-FFF2-40B4-BE49-F238E27FC236}">
                <a16:creationId xmlns:a16="http://schemas.microsoft.com/office/drawing/2014/main" id="{9F2DFD7F-197B-E1A2-FFCE-41920CDA1471}"/>
              </a:ext>
            </a:extLst>
          </p:cNvPr>
          <p:cNvCxnSpPr>
            <a:stCxn id="4" idx="3"/>
            <a:endCxn id="32" idx="3"/>
          </p:cNvCxnSpPr>
          <p:nvPr/>
        </p:nvCxnSpPr>
        <p:spPr>
          <a:xfrm>
            <a:off x="7449600" y="720354"/>
            <a:ext cx="2858789" cy="2146422"/>
          </a:xfrm>
          <a:prstGeom prst="bentConnector3">
            <a:avLst>
              <a:gd name="adj1" fmla="val 11553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Соединительная линия уступом 27">
            <a:extLst>
              <a:ext uri="{FF2B5EF4-FFF2-40B4-BE49-F238E27FC236}">
                <a16:creationId xmlns:a16="http://schemas.microsoft.com/office/drawing/2014/main" id="{29EF241C-E62C-CD2D-1FA3-4A206A4D2451}"/>
              </a:ext>
            </a:extLst>
          </p:cNvPr>
          <p:cNvCxnSpPr>
            <a:cxnSpLocks/>
            <a:stCxn id="4" idx="2"/>
            <a:endCxn id="31" idx="1"/>
          </p:cNvCxnSpPr>
          <p:nvPr/>
        </p:nvCxnSpPr>
        <p:spPr>
          <a:xfrm rot="5400000">
            <a:off x="3333836" y="3105430"/>
            <a:ext cx="5003317" cy="949880"/>
          </a:xfrm>
          <a:prstGeom prst="bentConnector4">
            <a:avLst>
              <a:gd name="adj1" fmla="val 5184"/>
              <a:gd name="adj2" fmla="val 145197"/>
            </a:avLst>
          </a:prstGeom>
          <a:ln w="31750">
            <a:solidFill>
              <a:srgbClr val="FF556B"/>
            </a:solidFill>
            <a:tailEnd type="triangle" w="lg" len="lg"/>
          </a:ln>
          <a:effectLst>
            <a:softEdge rad="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Соединительная линия уступом 16">
            <a:extLst>
              <a:ext uri="{FF2B5EF4-FFF2-40B4-BE49-F238E27FC236}">
                <a16:creationId xmlns:a16="http://schemas.microsoft.com/office/drawing/2014/main" id="{8E06E917-7404-42C7-F474-565E6588F8A4}"/>
              </a:ext>
            </a:extLst>
          </p:cNvPr>
          <p:cNvCxnSpPr>
            <a:cxnSpLocks/>
            <a:stCxn id="4" idx="3"/>
            <a:endCxn id="33" idx="1"/>
          </p:cNvCxnSpPr>
          <p:nvPr/>
        </p:nvCxnSpPr>
        <p:spPr>
          <a:xfrm>
            <a:off x="7449600" y="720354"/>
            <a:ext cx="959026" cy="3205290"/>
          </a:xfrm>
          <a:prstGeom prst="bentConnector3">
            <a:avLst>
              <a:gd name="adj1" fmla="val 54651"/>
            </a:avLst>
          </a:prstGeom>
          <a:ln w="31750" cap="flat">
            <a:solidFill>
              <a:srgbClr val="FF556B"/>
            </a:solidFill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C725372-7177-017D-0970-AC8FD6777DF0}"/>
              </a:ext>
            </a:extLst>
          </p:cNvPr>
          <p:cNvSpPr/>
          <p:nvPr/>
        </p:nvSpPr>
        <p:spPr>
          <a:xfrm>
            <a:off x="8408626" y="4555912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  <a:r>
              <a:rPr lang="en-US" dirty="0">
                <a:solidFill>
                  <a:schemeClr val="tx1"/>
                </a:solidFill>
              </a:rPr>
              <a:t> v2</a:t>
            </a:r>
            <a:endParaRPr lang="ru-GB" dirty="0">
              <a:solidFill>
                <a:schemeClr val="tx1"/>
              </a:solidFill>
            </a:endParaRPr>
          </a:p>
        </p:txBody>
      </p:sp>
      <p:cxnSp>
        <p:nvCxnSpPr>
          <p:cNvPr id="8" name="Соединительная линия уступом 7">
            <a:extLst>
              <a:ext uri="{FF2B5EF4-FFF2-40B4-BE49-F238E27FC236}">
                <a16:creationId xmlns:a16="http://schemas.microsoft.com/office/drawing/2014/main" id="{08D8C92A-EB22-04AF-BD79-85169E3DFD77}"/>
              </a:ext>
            </a:extLst>
          </p:cNvPr>
          <p:cNvCxnSpPr>
            <a:cxnSpLocks/>
            <a:stCxn id="4" idx="3"/>
            <a:endCxn id="5" idx="3"/>
          </p:cNvCxnSpPr>
          <p:nvPr/>
        </p:nvCxnSpPr>
        <p:spPr>
          <a:xfrm>
            <a:off x="7449600" y="720354"/>
            <a:ext cx="2858788" cy="4289923"/>
          </a:xfrm>
          <a:prstGeom prst="bentConnector3">
            <a:avLst>
              <a:gd name="adj1" fmla="val 130100"/>
            </a:avLst>
          </a:prstGeom>
          <a:ln w="31750" cap="flat">
            <a:solidFill>
              <a:srgbClr val="FF556B"/>
            </a:solidFill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401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60A3B-9FCE-AB7C-56D2-F5C18025D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4C4D863-C96F-F254-82DD-04138B72998E}"/>
              </a:ext>
            </a:extLst>
          </p:cNvPr>
          <p:cNvSpPr/>
          <p:nvPr/>
        </p:nvSpPr>
        <p:spPr>
          <a:xfrm>
            <a:off x="5363053" y="4555913"/>
            <a:ext cx="1897263" cy="908729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7DEEC4E-887B-158A-BB57-29D682964349}"/>
              </a:ext>
            </a:extLst>
          </p:cNvPr>
          <p:cNvSpPr/>
          <p:nvPr/>
        </p:nvSpPr>
        <p:spPr>
          <a:xfrm>
            <a:off x="2312480" y="2412410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97A5CC1-BED5-19B8-77C8-C43D2002B662}"/>
              </a:ext>
            </a:extLst>
          </p:cNvPr>
          <p:cNvSpPr/>
          <p:nvPr/>
        </p:nvSpPr>
        <p:spPr>
          <a:xfrm>
            <a:off x="2312481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147923D-5596-4B7D-9A1F-A31BB2E0E816}"/>
              </a:ext>
            </a:extLst>
          </p:cNvPr>
          <p:cNvSpPr/>
          <p:nvPr/>
        </p:nvSpPr>
        <p:spPr>
          <a:xfrm>
            <a:off x="2312481" y="4555913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D531B4A-D1CD-E466-F8AE-DDEF8617AAAF}"/>
              </a:ext>
            </a:extLst>
          </p:cNvPr>
          <p:cNvSpPr/>
          <p:nvPr/>
        </p:nvSpPr>
        <p:spPr>
          <a:xfrm>
            <a:off x="5227568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01D45C-D9E2-614A-B5D9-3DFDD464798F}"/>
              </a:ext>
            </a:extLst>
          </p:cNvPr>
          <p:cNvSpPr txBox="1"/>
          <p:nvPr/>
        </p:nvSpPr>
        <p:spPr>
          <a:xfrm>
            <a:off x="2683444" y="1955126"/>
            <a:ext cx="115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1</a:t>
            </a:r>
            <a:endParaRPr lang="ru-GB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19BF08-2636-9B51-FD99-7931C7ADD2CC}"/>
              </a:ext>
            </a:extLst>
          </p:cNvPr>
          <p:cNvSpPr txBox="1"/>
          <p:nvPr/>
        </p:nvSpPr>
        <p:spPr>
          <a:xfrm>
            <a:off x="5697371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2</a:t>
            </a:r>
            <a:endParaRPr lang="ru-GB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73C648-51AE-6C50-E6B9-232ABC846A3B}"/>
              </a:ext>
            </a:extLst>
          </p:cNvPr>
          <p:cNvSpPr txBox="1"/>
          <p:nvPr/>
        </p:nvSpPr>
        <p:spPr>
          <a:xfrm>
            <a:off x="8745444" y="1955127"/>
            <a:ext cx="122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Сервер 3</a:t>
            </a:r>
            <a:endParaRPr lang="ru-GB" b="1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A70C0B4-59F8-26BF-5FA2-D36B9D265E4F}"/>
              </a:ext>
            </a:extLst>
          </p:cNvPr>
          <p:cNvSpPr/>
          <p:nvPr/>
        </p:nvSpPr>
        <p:spPr>
          <a:xfrm>
            <a:off x="5378860" y="2412411"/>
            <a:ext cx="1899761" cy="908729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1890FD5-0A4D-5C31-BF1C-3FA4D85F8734}"/>
              </a:ext>
            </a:extLst>
          </p:cNvPr>
          <p:cNvSpPr/>
          <p:nvPr/>
        </p:nvSpPr>
        <p:spPr>
          <a:xfrm>
            <a:off x="5360555" y="3484162"/>
            <a:ext cx="1899761" cy="908729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Платежей</a:t>
            </a:r>
            <a:endParaRPr lang="ru-GB" dirty="0">
              <a:solidFill>
                <a:schemeClr val="tx1"/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41F48E9A-AC79-A068-DFD3-A2602E5BA279}"/>
              </a:ext>
            </a:extLst>
          </p:cNvPr>
          <p:cNvSpPr/>
          <p:nvPr/>
        </p:nvSpPr>
        <p:spPr>
          <a:xfrm>
            <a:off x="5360554" y="5627664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00AB9519-9775-DAE8-42A3-09E4B26828FF}"/>
              </a:ext>
            </a:extLst>
          </p:cNvPr>
          <p:cNvSpPr/>
          <p:nvPr/>
        </p:nvSpPr>
        <p:spPr>
          <a:xfrm>
            <a:off x="8408627" y="2412411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8DC21B3-DE3E-C799-F326-6F351B386731}"/>
              </a:ext>
            </a:extLst>
          </p:cNvPr>
          <p:cNvSpPr/>
          <p:nvPr/>
        </p:nvSpPr>
        <p:spPr>
          <a:xfrm>
            <a:off x="8408626" y="3471279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DEA5FFC0-4C41-3790-A348-0BBE6D4B6904}"/>
              </a:ext>
            </a:extLst>
          </p:cNvPr>
          <p:cNvSpPr/>
          <p:nvPr/>
        </p:nvSpPr>
        <p:spPr>
          <a:xfrm>
            <a:off x="2179495" y="1867174"/>
            <a:ext cx="2165734" cy="4822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E6407D52-6991-D786-D835-EFBF9C655B76}"/>
              </a:ext>
            </a:extLst>
          </p:cNvPr>
          <p:cNvSpPr/>
          <p:nvPr/>
        </p:nvSpPr>
        <p:spPr>
          <a:xfrm>
            <a:off x="8275641" y="1867174"/>
            <a:ext cx="2165734" cy="4832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2F885BA-D84F-EBC5-8ED9-B99A60F05BED}"/>
              </a:ext>
            </a:extLst>
          </p:cNvPr>
          <p:cNvSpPr/>
          <p:nvPr/>
        </p:nvSpPr>
        <p:spPr>
          <a:xfrm>
            <a:off x="5171267" y="361996"/>
            <a:ext cx="2278333" cy="716716"/>
          </a:xfrm>
          <a:prstGeom prst="rect">
            <a:avLst/>
          </a:prstGeom>
          <a:solidFill>
            <a:srgbClr val="DAECFB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Балансировщик</a:t>
            </a:r>
          </a:p>
        </p:txBody>
      </p:sp>
      <p:cxnSp>
        <p:nvCxnSpPr>
          <p:cNvPr id="7" name="Соединительная линия уступом 6">
            <a:extLst>
              <a:ext uri="{FF2B5EF4-FFF2-40B4-BE49-F238E27FC236}">
                <a16:creationId xmlns:a16="http://schemas.microsoft.com/office/drawing/2014/main" id="{3A3FF7DF-D1FD-D1F0-6947-E8DBF099B359}"/>
              </a:ext>
            </a:extLst>
          </p:cNvPr>
          <p:cNvCxnSpPr>
            <a:stCxn id="4" idx="1"/>
            <a:endCxn id="6" idx="1"/>
          </p:cNvCxnSpPr>
          <p:nvPr/>
        </p:nvCxnSpPr>
        <p:spPr>
          <a:xfrm rot="10800000" flipV="1">
            <a:off x="2312481" y="720354"/>
            <a:ext cx="2858786" cy="4289924"/>
          </a:xfrm>
          <a:prstGeom prst="bentConnector3">
            <a:avLst>
              <a:gd name="adj1" fmla="val 11371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Соединительная линия уступом 11">
            <a:extLst>
              <a:ext uri="{FF2B5EF4-FFF2-40B4-BE49-F238E27FC236}">
                <a16:creationId xmlns:a16="http://schemas.microsoft.com/office/drawing/2014/main" id="{4C1449B5-05C2-3EC5-D2E8-DA9B18FF818A}"/>
              </a:ext>
            </a:extLst>
          </p:cNvPr>
          <p:cNvCxnSpPr>
            <a:stCxn id="4" idx="3"/>
            <a:endCxn id="32" idx="3"/>
          </p:cNvCxnSpPr>
          <p:nvPr/>
        </p:nvCxnSpPr>
        <p:spPr>
          <a:xfrm>
            <a:off x="7449600" y="720354"/>
            <a:ext cx="2858789" cy="2146422"/>
          </a:xfrm>
          <a:prstGeom prst="bentConnector3">
            <a:avLst>
              <a:gd name="adj1" fmla="val 11553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Соединительная линия уступом 27">
            <a:extLst>
              <a:ext uri="{FF2B5EF4-FFF2-40B4-BE49-F238E27FC236}">
                <a16:creationId xmlns:a16="http://schemas.microsoft.com/office/drawing/2014/main" id="{83FF0BE0-DD6B-72E5-4A5F-D2C9A8C89634}"/>
              </a:ext>
            </a:extLst>
          </p:cNvPr>
          <p:cNvCxnSpPr>
            <a:cxnSpLocks/>
            <a:stCxn id="4" idx="2"/>
            <a:endCxn id="31" idx="1"/>
          </p:cNvCxnSpPr>
          <p:nvPr/>
        </p:nvCxnSpPr>
        <p:spPr>
          <a:xfrm rot="5400000">
            <a:off x="3333836" y="3105430"/>
            <a:ext cx="5003317" cy="949880"/>
          </a:xfrm>
          <a:prstGeom prst="bentConnector4">
            <a:avLst>
              <a:gd name="adj1" fmla="val 5184"/>
              <a:gd name="adj2" fmla="val 145197"/>
            </a:avLst>
          </a:prstGeom>
          <a:ln w="31750">
            <a:solidFill>
              <a:srgbClr val="FF55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Соединительная линия уступом 16">
            <a:extLst>
              <a:ext uri="{FF2B5EF4-FFF2-40B4-BE49-F238E27FC236}">
                <a16:creationId xmlns:a16="http://schemas.microsoft.com/office/drawing/2014/main" id="{ABE9556F-E10C-F087-F8C4-654C7B418D24}"/>
              </a:ext>
            </a:extLst>
          </p:cNvPr>
          <p:cNvCxnSpPr>
            <a:cxnSpLocks/>
            <a:stCxn id="4" idx="3"/>
            <a:endCxn id="33" idx="1"/>
          </p:cNvCxnSpPr>
          <p:nvPr/>
        </p:nvCxnSpPr>
        <p:spPr>
          <a:xfrm>
            <a:off x="7449600" y="720354"/>
            <a:ext cx="959026" cy="3205290"/>
          </a:xfrm>
          <a:prstGeom prst="bentConnector3">
            <a:avLst>
              <a:gd name="adj1" fmla="val 54651"/>
            </a:avLst>
          </a:prstGeom>
          <a:ln w="31750" cap="flat">
            <a:solidFill>
              <a:srgbClr val="FF556B"/>
            </a:solidFill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0285F48-3B54-2012-6370-C573CC79C73A}"/>
              </a:ext>
            </a:extLst>
          </p:cNvPr>
          <p:cNvSpPr/>
          <p:nvPr/>
        </p:nvSpPr>
        <p:spPr>
          <a:xfrm>
            <a:off x="8408626" y="4555912"/>
            <a:ext cx="1899762" cy="908730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dirty="0">
                <a:solidFill>
                  <a:schemeClr val="tx1"/>
                </a:solidFill>
              </a:rPr>
              <a:t>Основной сервис</a:t>
            </a:r>
          </a:p>
        </p:txBody>
      </p:sp>
      <p:cxnSp>
        <p:nvCxnSpPr>
          <p:cNvPr id="8" name="Соединительная линия уступом 7">
            <a:extLst>
              <a:ext uri="{FF2B5EF4-FFF2-40B4-BE49-F238E27FC236}">
                <a16:creationId xmlns:a16="http://schemas.microsoft.com/office/drawing/2014/main" id="{AEA4F24E-4921-8194-2148-4FF60B4CA22F}"/>
              </a:ext>
            </a:extLst>
          </p:cNvPr>
          <p:cNvCxnSpPr>
            <a:cxnSpLocks/>
            <a:stCxn id="4" idx="3"/>
            <a:endCxn id="5" idx="3"/>
          </p:cNvCxnSpPr>
          <p:nvPr/>
        </p:nvCxnSpPr>
        <p:spPr>
          <a:xfrm>
            <a:off x="7449600" y="720354"/>
            <a:ext cx="2858788" cy="4289923"/>
          </a:xfrm>
          <a:prstGeom prst="bentConnector3">
            <a:avLst>
              <a:gd name="adj1" fmla="val 130100"/>
            </a:avLst>
          </a:prstGeom>
          <a:ln w="31750" cap="flat">
            <a:solidFill>
              <a:srgbClr val="FF556B"/>
            </a:solidFill>
            <a:miter lim="800000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356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BD24C-06D2-741D-DC9C-E7E96924C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2599931A-BA1D-1C36-8250-EBA158104B0A}"/>
              </a:ext>
            </a:extLst>
          </p:cNvPr>
          <p:cNvSpPr/>
          <p:nvPr/>
        </p:nvSpPr>
        <p:spPr>
          <a:xfrm>
            <a:off x="5600740" y="5001521"/>
            <a:ext cx="989215" cy="403131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79E4F87F-91BA-FFAA-2389-076200310FD2}"/>
              </a:ext>
            </a:extLst>
          </p:cNvPr>
          <p:cNvSpPr/>
          <p:nvPr/>
        </p:nvSpPr>
        <p:spPr>
          <a:xfrm>
            <a:off x="4322285" y="4053331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71ABCC23-F950-4D08-5347-05C26E8204EE}"/>
              </a:ext>
            </a:extLst>
          </p:cNvPr>
          <p:cNvSpPr/>
          <p:nvPr/>
        </p:nvSpPr>
        <p:spPr>
          <a:xfrm>
            <a:off x="4322284" y="4527425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0FC4F72A-AA80-5977-E3A5-B349B92CFA99}"/>
              </a:ext>
            </a:extLst>
          </p:cNvPr>
          <p:cNvSpPr/>
          <p:nvPr/>
        </p:nvSpPr>
        <p:spPr>
          <a:xfrm>
            <a:off x="4322284" y="5001519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AF086ACC-744D-2875-EF05-C59B339671A1}"/>
              </a:ext>
            </a:extLst>
          </p:cNvPr>
          <p:cNvSpPr/>
          <p:nvPr/>
        </p:nvSpPr>
        <p:spPr>
          <a:xfrm>
            <a:off x="5532083" y="3727225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862C9CC-D377-B3D6-8849-E29256338E10}"/>
              </a:ext>
            </a:extLst>
          </p:cNvPr>
          <p:cNvSpPr txBox="1"/>
          <p:nvPr/>
        </p:nvSpPr>
        <p:spPr>
          <a:xfrm>
            <a:off x="4485161" y="3793580"/>
            <a:ext cx="646497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1</a:t>
            </a:r>
            <a:endParaRPr lang="ru-GB" sz="8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C185EF8-C12F-1119-CE34-BA5F5BCACC85}"/>
              </a:ext>
            </a:extLst>
          </p:cNvPr>
          <p:cNvSpPr txBox="1"/>
          <p:nvPr/>
        </p:nvSpPr>
        <p:spPr>
          <a:xfrm>
            <a:off x="5763730" y="3793580"/>
            <a:ext cx="68543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2</a:t>
            </a:r>
            <a:endParaRPr lang="ru-GB" sz="8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4A92CC3-388D-6F55-53C1-5CDB3480B872}"/>
              </a:ext>
            </a:extLst>
          </p:cNvPr>
          <p:cNvSpPr txBox="1"/>
          <p:nvPr/>
        </p:nvSpPr>
        <p:spPr>
          <a:xfrm>
            <a:off x="7049850" y="3793580"/>
            <a:ext cx="65531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3</a:t>
            </a:r>
            <a:endParaRPr lang="ru-GB" sz="800" b="1" dirty="0"/>
          </a:p>
        </p:txBody>
      </p:sp>
      <p:sp>
        <p:nvSpPr>
          <p:cNvPr id="70" name="Прямоугольник 69">
            <a:extLst>
              <a:ext uri="{FF2B5EF4-FFF2-40B4-BE49-F238E27FC236}">
                <a16:creationId xmlns:a16="http://schemas.microsoft.com/office/drawing/2014/main" id="{DD2E5BF9-BBB7-C873-8321-732A1A783E6E}"/>
              </a:ext>
            </a:extLst>
          </p:cNvPr>
          <p:cNvSpPr/>
          <p:nvPr/>
        </p:nvSpPr>
        <p:spPr>
          <a:xfrm>
            <a:off x="5600741" y="4053331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71" name="Прямоугольник 70">
            <a:extLst>
              <a:ext uri="{FF2B5EF4-FFF2-40B4-BE49-F238E27FC236}">
                <a16:creationId xmlns:a16="http://schemas.microsoft.com/office/drawing/2014/main" id="{E1BD3790-5045-CBDD-BEBA-A3372EC3C9D8}"/>
              </a:ext>
            </a:extLst>
          </p:cNvPr>
          <p:cNvSpPr/>
          <p:nvPr/>
        </p:nvSpPr>
        <p:spPr>
          <a:xfrm>
            <a:off x="5600740" y="4527426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72" name="Прямоугольник 71">
            <a:extLst>
              <a:ext uri="{FF2B5EF4-FFF2-40B4-BE49-F238E27FC236}">
                <a16:creationId xmlns:a16="http://schemas.microsoft.com/office/drawing/2014/main" id="{4F72ABD9-411E-AA7D-E50A-8FDE1EF631C3}"/>
              </a:ext>
            </a:extLst>
          </p:cNvPr>
          <p:cNvSpPr/>
          <p:nvPr/>
        </p:nvSpPr>
        <p:spPr>
          <a:xfrm>
            <a:off x="5611190" y="5475616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73" name="Прямоугольник 72">
            <a:extLst>
              <a:ext uri="{FF2B5EF4-FFF2-40B4-BE49-F238E27FC236}">
                <a16:creationId xmlns:a16="http://schemas.microsoft.com/office/drawing/2014/main" id="{55E41A8D-5D0A-E9A5-9498-62760EFEA0F8}"/>
              </a:ext>
            </a:extLst>
          </p:cNvPr>
          <p:cNvSpPr/>
          <p:nvPr/>
        </p:nvSpPr>
        <p:spPr>
          <a:xfrm>
            <a:off x="6882248" y="4070610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30A12555-2A59-DDA4-AD59-6BCA81B0EAA5}"/>
              </a:ext>
            </a:extLst>
          </p:cNvPr>
          <p:cNvSpPr/>
          <p:nvPr/>
        </p:nvSpPr>
        <p:spPr>
          <a:xfrm>
            <a:off x="6882248" y="4535327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E2664CA5-EDC2-9068-E837-C15377A00649}"/>
              </a:ext>
            </a:extLst>
          </p:cNvPr>
          <p:cNvSpPr/>
          <p:nvPr/>
        </p:nvSpPr>
        <p:spPr>
          <a:xfrm>
            <a:off x="4249895" y="3727224"/>
            <a:ext cx="1129193" cy="2230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C160E8BF-58C8-C7F2-2DBE-985357E9913F}"/>
              </a:ext>
            </a:extLst>
          </p:cNvPr>
          <p:cNvSpPr/>
          <p:nvPr/>
        </p:nvSpPr>
        <p:spPr>
          <a:xfrm>
            <a:off x="6812912" y="3727225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B1D9B849-D9C7-7832-2FD0-587AC7EE6FFD}"/>
              </a:ext>
            </a:extLst>
          </p:cNvPr>
          <p:cNvSpPr/>
          <p:nvPr/>
        </p:nvSpPr>
        <p:spPr>
          <a:xfrm>
            <a:off x="5600741" y="2499433"/>
            <a:ext cx="989215" cy="403131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D90EDA8E-4A5C-8187-C214-D3B43F4C6B4D}"/>
              </a:ext>
            </a:extLst>
          </p:cNvPr>
          <p:cNvSpPr/>
          <p:nvPr/>
        </p:nvSpPr>
        <p:spPr>
          <a:xfrm>
            <a:off x="4322286" y="1551243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15321968-9A31-8565-E422-496998C16A1B}"/>
              </a:ext>
            </a:extLst>
          </p:cNvPr>
          <p:cNvSpPr/>
          <p:nvPr/>
        </p:nvSpPr>
        <p:spPr>
          <a:xfrm>
            <a:off x="4322285" y="2025337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49BA30B0-9299-60F0-A8EB-A9F4A37D729A}"/>
              </a:ext>
            </a:extLst>
          </p:cNvPr>
          <p:cNvSpPr/>
          <p:nvPr/>
        </p:nvSpPr>
        <p:spPr>
          <a:xfrm>
            <a:off x="4322285" y="2499431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A10C7E90-ACAB-73BD-FD90-B1E4FF942F0F}"/>
              </a:ext>
            </a:extLst>
          </p:cNvPr>
          <p:cNvSpPr/>
          <p:nvPr/>
        </p:nvSpPr>
        <p:spPr>
          <a:xfrm>
            <a:off x="5532084" y="1225137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7D88326-58B4-AD29-FA59-35756A5AF797}"/>
              </a:ext>
            </a:extLst>
          </p:cNvPr>
          <p:cNvSpPr txBox="1"/>
          <p:nvPr/>
        </p:nvSpPr>
        <p:spPr>
          <a:xfrm>
            <a:off x="4485162" y="1291492"/>
            <a:ext cx="646497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1</a:t>
            </a:r>
            <a:endParaRPr lang="ru-GB" sz="800" b="1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723984C-DF6B-C921-C7FA-B8DD57E7A65A}"/>
              </a:ext>
            </a:extLst>
          </p:cNvPr>
          <p:cNvSpPr txBox="1"/>
          <p:nvPr/>
        </p:nvSpPr>
        <p:spPr>
          <a:xfrm>
            <a:off x="5763731" y="1291492"/>
            <a:ext cx="68543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2</a:t>
            </a:r>
            <a:endParaRPr lang="ru-GB" sz="800" b="1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C51DB00-5050-F8A3-1E73-B2A44454D904}"/>
              </a:ext>
            </a:extLst>
          </p:cNvPr>
          <p:cNvSpPr txBox="1"/>
          <p:nvPr/>
        </p:nvSpPr>
        <p:spPr>
          <a:xfrm>
            <a:off x="7049851" y="1291492"/>
            <a:ext cx="65531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3</a:t>
            </a:r>
            <a:endParaRPr lang="ru-GB" sz="800" b="1" dirty="0"/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320D4F5B-E94D-01B5-277A-EA3EB448225E}"/>
              </a:ext>
            </a:extLst>
          </p:cNvPr>
          <p:cNvSpPr/>
          <p:nvPr/>
        </p:nvSpPr>
        <p:spPr>
          <a:xfrm>
            <a:off x="5600742" y="1551243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F4435372-1F11-C11F-4CB3-BE0961C91549}"/>
              </a:ext>
            </a:extLst>
          </p:cNvPr>
          <p:cNvSpPr/>
          <p:nvPr/>
        </p:nvSpPr>
        <p:spPr>
          <a:xfrm>
            <a:off x="5600741" y="2025338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3179A2B9-3C23-B791-045B-319182611264}"/>
              </a:ext>
            </a:extLst>
          </p:cNvPr>
          <p:cNvSpPr/>
          <p:nvPr/>
        </p:nvSpPr>
        <p:spPr>
          <a:xfrm>
            <a:off x="5611191" y="2973528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67F7D178-6828-A295-2DE3-D852F637DA99}"/>
              </a:ext>
            </a:extLst>
          </p:cNvPr>
          <p:cNvSpPr/>
          <p:nvPr/>
        </p:nvSpPr>
        <p:spPr>
          <a:xfrm>
            <a:off x="6882249" y="1568522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19" name="Прямоугольник 118">
            <a:extLst>
              <a:ext uri="{FF2B5EF4-FFF2-40B4-BE49-F238E27FC236}">
                <a16:creationId xmlns:a16="http://schemas.microsoft.com/office/drawing/2014/main" id="{A3D3EEB4-E3EC-FC52-D427-0C3B9D226C3F}"/>
              </a:ext>
            </a:extLst>
          </p:cNvPr>
          <p:cNvSpPr/>
          <p:nvPr/>
        </p:nvSpPr>
        <p:spPr>
          <a:xfrm>
            <a:off x="6882249" y="2033239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20" name="Прямоугольник 119">
            <a:extLst>
              <a:ext uri="{FF2B5EF4-FFF2-40B4-BE49-F238E27FC236}">
                <a16:creationId xmlns:a16="http://schemas.microsoft.com/office/drawing/2014/main" id="{5F32BEB6-2774-73AB-AFDF-EF229BB236AA}"/>
              </a:ext>
            </a:extLst>
          </p:cNvPr>
          <p:cNvSpPr/>
          <p:nvPr/>
        </p:nvSpPr>
        <p:spPr>
          <a:xfrm>
            <a:off x="4249896" y="1225136"/>
            <a:ext cx="1129193" cy="2230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21" name="Прямоугольник 120">
            <a:extLst>
              <a:ext uri="{FF2B5EF4-FFF2-40B4-BE49-F238E27FC236}">
                <a16:creationId xmlns:a16="http://schemas.microsoft.com/office/drawing/2014/main" id="{B8B78F50-8178-72DA-305C-D0CAB48D9544}"/>
              </a:ext>
            </a:extLst>
          </p:cNvPr>
          <p:cNvSpPr/>
          <p:nvPr/>
        </p:nvSpPr>
        <p:spPr>
          <a:xfrm>
            <a:off x="6812913" y="1225137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22" name="Прямоугольник 121">
            <a:extLst>
              <a:ext uri="{FF2B5EF4-FFF2-40B4-BE49-F238E27FC236}">
                <a16:creationId xmlns:a16="http://schemas.microsoft.com/office/drawing/2014/main" id="{49DD99BF-BDFF-3574-A889-9D55F9FE71E3}"/>
              </a:ext>
            </a:extLst>
          </p:cNvPr>
          <p:cNvSpPr/>
          <p:nvPr/>
        </p:nvSpPr>
        <p:spPr>
          <a:xfrm>
            <a:off x="1753265" y="2499433"/>
            <a:ext cx="989215" cy="403131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123" name="Прямоугольник 122">
            <a:extLst>
              <a:ext uri="{FF2B5EF4-FFF2-40B4-BE49-F238E27FC236}">
                <a16:creationId xmlns:a16="http://schemas.microsoft.com/office/drawing/2014/main" id="{FF3FB707-979E-FA97-226B-A6C9D7D8FCF4}"/>
              </a:ext>
            </a:extLst>
          </p:cNvPr>
          <p:cNvSpPr/>
          <p:nvPr/>
        </p:nvSpPr>
        <p:spPr>
          <a:xfrm>
            <a:off x="474810" y="1551243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24" name="Прямоугольник 123">
            <a:extLst>
              <a:ext uri="{FF2B5EF4-FFF2-40B4-BE49-F238E27FC236}">
                <a16:creationId xmlns:a16="http://schemas.microsoft.com/office/drawing/2014/main" id="{EC1610F8-DE20-7B1B-75BC-6F26D1D9AA9E}"/>
              </a:ext>
            </a:extLst>
          </p:cNvPr>
          <p:cNvSpPr/>
          <p:nvPr/>
        </p:nvSpPr>
        <p:spPr>
          <a:xfrm>
            <a:off x="474809" y="2025337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25" name="Прямоугольник 124">
            <a:extLst>
              <a:ext uri="{FF2B5EF4-FFF2-40B4-BE49-F238E27FC236}">
                <a16:creationId xmlns:a16="http://schemas.microsoft.com/office/drawing/2014/main" id="{BBB5A732-4743-F579-CE16-D10CDB5F57F7}"/>
              </a:ext>
            </a:extLst>
          </p:cNvPr>
          <p:cNvSpPr/>
          <p:nvPr/>
        </p:nvSpPr>
        <p:spPr>
          <a:xfrm>
            <a:off x="474809" y="2499431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26" name="Прямоугольник 125">
            <a:extLst>
              <a:ext uri="{FF2B5EF4-FFF2-40B4-BE49-F238E27FC236}">
                <a16:creationId xmlns:a16="http://schemas.microsoft.com/office/drawing/2014/main" id="{800BEEF0-1FC7-D780-A807-0AC11054F3B5}"/>
              </a:ext>
            </a:extLst>
          </p:cNvPr>
          <p:cNvSpPr/>
          <p:nvPr/>
        </p:nvSpPr>
        <p:spPr>
          <a:xfrm>
            <a:off x="1684608" y="1225137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999436D8-CBAF-E616-B7BE-6DD88546B42F}"/>
              </a:ext>
            </a:extLst>
          </p:cNvPr>
          <p:cNvSpPr txBox="1"/>
          <p:nvPr/>
        </p:nvSpPr>
        <p:spPr>
          <a:xfrm>
            <a:off x="637686" y="1291492"/>
            <a:ext cx="646497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1</a:t>
            </a:r>
            <a:endParaRPr lang="ru-GB" sz="800" b="1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7971BAD-C2DE-4770-9B75-AD5F910D3BEF}"/>
              </a:ext>
            </a:extLst>
          </p:cNvPr>
          <p:cNvSpPr txBox="1"/>
          <p:nvPr/>
        </p:nvSpPr>
        <p:spPr>
          <a:xfrm>
            <a:off x="1916255" y="1291492"/>
            <a:ext cx="68543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2</a:t>
            </a:r>
            <a:endParaRPr lang="ru-GB" sz="800" b="1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A2EB7FB-8F03-A76D-60D2-8BD8AC4BA06C}"/>
              </a:ext>
            </a:extLst>
          </p:cNvPr>
          <p:cNvSpPr txBox="1"/>
          <p:nvPr/>
        </p:nvSpPr>
        <p:spPr>
          <a:xfrm>
            <a:off x="3202375" y="1291492"/>
            <a:ext cx="65531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3</a:t>
            </a:r>
            <a:endParaRPr lang="ru-GB" sz="800" b="1" dirty="0"/>
          </a:p>
        </p:txBody>
      </p:sp>
      <p:sp>
        <p:nvSpPr>
          <p:cNvPr id="130" name="Прямоугольник 129">
            <a:extLst>
              <a:ext uri="{FF2B5EF4-FFF2-40B4-BE49-F238E27FC236}">
                <a16:creationId xmlns:a16="http://schemas.microsoft.com/office/drawing/2014/main" id="{4CAA3D42-B867-D5BF-58BB-9FD0318F7B30}"/>
              </a:ext>
            </a:extLst>
          </p:cNvPr>
          <p:cNvSpPr/>
          <p:nvPr/>
        </p:nvSpPr>
        <p:spPr>
          <a:xfrm>
            <a:off x="1753266" y="1551243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31" name="Прямоугольник 130">
            <a:extLst>
              <a:ext uri="{FF2B5EF4-FFF2-40B4-BE49-F238E27FC236}">
                <a16:creationId xmlns:a16="http://schemas.microsoft.com/office/drawing/2014/main" id="{E0C1D316-CDD7-FBAB-8103-C74328DB0B9A}"/>
              </a:ext>
            </a:extLst>
          </p:cNvPr>
          <p:cNvSpPr/>
          <p:nvPr/>
        </p:nvSpPr>
        <p:spPr>
          <a:xfrm>
            <a:off x="1753265" y="2025338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32" name="Прямоугольник 131">
            <a:extLst>
              <a:ext uri="{FF2B5EF4-FFF2-40B4-BE49-F238E27FC236}">
                <a16:creationId xmlns:a16="http://schemas.microsoft.com/office/drawing/2014/main" id="{450A93F4-BC1C-F0E3-ED73-A07C0F83650B}"/>
              </a:ext>
            </a:extLst>
          </p:cNvPr>
          <p:cNvSpPr/>
          <p:nvPr/>
        </p:nvSpPr>
        <p:spPr>
          <a:xfrm>
            <a:off x="1763715" y="2973528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33" name="Прямоугольник 132">
            <a:extLst>
              <a:ext uri="{FF2B5EF4-FFF2-40B4-BE49-F238E27FC236}">
                <a16:creationId xmlns:a16="http://schemas.microsoft.com/office/drawing/2014/main" id="{F819DB50-0F29-9660-6E25-BA0640CF3F47}"/>
              </a:ext>
            </a:extLst>
          </p:cNvPr>
          <p:cNvSpPr/>
          <p:nvPr/>
        </p:nvSpPr>
        <p:spPr>
          <a:xfrm>
            <a:off x="3034773" y="1568522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34" name="Прямоугольник 133">
            <a:extLst>
              <a:ext uri="{FF2B5EF4-FFF2-40B4-BE49-F238E27FC236}">
                <a16:creationId xmlns:a16="http://schemas.microsoft.com/office/drawing/2014/main" id="{3F6FB842-BC03-88EA-029E-8E1D7CF7F5C5}"/>
              </a:ext>
            </a:extLst>
          </p:cNvPr>
          <p:cNvSpPr/>
          <p:nvPr/>
        </p:nvSpPr>
        <p:spPr>
          <a:xfrm>
            <a:off x="3034773" y="2033239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35" name="Прямоугольник 134">
            <a:extLst>
              <a:ext uri="{FF2B5EF4-FFF2-40B4-BE49-F238E27FC236}">
                <a16:creationId xmlns:a16="http://schemas.microsoft.com/office/drawing/2014/main" id="{494C4E14-8667-62AC-82F3-24C7D70E8341}"/>
              </a:ext>
            </a:extLst>
          </p:cNvPr>
          <p:cNvSpPr/>
          <p:nvPr/>
        </p:nvSpPr>
        <p:spPr>
          <a:xfrm>
            <a:off x="402420" y="1225136"/>
            <a:ext cx="1129193" cy="2230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36" name="Прямоугольник 135">
            <a:extLst>
              <a:ext uri="{FF2B5EF4-FFF2-40B4-BE49-F238E27FC236}">
                <a16:creationId xmlns:a16="http://schemas.microsoft.com/office/drawing/2014/main" id="{9256F798-8484-714D-A48E-89C2C3454FE8}"/>
              </a:ext>
            </a:extLst>
          </p:cNvPr>
          <p:cNvSpPr/>
          <p:nvPr/>
        </p:nvSpPr>
        <p:spPr>
          <a:xfrm>
            <a:off x="2965437" y="1225137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37" name="Прямоугольник 136">
            <a:extLst>
              <a:ext uri="{FF2B5EF4-FFF2-40B4-BE49-F238E27FC236}">
                <a16:creationId xmlns:a16="http://schemas.microsoft.com/office/drawing/2014/main" id="{63E374A2-DE8A-3CBC-0475-B3E8090CAD56}"/>
              </a:ext>
            </a:extLst>
          </p:cNvPr>
          <p:cNvSpPr/>
          <p:nvPr/>
        </p:nvSpPr>
        <p:spPr>
          <a:xfrm>
            <a:off x="1750994" y="5001521"/>
            <a:ext cx="989215" cy="403131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138" name="Прямоугольник 137">
            <a:extLst>
              <a:ext uri="{FF2B5EF4-FFF2-40B4-BE49-F238E27FC236}">
                <a16:creationId xmlns:a16="http://schemas.microsoft.com/office/drawing/2014/main" id="{926E3840-2F15-E293-6BCF-B5CEC497E413}"/>
              </a:ext>
            </a:extLst>
          </p:cNvPr>
          <p:cNvSpPr/>
          <p:nvPr/>
        </p:nvSpPr>
        <p:spPr>
          <a:xfrm>
            <a:off x="472539" y="4053331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39" name="Прямоугольник 138">
            <a:extLst>
              <a:ext uri="{FF2B5EF4-FFF2-40B4-BE49-F238E27FC236}">
                <a16:creationId xmlns:a16="http://schemas.microsoft.com/office/drawing/2014/main" id="{6F651C8F-ED94-2296-70F3-E37480B6E7B9}"/>
              </a:ext>
            </a:extLst>
          </p:cNvPr>
          <p:cNvSpPr/>
          <p:nvPr/>
        </p:nvSpPr>
        <p:spPr>
          <a:xfrm>
            <a:off x="472538" y="4527425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40" name="Прямоугольник 139">
            <a:extLst>
              <a:ext uri="{FF2B5EF4-FFF2-40B4-BE49-F238E27FC236}">
                <a16:creationId xmlns:a16="http://schemas.microsoft.com/office/drawing/2014/main" id="{F96D1862-E9B0-FBB5-D91C-25D4290099B3}"/>
              </a:ext>
            </a:extLst>
          </p:cNvPr>
          <p:cNvSpPr/>
          <p:nvPr/>
        </p:nvSpPr>
        <p:spPr>
          <a:xfrm>
            <a:off x="472538" y="5001519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41" name="Прямоугольник 140">
            <a:extLst>
              <a:ext uri="{FF2B5EF4-FFF2-40B4-BE49-F238E27FC236}">
                <a16:creationId xmlns:a16="http://schemas.microsoft.com/office/drawing/2014/main" id="{F3CBDFCC-E2DA-3F27-7328-8FB6B207144F}"/>
              </a:ext>
            </a:extLst>
          </p:cNvPr>
          <p:cNvSpPr/>
          <p:nvPr/>
        </p:nvSpPr>
        <p:spPr>
          <a:xfrm>
            <a:off x="1682337" y="3727225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9FC4137E-1040-E815-365E-46C03747B6AC}"/>
              </a:ext>
            </a:extLst>
          </p:cNvPr>
          <p:cNvSpPr txBox="1"/>
          <p:nvPr/>
        </p:nvSpPr>
        <p:spPr>
          <a:xfrm>
            <a:off x="635415" y="3793580"/>
            <a:ext cx="646497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1</a:t>
            </a:r>
            <a:endParaRPr lang="ru-GB" sz="800" b="1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CE2D91C4-0511-C74D-3641-78DDD1FD4D37}"/>
              </a:ext>
            </a:extLst>
          </p:cNvPr>
          <p:cNvSpPr txBox="1"/>
          <p:nvPr/>
        </p:nvSpPr>
        <p:spPr>
          <a:xfrm>
            <a:off x="1913984" y="3793580"/>
            <a:ext cx="68543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2</a:t>
            </a:r>
            <a:endParaRPr lang="ru-GB" sz="800" b="1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458C8596-FA7D-3024-6C44-C3ED5AC3D0BF}"/>
              </a:ext>
            </a:extLst>
          </p:cNvPr>
          <p:cNvSpPr txBox="1"/>
          <p:nvPr/>
        </p:nvSpPr>
        <p:spPr>
          <a:xfrm>
            <a:off x="3200104" y="3793580"/>
            <a:ext cx="65531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3</a:t>
            </a:r>
            <a:endParaRPr lang="ru-GB" sz="800" b="1" dirty="0"/>
          </a:p>
        </p:txBody>
      </p:sp>
      <p:sp>
        <p:nvSpPr>
          <p:cNvPr id="145" name="Прямоугольник 144">
            <a:extLst>
              <a:ext uri="{FF2B5EF4-FFF2-40B4-BE49-F238E27FC236}">
                <a16:creationId xmlns:a16="http://schemas.microsoft.com/office/drawing/2014/main" id="{7B550298-2951-CE37-BC4E-8D369C05CFF0}"/>
              </a:ext>
            </a:extLst>
          </p:cNvPr>
          <p:cNvSpPr/>
          <p:nvPr/>
        </p:nvSpPr>
        <p:spPr>
          <a:xfrm>
            <a:off x="1750995" y="4053331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46" name="Прямоугольник 145">
            <a:extLst>
              <a:ext uri="{FF2B5EF4-FFF2-40B4-BE49-F238E27FC236}">
                <a16:creationId xmlns:a16="http://schemas.microsoft.com/office/drawing/2014/main" id="{4371D598-6E1C-D0A4-492C-736CF7B71660}"/>
              </a:ext>
            </a:extLst>
          </p:cNvPr>
          <p:cNvSpPr/>
          <p:nvPr/>
        </p:nvSpPr>
        <p:spPr>
          <a:xfrm>
            <a:off x="1750994" y="4527426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47" name="Прямоугольник 146">
            <a:extLst>
              <a:ext uri="{FF2B5EF4-FFF2-40B4-BE49-F238E27FC236}">
                <a16:creationId xmlns:a16="http://schemas.microsoft.com/office/drawing/2014/main" id="{21414A8E-1D71-18C4-3380-A5FA2BEA8AAE}"/>
              </a:ext>
            </a:extLst>
          </p:cNvPr>
          <p:cNvSpPr/>
          <p:nvPr/>
        </p:nvSpPr>
        <p:spPr>
          <a:xfrm>
            <a:off x="1761444" y="5475616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48" name="Прямоугольник 147">
            <a:extLst>
              <a:ext uri="{FF2B5EF4-FFF2-40B4-BE49-F238E27FC236}">
                <a16:creationId xmlns:a16="http://schemas.microsoft.com/office/drawing/2014/main" id="{48211D2D-42A4-51FC-CAD0-8B94FD5C9625}"/>
              </a:ext>
            </a:extLst>
          </p:cNvPr>
          <p:cNvSpPr/>
          <p:nvPr/>
        </p:nvSpPr>
        <p:spPr>
          <a:xfrm>
            <a:off x="3032502" y="4070610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49" name="Прямоугольник 148">
            <a:extLst>
              <a:ext uri="{FF2B5EF4-FFF2-40B4-BE49-F238E27FC236}">
                <a16:creationId xmlns:a16="http://schemas.microsoft.com/office/drawing/2014/main" id="{DB6035B0-752E-7AAC-3DF7-241056DD43B0}"/>
              </a:ext>
            </a:extLst>
          </p:cNvPr>
          <p:cNvSpPr/>
          <p:nvPr/>
        </p:nvSpPr>
        <p:spPr>
          <a:xfrm>
            <a:off x="3032502" y="4535327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50" name="Прямоугольник 149">
            <a:extLst>
              <a:ext uri="{FF2B5EF4-FFF2-40B4-BE49-F238E27FC236}">
                <a16:creationId xmlns:a16="http://schemas.microsoft.com/office/drawing/2014/main" id="{99020593-E56F-E28C-94EB-C57C0E16BBAB}"/>
              </a:ext>
            </a:extLst>
          </p:cNvPr>
          <p:cNvSpPr/>
          <p:nvPr/>
        </p:nvSpPr>
        <p:spPr>
          <a:xfrm>
            <a:off x="400149" y="3727224"/>
            <a:ext cx="1129193" cy="2230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51" name="Прямоугольник 150">
            <a:extLst>
              <a:ext uri="{FF2B5EF4-FFF2-40B4-BE49-F238E27FC236}">
                <a16:creationId xmlns:a16="http://schemas.microsoft.com/office/drawing/2014/main" id="{703C0A81-B12D-59D6-D320-EE79DAAE30D0}"/>
              </a:ext>
            </a:extLst>
          </p:cNvPr>
          <p:cNvSpPr/>
          <p:nvPr/>
        </p:nvSpPr>
        <p:spPr>
          <a:xfrm>
            <a:off x="2963166" y="3727225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52" name="Прямоугольник 151">
            <a:extLst>
              <a:ext uri="{FF2B5EF4-FFF2-40B4-BE49-F238E27FC236}">
                <a16:creationId xmlns:a16="http://schemas.microsoft.com/office/drawing/2014/main" id="{1635AC9D-0845-962A-441F-DD20C4AB04F3}"/>
              </a:ext>
            </a:extLst>
          </p:cNvPr>
          <p:cNvSpPr/>
          <p:nvPr/>
        </p:nvSpPr>
        <p:spPr>
          <a:xfrm>
            <a:off x="9447435" y="5001521"/>
            <a:ext cx="989215" cy="403131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DD0F8525-CA2B-760C-6EE0-4D9B2C50B2BC}"/>
              </a:ext>
            </a:extLst>
          </p:cNvPr>
          <p:cNvSpPr/>
          <p:nvPr/>
        </p:nvSpPr>
        <p:spPr>
          <a:xfrm>
            <a:off x="8168980" y="4053331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54" name="Прямоугольник 153">
            <a:extLst>
              <a:ext uri="{FF2B5EF4-FFF2-40B4-BE49-F238E27FC236}">
                <a16:creationId xmlns:a16="http://schemas.microsoft.com/office/drawing/2014/main" id="{2222B833-DA95-6D17-EFC9-3DEA6CBF2CEA}"/>
              </a:ext>
            </a:extLst>
          </p:cNvPr>
          <p:cNvSpPr/>
          <p:nvPr/>
        </p:nvSpPr>
        <p:spPr>
          <a:xfrm>
            <a:off x="8168979" y="4527425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858D9CF2-DE8D-0A0B-7C60-0E2B180D4DF2}"/>
              </a:ext>
            </a:extLst>
          </p:cNvPr>
          <p:cNvSpPr/>
          <p:nvPr/>
        </p:nvSpPr>
        <p:spPr>
          <a:xfrm>
            <a:off x="8168979" y="5001519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56" name="Прямоугольник 155">
            <a:extLst>
              <a:ext uri="{FF2B5EF4-FFF2-40B4-BE49-F238E27FC236}">
                <a16:creationId xmlns:a16="http://schemas.microsoft.com/office/drawing/2014/main" id="{036E4AE9-F13D-408E-8FEB-068D128EED98}"/>
              </a:ext>
            </a:extLst>
          </p:cNvPr>
          <p:cNvSpPr/>
          <p:nvPr/>
        </p:nvSpPr>
        <p:spPr>
          <a:xfrm>
            <a:off x="9378778" y="3727225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CC95AF06-D0A5-3A81-AAC7-5539263BB116}"/>
              </a:ext>
            </a:extLst>
          </p:cNvPr>
          <p:cNvSpPr txBox="1"/>
          <p:nvPr/>
        </p:nvSpPr>
        <p:spPr>
          <a:xfrm>
            <a:off x="8331856" y="3793580"/>
            <a:ext cx="646497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1</a:t>
            </a:r>
            <a:endParaRPr lang="ru-GB" sz="800" b="1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354F2B8B-B2BD-D11D-84E5-469C849A25C9}"/>
              </a:ext>
            </a:extLst>
          </p:cNvPr>
          <p:cNvSpPr txBox="1"/>
          <p:nvPr/>
        </p:nvSpPr>
        <p:spPr>
          <a:xfrm>
            <a:off x="9610425" y="3793580"/>
            <a:ext cx="68543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2</a:t>
            </a:r>
            <a:endParaRPr lang="ru-GB" sz="800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A62749CE-91F7-3DDC-8E07-6699899DD9F6}"/>
              </a:ext>
            </a:extLst>
          </p:cNvPr>
          <p:cNvSpPr txBox="1"/>
          <p:nvPr/>
        </p:nvSpPr>
        <p:spPr>
          <a:xfrm>
            <a:off x="10896545" y="3793580"/>
            <a:ext cx="65531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3</a:t>
            </a:r>
            <a:endParaRPr lang="ru-GB" sz="800" b="1" dirty="0"/>
          </a:p>
        </p:txBody>
      </p:sp>
      <p:sp>
        <p:nvSpPr>
          <p:cNvPr id="160" name="Прямоугольник 159">
            <a:extLst>
              <a:ext uri="{FF2B5EF4-FFF2-40B4-BE49-F238E27FC236}">
                <a16:creationId xmlns:a16="http://schemas.microsoft.com/office/drawing/2014/main" id="{9791B079-72DE-E707-B50F-3AE6B69AA4B5}"/>
              </a:ext>
            </a:extLst>
          </p:cNvPr>
          <p:cNvSpPr/>
          <p:nvPr/>
        </p:nvSpPr>
        <p:spPr>
          <a:xfrm>
            <a:off x="9447436" y="4053331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61" name="Прямоугольник 160">
            <a:extLst>
              <a:ext uri="{FF2B5EF4-FFF2-40B4-BE49-F238E27FC236}">
                <a16:creationId xmlns:a16="http://schemas.microsoft.com/office/drawing/2014/main" id="{43060627-69B5-8646-22F9-7BC813135B3E}"/>
              </a:ext>
            </a:extLst>
          </p:cNvPr>
          <p:cNvSpPr/>
          <p:nvPr/>
        </p:nvSpPr>
        <p:spPr>
          <a:xfrm>
            <a:off x="9447435" y="4527426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62" name="Прямоугольник 161">
            <a:extLst>
              <a:ext uri="{FF2B5EF4-FFF2-40B4-BE49-F238E27FC236}">
                <a16:creationId xmlns:a16="http://schemas.microsoft.com/office/drawing/2014/main" id="{71B5294B-6F27-934A-16D0-762D856E17F1}"/>
              </a:ext>
            </a:extLst>
          </p:cNvPr>
          <p:cNvSpPr/>
          <p:nvPr/>
        </p:nvSpPr>
        <p:spPr>
          <a:xfrm>
            <a:off x="9457885" y="5475616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63" name="Прямоугольник 162">
            <a:extLst>
              <a:ext uri="{FF2B5EF4-FFF2-40B4-BE49-F238E27FC236}">
                <a16:creationId xmlns:a16="http://schemas.microsoft.com/office/drawing/2014/main" id="{209BDE89-D2A7-288D-66B3-73F706D4C656}"/>
              </a:ext>
            </a:extLst>
          </p:cNvPr>
          <p:cNvSpPr/>
          <p:nvPr/>
        </p:nvSpPr>
        <p:spPr>
          <a:xfrm>
            <a:off x="10728943" y="4070610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64" name="Прямоугольник 163">
            <a:extLst>
              <a:ext uri="{FF2B5EF4-FFF2-40B4-BE49-F238E27FC236}">
                <a16:creationId xmlns:a16="http://schemas.microsoft.com/office/drawing/2014/main" id="{45C5D1BB-03E1-7FF6-8693-E1C30B131B86}"/>
              </a:ext>
            </a:extLst>
          </p:cNvPr>
          <p:cNvSpPr/>
          <p:nvPr/>
        </p:nvSpPr>
        <p:spPr>
          <a:xfrm>
            <a:off x="10728943" y="4535327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65" name="Прямоугольник 164">
            <a:extLst>
              <a:ext uri="{FF2B5EF4-FFF2-40B4-BE49-F238E27FC236}">
                <a16:creationId xmlns:a16="http://schemas.microsoft.com/office/drawing/2014/main" id="{6A26DBC5-E4C3-4684-00B3-91E962AEC658}"/>
              </a:ext>
            </a:extLst>
          </p:cNvPr>
          <p:cNvSpPr/>
          <p:nvPr/>
        </p:nvSpPr>
        <p:spPr>
          <a:xfrm>
            <a:off x="8096590" y="3727224"/>
            <a:ext cx="1129193" cy="2230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66" name="Прямоугольник 165">
            <a:extLst>
              <a:ext uri="{FF2B5EF4-FFF2-40B4-BE49-F238E27FC236}">
                <a16:creationId xmlns:a16="http://schemas.microsoft.com/office/drawing/2014/main" id="{707884BA-23A5-4270-4190-9D6D2F5C8A56}"/>
              </a:ext>
            </a:extLst>
          </p:cNvPr>
          <p:cNvSpPr/>
          <p:nvPr/>
        </p:nvSpPr>
        <p:spPr>
          <a:xfrm>
            <a:off x="10659607" y="3727225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67" name="Прямоугольник 166">
            <a:extLst>
              <a:ext uri="{FF2B5EF4-FFF2-40B4-BE49-F238E27FC236}">
                <a16:creationId xmlns:a16="http://schemas.microsoft.com/office/drawing/2014/main" id="{CF3E176A-7408-CBFC-56ED-C3A0936CD52E}"/>
              </a:ext>
            </a:extLst>
          </p:cNvPr>
          <p:cNvSpPr/>
          <p:nvPr/>
        </p:nvSpPr>
        <p:spPr>
          <a:xfrm>
            <a:off x="9448949" y="2499433"/>
            <a:ext cx="989215" cy="403131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168" name="Прямоугольник 167">
            <a:extLst>
              <a:ext uri="{FF2B5EF4-FFF2-40B4-BE49-F238E27FC236}">
                <a16:creationId xmlns:a16="http://schemas.microsoft.com/office/drawing/2014/main" id="{59C8373B-172A-C914-242D-51B92BD865AB}"/>
              </a:ext>
            </a:extLst>
          </p:cNvPr>
          <p:cNvSpPr/>
          <p:nvPr/>
        </p:nvSpPr>
        <p:spPr>
          <a:xfrm>
            <a:off x="8170494" y="1551243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69" name="Прямоугольник 168">
            <a:extLst>
              <a:ext uri="{FF2B5EF4-FFF2-40B4-BE49-F238E27FC236}">
                <a16:creationId xmlns:a16="http://schemas.microsoft.com/office/drawing/2014/main" id="{5CF5CF8A-1E32-965C-76AB-3F9ECDC03737}"/>
              </a:ext>
            </a:extLst>
          </p:cNvPr>
          <p:cNvSpPr/>
          <p:nvPr/>
        </p:nvSpPr>
        <p:spPr>
          <a:xfrm>
            <a:off x="8170493" y="2025337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70" name="Прямоугольник 169">
            <a:extLst>
              <a:ext uri="{FF2B5EF4-FFF2-40B4-BE49-F238E27FC236}">
                <a16:creationId xmlns:a16="http://schemas.microsoft.com/office/drawing/2014/main" id="{934E2D83-68ED-8799-6202-22A5700CB21F}"/>
              </a:ext>
            </a:extLst>
          </p:cNvPr>
          <p:cNvSpPr/>
          <p:nvPr/>
        </p:nvSpPr>
        <p:spPr>
          <a:xfrm>
            <a:off x="8170493" y="2499431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71" name="Прямоугольник 170">
            <a:extLst>
              <a:ext uri="{FF2B5EF4-FFF2-40B4-BE49-F238E27FC236}">
                <a16:creationId xmlns:a16="http://schemas.microsoft.com/office/drawing/2014/main" id="{EC277262-299D-B1DF-B771-CF70D7013E9D}"/>
              </a:ext>
            </a:extLst>
          </p:cNvPr>
          <p:cNvSpPr/>
          <p:nvPr/>
        </p:nvSpPr>
        <p:spPr>
          <a:xfrm>
            <a:off x="9380292" y="1225137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11884CEF-7FD8-467A-837F-ECA32AA515B8}"/>
              </a:ext>
            </a:extLst>
          </p:cNvPr>
          <p:cNvSpPr txBox="1"/>
          <p:nvPr/>
        </p:nvSpPr>
        <p:spPr>
          <a:xfrm>
            <a:off x="8333370" y="1291492"/>
            <a:ext cx="646497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1</a:t>
            </a:r>
            <a:endParaRPr lang="ru-GB" sz="800" b="1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11A142AE-492F-E2CC-0F14-849C278BB5D5}"/>
              </a:ext>
            </a:extLst>
          </p:cNvPr>
          <p:cNvSpPr txBox="1"/>
          <p:nvPr/>
        </p:nvSpPr>
        <p:spPr>
          <a:xfrm>
            <a:off x="9611939" y="1291492"/>
            <a:ext cx="68543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2</a:t>
            </a:r>
            <a:endParaRPr lang="ru-GB" sz="800" b="1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AE14CCD2-C07F-72AD-B4B7-2D8F3F647E30}"/>
              </a:ext>
            </a:extLst>
          </p:cNvPr>
          <p:cNvSpPr txBox="1"/>
          <p:nvPr/>
        </p:nvSpPr>
        <p:spPr>
          <a:xfrm>
            <a:off x="10898059" y="1291492"/>
            <a:ext cx="65531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3</a:t>
            </a:r>
            <a:endParaRPr lang="ru-GB" sz="800" b="1" dirty="0"/>
          </a:p>
        </p:txBody>
      </p:sp>
      <p:sp>
        <p:nvSpPr>
          <p:cNvPr id="175" name="Прямоугольник 174">
            <a:extLst>
              <a:ext uri="{FF2B5EF4-FFF2-40B4-BE49-F238E27FC236}">
                <a16:creationId xmlns:a16="http://schemas.microsoft.com/office/drawing/2014/main" id="{D44429CE-90BA-1AF8-0723-61E16147DB78}"/>
              </a:ext>
            </a:extLst>
          </p:cNvPr>
          <p:cNvSpPr/>
          <p:nvPr/>
        </p:nvSpPr>
        <p:spPr>
          <a:xfrm>
            <a:off x="9448950" y="1551243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76" name="Прямоугольник 175">
            <a:extLst>
              <a:ext uri="{FF2B5EF4-FFF2-40B4-BE49-F238E27FC236}">
                <a16:creationId xmlns:a16="http://schemas.microsoft.com/office/drawing/2014/main" id="{D0B8F8F7-C42B-7960-BBD2-04B6D0402BE2}"/>
              </a:ext>
            </a:extLst>
          </p:cNvPr>
          <p:cNvSpPr/>
          <p:nvPr/>
        </p:nvSpPr>
        <p:spPr>
          <a:xfrm>
            <a:off x="9448949" y="2025338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77" name="Прямоугольник 176">
            <a:extLst>
              <a:ext uri="{FF2B5EF4-FFF2-40B4-BE49-F238E27FC236}">
                <a16:creationId xmlns:a16="http://schemas.microsoft.com/office/drawing/2014/main" id="{4771AFEE-2402-3F29-8C76-B7588732B32D}"/>
              </a:ext>
            </a:extLst>
          </p:cNvPr>
          <p:cNvSpPr/>
          <p:nvPr/>
        </p:nvSpPr>
        <p:spPr>
          <a:xfrm>
            <a:off x="9459399" y="2973528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78" name="Прямоугольник 177">
            <a:extLst>
              <a:ext uri="{FF2B5EF4-FFF2-40B4-BE49-F238E27FC236}">
                <a16:creationId xmlns:a16="http://schemas.microsoft.com/office/drawing/2014/main" id="{AD924B99-34B6-D509-829D-742D01B65443}"/>
              </a:ext>
            </a:extLst>
          </p:cNvPr>
          <p:cNvSpPr/>
          <p:nvPr/>
        </p:nvSpPr>
        <p:spPr>
          <a:xfrm>
            <a:off x="10730457" y="1568522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79" name="Прямоугольник 178">
            <a:extLst>
              <a:ext uri="{FF2B5EF4-FFF2-40B4-BE49-F238E27FC236}">
                <a16:creationId xmlns:a16="http://schemas.microsoft.com/office/drawing/2014/main" id="{009D8E96-2725-14A0-47D6-FD9B7FEFE525}"/>
              </a:ext>
            </a:extLst>
          </p:cNvPr>
          <p:cNvSpPr/>
          <p:nvPr/>
        </p:nvSpPr>
        <p:spPr>
          <a:xfrm>
            <a:off x="10730457" y="2033239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80" name="Прямоугольник 179">
            <a:extLst>
              <a:ext uri="{FF2B5EF4-FFF2-40B4-BE49-F238E27FC236}">
                <a16:creationId xmlns:a16="http://schemas.microsoft.com/office/drawing/2014/main" id="{FD399AE3-3977-A35B-086B-8E1A035EEE8C}"/>
              </a:ext>
            </a:extLst>
          </p:cNvPr>
          <p:cNvSpPr/>
          <p:nvPr/>
        </p:nvSpPr>
        <p:spPr>
          <a:xfrm>
            <a:off x="8098104" y="1225136"/>
            <a:ext cx="1129193" cy="2230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81" name="Прямоугольник 180">
            <a:extLst>
              <a:ext uri="{FF2B5EF4-FFF2-40B4-BE49-F238E27FC236}">
                <a16:creationId xmlns:a16="http://schemas.microsoft.com/office/drawing/2014/main" id="{AF72A6E1-FECC-ACBB-09E6-AC74A053F82F}"/>
              </a:ext>
            </a:extLst>
          </p:cNvPr>
          <p:cNvSpPr/>
          <p:nvPr/>
        </p:nvSpPr>
        <p:spPr>
          <a:xfrm>
            <a:off x="10661121" y="1225137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</p:spTree>
    <p:extLst>
      <p:ext uri="{BB962C8B-B14F-4D97-AF65-F5344CB8AC3E}">
        <p14:creationId xmlns:p14="http://schemas.microsoft.com/office/powerpoint/2010/main" val="424091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0A97A-7CC8-865C-A616-312076075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994E9277-5FCE-3CCD-5EA8-A9E5BEB47109}"/>
              </a:ext>
            </a:extLst>
          </p:cNvPr>
          <p:cNvSpPr/>
          <p:nvPr/>
        </p:nvSpPr>
        <p:spPr>
          <a:xfrm>
            <a:off x="5600740" y="5001521"/>
            <a:ext cx="989215" cy="403131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4855532C-E274-A89A-D20A-9B4D07572F84}"/>
              </a:ext>
            </a:extLst>
          </p:cNvPr>
          <p:cNvSpPr/>
          <p:nvPr/>
        </p:nvSpPr>
        <p:spPr>
          <a:xfrm>
            <a:off x="4322285" y="4053331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662CEF70-E584-FE75-1CBE-81F7FCF3BFDF}"/>
              </a:ext>
            </a:extLst>
          </p:cNvPr>
          <p:cNvSpPr/>
          <p:nvPr/>
        </p:nvSpPr>
        <p:spPr>
          <a:xfrm>
            <a:off x="4322284" y="4527425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C4CA3A51-0461-2FAE-3B96-CC543781A215}"/>
              </a:ext>
            </a:extLst>
          </p:cNvPr>
          <p:cNvSpPr/>
          <p:nvPr/>
        </p:nvSpPr>
        <p:spPr>
          <a:xfrm>
            <a:off x="4322284" y="5001519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68463D35-57FC-2407-A198-1D8028F924F7}"/>
              </a:ext>
            </a:extLst>
          </p:cNvPr>
          <p:cNvSpPr/>
          <p:nvPr/>
        </p:nvSpPr>
        <p:spPr>
          <a:xfrm>
            <a:off x="5532083" y="3727225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7A34B95-9B3B-D33C-48E6-C3698D65DD0D}"/>
              </a:ext>
            </a:extLst>
          </p:cNvPr>
          <p:cNvSpPr txBox="1"/>
          <p:nvPr/>
        </p:nvSpPr>
        <p:spPr>
          <a:xfrm>
            <a:off x="4485161" y="3793580"/>
            <a:ext cx="646497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1</a:t>
            </a:r>
            <a:endParaRPr lang="ru-GB" sz="8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2FB0245-B59B-43D8-7EB2-67842154C833}"/>
              </a:ext>
            </a:extLst>
          </p:cNvPr>
          <p:cNvSpPr txBox="1"/>
          <p:nvPr/>
        </p:nvSpPr>
        <p:spPr>
          <a:xfrm>
            <a:off x="5763730" y="3793580"/>
            <a:ext cx="68543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2</a:t>
            </a:r>
            <a:endParaRPr lang="ru-GB" sz="8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99067DB-3241-1CEE-A9D8-6F50790DACB9}"/>
              </a:ext>
            </a:extLst>
          </p:cNvPr>
          <p:cNvSpPr txBox="1"/>
          <p:nvPr/>
        </p:nvSpPr>
        <p:spPr>
          <a:xfrm>
            <a:off x="7049850" y="3793580"/>
            <a:ext cx="65531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3</a:t>
            </a:r>
            <a:endParaRPr lang="ru-GB" sz="800" b="1" dirty="0"/>
          </a:p>
        </p:txBody>
      </p:sp>
      <p:sp>
        <p:nvSpPr>
          <p:cNvPr id="70" name="Прямоугольник 69">
            <a:extLst>
              <a:ext uri="{FF2B5EF4-FFF2-40B4-BE49-F238E27FC236}">
                <a16:creationId xmlns:a16="http://schemas.microsoft.com/office/drawing/2014/main" id="{4184D790-96D2-C871-3A4F-836E2845A710}"/>
              </a:ext>
            </a:extLst>
          </p:cNvPr>
          <p:cNvSpPr/>
          <p:nvPr/>
        </p:nvSpPr>
        <p:spPr>
          <a:xfrm>
            <a:off x="5600741" y="4053331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71" name="Прямоугольник 70">
            <a:extLst>
              <a:ext uri="{FF2B5EF4-FFF2-40B4-BE49-F238E27FC236}">
                <a16:creationId xmlns:a16="http://schemas.microsoft.com/office/drawing/2014/main" id="{B845EB20-24EB-7CD1-4D9A-4021B60A80D7}"/>
              </a:ext>
            </a:extLst>
          </p:cNvPr>
          <p:cNvSpPr/>
          <p:nvPr/>
        </p:nvSpPr>
        <p:spPr>
          <a:xfrm>
            <a:off x="5600740" y="4527426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72" name="Прямоугольник 71">
            <a:extLst>
              <a:ext uri="{FF2B5EF4-FFF2-40B4-BE49-F238E27FC236}">
                <a16:creationId xmlns:a16="http://schemas.microsoft.com/office/drawing/2014/main" id="{51C61B22-271E-AC5F-BA6D-2A8913EDE5FD}"/>
              </a:ext>
            </a:extLst>
          </p:cNvPr>
          <p:cNvSpPr/>
          <p:nvPr/>
        </p:nvSpPr>
        <p:spPr>
          <a:xfrm>
            <a:off x="5611190" y="5475616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73" name="Прямоугольник 72">
            <a:extLst>
              <a:ext uri="{FF2B5EF4-FFF2-40B4-BE49-F238E27FC236}">
                <a16:creationId xmlns:a16="http://schemas.microsoft.com/office/drawing/2014/main" id="{FEEBE111-EFBC-F9FD-1F01-6A0DD8C97D5E}"/>
              </a:ext>
            </a:extLst>
          </p:cNvPr>
          <p:cNvSpPr/>
          <p:nvPr/>
        </p:nvSpPr>
        <p:spPr>
          <a:xfrm>
            <a:off x="6882248" y="4070610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41B241D1-A737-7C81-DCEB-ED7D6C301906}"/>
              </a:ext>
            </a:extLst>
          </p:cNvPr>
          <p:cNvSpPr/>
          <p:nvPr/>
        </p:nvSpPr>
        <p:spPr>
          <a:xfrm>
            <a:off x="6882248" y="4535327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B16DE299-3F87-9529-9780-0C1B6F37B338}"/>
              </a:ext>
            </a:extLst>
          </p:cNvPr>
          <p:cNvSpPr/>
          <p:nvPr/>
        </p:nvSpPr>
        <p:spPr>
          <a:xfrm>
            <a:off x="4249895" y="3727224"/>
            <a:ext cx="1129193" cy="2230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20F0C019-921D-5CFE-C849-01883B0359BE}"/>
              </a:ext>
            </a:extLst>
          </p:cNvPr>
          <p:cNvSpPr/>
          <p:nvPr/>
        </p:nvSpPr>
        <p:spPr>
          <a:xfrm>
            <a:off x="6812912" y="3727225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26D365C7-DE2A-7872-9561-6F1FC3F696C8}"/>
              </a:ext>
            </a:extLst>
          </p:cNvPr>
          <p:cNvSpPr/>
          <p:nvPr/>
        </p:nvSpPr>
        <p:spPr>
          <a:xfrm>
            <a:off x="5600741" y="2499433"/>
            <a:ext cx="989215" cy="403131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DE28F142-79AA-3CA0-9274-04E8126796B6}"/>
              </a:ext>
            </a:extLst>
          </p:cNvPr>
          <p:cNvSpPr/>
          <p:nvPr/>
        </p:nvSpPr>
        <p:spPr>
          <a:xfrm>
            <a:off x="4322286" y="1551243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DBF70697-5CD2-ADCC-5CBB-96CDE54750E0}"/>
              </a:ext>
            </a:extLst>
          </p:cNvPr>
          <p:cNvSpPr/>
          <p:nvPr/>
        </p:nvSpPr>
        <p:spPr>
          <a:xfrm>
            <a:off x="4322285" y="2025337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3862215F-6E20-25C7-3D9F-2DFF1300C26A}"/>
              </a:ext>
            </a:extLst>
          </p:cNvPr>
          <p:cNvSpPr/>
          <p:nvPr/>
        </p:nvSpPr>
        <p:spPr>
          <a:xfrm>
            <a:off x="4322285" y="2499431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D33468EA-5A54-2733-8A43-B0D7EE2AB023}"/>
              </a:ext>
            </a:extLst>
          </p:cNvPr>
          <p:cNvSpPr/>
          <p:nvPr/>
        </p:nvSpPr>
        <p:spPr>
          <a:xfrm>
            <a:off x="5532084" y="1225137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998F360-16F3-048B-4447-8D403F656C4C}"/>
              </a:ext>
            </a:extLst>
          </p:cNvPr>
          <p:cNvSpPr txBox="1"/>
          <p:nvPr/>
        </p:nvSpPr>
        <p:spPr>
          <a:xfrm>
            <a:off x="4485162" y="1291492"/>
            <a:ext cx="646497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1</a:t>
            </a:r>
            <a:endParaRPr lang="ru-GB" sz="800" b="1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473AE5D6-B306-8D6A-DBAC-58C3BA4CE01D}"/>
              </a:ext>
            </a:extLst>
          </p:cNvPr>
          <p:cNvSpPr txBox="1"/>
          <p:nvPr/>
        </p:nvSpPr>
        <p:spPr>
          <a:xfrm>
            <a:off x="5763731" y="1291492"/>
            <a:ext cx="68543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2</a:t>
            </a:r>
            <a:endParaRPr lang="ru-GB" sz="800" b="1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7427643-F945-E6FE-85E9-D91F51DA1DE1}"/>
              </a:ext>
            </a:extLst>
          </p:cNvPr>
          <p:cNvSpPr txBox="1"/>
          <p:nvPr/>
        </p:nvSpPr>
        <p:spPr>
          <a:xfrm>
            <a:off x="7049851" y="1291492"/>
            <a:ext cx="65531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3</a:t>
            </a:r>
            <a:endParaRPr lang="ru-GB" sz="800" b="1" dirty="0"/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ACE2290B-4736-5D0A-8E6D-F5B4BB683CDB}"/>
              </a:ext>
            </a:extLst>
          </p:cNvPr>
          <p:cNvSpPr/>
          <p:nvPr/>
        </p:nvSpPr>
        <p:spPr>
          <a:xfrm>
            <a:off x="5600742" y="1551243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91C80ADE-4E87-624B-9A94-0295767B7976}"/>
              </a:ext>
            </a:extLst>
          </p:cNvPr>
          <p:cNvSpPr/>
          <p:nvPr/>
        </p:nvSpPr>
        <p:spPr>
          <a:xfrm>
            <a:off x="5600741" y="2025338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C6971785-3922-4927-6F82-ED54ABB0E236}"/>
              </a:ext>
            </a:extLst>
          </p:cNvPr>
          <p:cNvSpPr/>
          <p:nvPr/>
        </p:nvSpPr>
        <p:spPr>
          <a:xfrm>
            <a:off x="5611191" y="2973528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A99A0DF0-419C-C4C8-A1A1-FE7152447B10}"/>
              </a:ext>
            </a:extLst>
          </p:cNvPr>
          <p:cNvSpPr/>
          <p:nvPr/>
        </p:nvSpPr>
        <p:spPr>
          <a:xfrm>
            <a:off x="6882249" y="1568522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19" name="Прямоугольник 118">
            <a:extLst>
              <a:ext uri="{FF2B5EF4-FFF2-40B4-BE49-F238E27FC236}">
                <a16:creationId xmlns:a16="http://schemas.microsoft.com/office/drawing/2014/main" id="{6BEFB3E6-B4E3-60E3-C6E9-2C2871377716}"/>
              </a:ext>
            </a:extLst>
          </p:cNvPr>
          <p:cNvSpPr/>
          <p:nvPr/>
        </p:nvSpPr>
        <p:spPr>
          <a:xfrm>
            <a:off x="6882249" y="2033239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20" name="Прямоугольник 119">
            <a:extLst>
              <a:ext uri="{FF2B5EF4-FFF2-40B4-BE49-F238E27FC236}">
                <a16:creationId xmlns:a16="http://schemas.microsoft.com/office/drawing/2014/main" id="{1ABDA8F6-A006-3FB8-DE33-9A3E9B770B8D}"/>
              </a:ext>
            </a:extLst>
          </p:cNvPr>
          <p:cNvSpPr/>
          <p:nvPr/>
        </p:nvSpPr>
        <p:spPr>
          <a:xfrm>
            <a:off x="4249896" y="1225136"/>
            <a:ext cx="1129193" cy="2230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21" name="Прямоугольник 120">
            <a:extLst>
              <a:ext uri="{FF2B5EF4-FFF2-40B4-BE49-F238E27FC236}">
                <a16:creationId xmlns:a16="http://schemas.microsoft.com/office/drawing/2014/main" id="{8FCB3965-032E-C4B3-8E39-1AD7D845E55E}"/>
              </a:ext>
            </a:extLst>
          </p:cNvPr>
          <p:cNvSpPr/>
          <p:nvPr/>
        </p:nvSpPr>
        <p:spPr>
          <a:xfrm>
            <a:off x="6812913" y="1225137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22" name="Прямоугольник 121">
            <a:extLst>
              <a:ext uri="{FF2B5EF4-FFF2-40B4-BE49-F238E27FC236}">
                <a16:creationId xmlns:a16="http://schemas.microsoft.com/office/drawing/2014/main" id="{907E2AAC-9AB3-9593-847A-2A4C348EA0BF}"/>
              </a:ext>
            </a:extLst>
          </p:cNvPr>
          <p:cNvSpPr/>
          <p:nvPr/>
        </p:nvSpPr>
        <p:spPr>
          <a:xfrm>
            <a:off x="1753265" y="2499433"/>
            <a:ext cx="989215" cy="403131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123" name="Прямоугольник 122">
            <a:extLst>
              <a:ext uri="{FF2B5EF4-FFF2-40B4-BE49-F238E27FC236}">
                <a16:creationId xmlns:a16="http://schemas.microsoft.com/office/drawing/2014/main" id="{D10F638F-0103-89AC-F0CB-C20023AB3B38}"/>
              </a:ext>
            </a:extLst>
          </p:cNvPr>
          <p:cNvSpPr/>
          <p:nvPr/>
        </p:nvSpPr>
        <p:spPr>
          <a:xfrm>
            <a:off x="474810" y="1551243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24" name="Прямоугольник 123">
            <a:extLst>
              <a:ext uri="{FF2B5EF4-FFF2-40B4-BE49-F238E27FC236}">
                <a16:creationId xmlns:a16="http://schemas.microsoft.com/office/drawing/2014/main" id="{91631C8D-9A20-C59E-5D8A-3A2B654A48C5}"/>
              </a:ext>
            </a:extLst>
          </p:cNvPr>
          <p:cNvSpPr/>
          <p:nvPr/>
        </p:nvSpPr>
        <p:spPr>
          <a:xfrm>
            <a:off x="474809" y="2025337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25" name="Прямоугольник 124">
            <a:extLst>
              <a:ext uri="{FF2B5EF4-FFF2-40B4-BE49-F238E27FC236}">
                <a16:creationId xmlns:a16="http://schemas.microsoft.com/office/drawing/2014/main" id="{E520F650-209F-5EB2-E060-579157A03A06}"/>
              </a:ext>
            </a:extLst>
          </p:cNvPr>
          <p:cNvSpPr/>
          <p:nvPr/>
        </p:nvSpPr>
        <p:spPr>
          <a:xfrm>
            <a:off x="474809" y="2499431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26" name="Прямоугольник 125">
            <a:extLst>
              <a:ext uri="{FF2B5EF4-FFF2-40B4-BE49-F238E27FC236}">
                <a16:creationId xmlns:a16="http://schemas.microsoft.com/office/drawing/2014/main" id="{F25FFDCA-4F02-3C24-2B8A-BB0DEAE63399}"/>
              </a:ext>
            </a:extLst>
          </p:cNvPr>
          <p:cNvSpPr/>
          <p:nvPr/>
        </p:nvSpPr>
        <p:spPr>
          <a:xfrm>
            <a:off x="1684608" y="1225137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0EA9381-0F8A-B929-11A9-8D85087C9BF7}"/>
              </a:ext>
            </a:extLst>
          </p:cNvPr>
          <p:cNvSpPr txBox="1"/>
          <p:nvPr/>
        </p:nvSpPr>
        <p:spPr>
          <a:xfrm>
            <a:off x="637686" y="1291492"/>
            <a:ext cx="646497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1</a:t>
            </a:r>
            <a:endParaRPr lang="ru-GB" sz="800" b="1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7DA557E-0414-707E-0BB0-66FBAEED327A}"/>
              </a:ext>
            </a:extLst>
          </p:cNvPr>
          <p:cNvSpPr txBox="1"/>
          <p:nvPr/>
        </p:nvSpPr>
        <p:spPr>
          <a:xfrm>
            <a:off x="1916255" y="1291492"/>
            <a:ext cx="68543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2</a:t>
            </a:r>
            <a:endParaRPr lang="ru-GB" sz="800" b="1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10701F5-E560-F5DD-DB0D-1CEC1E5A9476}"/>
              </a:ext>
            </a:extLst>
          </p:cNvPr>
          <p:cNvSpPr txBox="1"/>
          <p:nvPr/>
        </p:nvSpPr>
        <p:spPr>
          <a:xfrm>
            <a:off x="3202375" y="1291492"/>
            <a:ext cx="65531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3</a:t>
            </a:r>
            <a:endParaRPr lang="ru-GB" sz="800" b="1" dirty="0"/>
          </a:p>
        </p:txBody>
      </p:sp>
      <p:sp>
        <p:nvSpPr>
          <p:cNvPr id="130" name="Прямоугольник 129">
            <a:extLst>
              <a:ext uri="{FF2B5EF4-FFF2-40B4-BE49-F238E27FC236}">
                <a16:creationId xmlns:a16="http://schemas.microsoft.com/office/drawing/2014/main" id="{3A1F565A-D6D7-3A5F-6CE6-6A49216A1023}"/>
              </a:ext>
            </a:extLst>
          </p:cNvPr>
          <p:cNvSpPr/>
          <p:nvPr/>
        </p:nvSpPr>
        <p:spPr>
          <a:xfrm>
            <a:off x="1753266" y="1551243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31" name="Прямоугольник 130">
            <a:extLst>
              <a:ext uri="{FF2B5EF4-FFF2-40B4-BE49-F238E27FC236}">
                <a16:creationId xmlns:a16="http://schemas.microsoft.com/office/drawing/2014/main" id="{D7197BE1-D197-F4E4-F7E2-C9D0E8E41B8A}"/>
              </a:ext>
            </a:extLst>
          </p:cNvPr>
          <p:cNvSpPr/>
          <p:nvPr/>
        </p:nvSpPr>
        <p:spPr>
          <a:xfrm>
            <a:off x="1753265" y="2025338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32" name="Прямоугольник 131">
            <a:extLst>
              <a:ext uri="{FF2B5EF4-FFF2-40B4-BE49-F238E27FC236}">
                <a16:creationId xmlns:a16="http://schemas.microsoft.com/office/drawing/2014/main" id="{98AECDB0-FB56-327B-7F6E-6ECA4D45E9FB}"/>
              </a:ext>
            </a:extLst>
          </p:cNvPr>
          <p:cNvSpPr/>
          <p:nvPr/>
        </p:nvSpPr>
        <p:spPr>
          <a:xfrm>
            <a:off x="1763715" y="2973528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33" name="Прямоугольник 132">
            <a:extLst>
              <a:ext uri="{FF2B5EF4-FFF2-40B4-BE49-F238E27FC236}">
                <a16:creationId xmlns:a16="http://schemas.microsoft.com/office/drawing/2014/main" id="{DC93A05E-66D4-8DF9-64ED-5F880D8E37A9}"/>
              </a:ext>
            </a:extLst>
          </p:cNvPr>
          <p:cNvSpPr/>
          <p:nvPr/>
        </p:nvSpPr>
        <p:spPr>
          <a:xfrm>
            <a:off x="3034773" y="1568522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34" name="Прямоугольник 133">
            <a:extLst>
              <a:ext uri="{FF2B5EF4-FFF2-40B4-BE49-F238E27FC236}">
                <a16:creationId xmlns:a16="http://schemas.microsoft.com/office/drawing/2014/main" id="{3938B8AE-3C69-D62E-BC2B-9F662CF8A495}"/>
              </a:ext>
            </a:extLst>
          </p:cNvPr>
          <p:cNvSpPr/>
          <p:nvPr/>
        </p:nvSpPr>
        <p:spPr>
          <a:xfrm>
            <a:off x="3034773" y="2033239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35" name="Прямоугольник 134">
            <a:extLst>
              <a:ext uri="{FF2B5EF4-FFF2-40B4-BE49-F238E27FC236}">
                <a16:creationId xmlns:a16="http://schemas.microsoft.com/office/drawing/2014/main" id="{601B3F11-28DF-2A0F-4455-34A6F9FC683E}"/>
              </a:ext>
            </a:extLst>
          </p:cNvPr>
          <p:cNvSpPr/>
          <p:nvPr/>
        </p:nvSpPr>
        <p:spPr>
          <a:xfrm>
            <a:off x="402420" y="1225136"/>
            <a:ext cx="1129193" cy="2230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36" name="Прямоугольник 135">
            <a:extLst>
              <a:ext uri="{FF2B5EF4-FFF2-40B4-BE49-F238E27FC236}">
                <a16:creationId xmlns:a16="http://schemas.microsoft.com/office/drawing/2014/main" id="{7D144491-53D8-7BC1-5EFA-30164436AEA0}"/>
              </a:ext>
            </a:extLst>
          </p:cNvPr>
          <p:cNvSpPr/>
          <p:nvPr/>
        </p:nvSpPr>
        <p:spPr>
          <a:xfrm>
            <a:off x="2965437" y="1225137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37" name="Прямоугольник 136">
            <a:extLst>
              <a:ext uri="{FF2B5EF4-FFF2-40B4-BE49-F238E27FC236}">
                <a16:creationId xmlns:a16="http://schemas.microsoft.com/office/drawing/2014/main" id="{83566014-14EA-75A0-AE94-04BF169A1425}"/>
              </a:ext>
            </a:extLst>
          </p:cNvPr>
          <p:cNvSpPr/>
          <p:nvPr/>
        </p:nvSpPr>
        <p:spPr>
          <a:xfrm>
            <a:off x="1750994" y="5001521"/>
            <a:ext cx="989215" cy="403131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138" name="Прямоугольник 137">
            <a:extLst>
              <a:ext uri="{FF2B5EF4-FFF2-40B4-BE49-F238E27FC236}">
                <a16:creationId xmlns:a16="http://schemas.microsoft.com/office/drawing/2014/main" id="{EB6D2897-9CC2-D3B4-B625-6CA80B097E5B}"/>
              </a:ext>
            </a:extLst>
          </p:cNvPr>
          <p:cNvSpPr/>
          <p:nvPr/>
        </p:nvSpPr>
        <p:spPr>
          <a:xfrm>
            <a:off x="472539" y="4053331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39" name="Прямоугольник 138">
            <a:extLst>
              <a:ext uri="{FF2B5EF4-FFF2-40B4-BE49-F238E27FC236}">
                <a16:creationId xmlns:a16="http://schemas.microsoft.com/office/drawing/2014/main" id="{0835DC26-C568-CB1E-F017-8F7C57281D5E}"/>
              </a:ext>
            </a:extLst>
          </p:cNvPr>
          <p:cNvSpPr/>
          <p:nvPr/>
        </p:nvSpPr>
        <p:spPr>
          <a:xfrm>
            <a:off x="472538" y="4527425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40" name="Прямоугольник 139">
            <a:extLst>
              <a:ext uri="{FF2B5EF4-FFF2-40B4-BE49-F238E27FC236}">
                <a16:creationId xmlns:a16="http://schemas.microsoft.com/office/drawing/2014/main" id="{6BC2B223-F450-5372-FD1E-79E131CA4ED6}"/>
              </a:ext>
            </a:extLst>
          </p:cNvPr>
          <p:cNvSpPr/>
          <p:nvPr/>
        </p:nvSpPr>
        <p:spPr>
          <a:xfrm>
            <a:off x="472538" y="5001519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41" name="Прямоугольник 140">
            <a:extLst>
              <a:ext uri="{FF2B5EF4-FFF2-40B4-BE49-F238E27FC236}">
                <a16:creationId xmlns:a16="http://schemas.microsoft.com/office/drawing/2014/main" id="{DB824E44-927C-80FB-BFEA-963491A93B93}"/>
              </a:ext>
            </a:extLst>
          </p:cNvPr>
          <p:cNvSpPr/>
          <p:nvPr/>
        </p:nvSpPr>
        <p:spPr>
          <a:xfrm>
            <a:off x="1682337" y="3727225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79FDB03E-F0D3-7D64-F557-559770145868}"/>
              </a:ext>
            </a:extLst>
          </p:cNvPr>
          <p:cNvSpPr txBox="1"/>
          <p:nvPr/>
        </p:nvSpPr>
        <p:spPr>
          <a:xfrm>
            <a:off x="635415" y="3793580"/>
            <a:ext cx="646497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1</a:t>
            </a:r>
            <a:endParaRPr lang="ru-GB" sz="800" b="1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821A50BF-5428-F59C-CC10-D155630F5A9E}"/>
              </a:ext>
            </a:extLst>
          </p:cNvPr>
          <p:cNvSpPr txBox="1"/>
          <p:nvPr/>
        </p:nvSpPr>
        <p:spPr>
          <a:xfrm>
            <a:off x="1913984" y="3793580"/>
            <a:ext cx="68543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2</a:t>
            </a:r>
            <a:endParaRPr lang="ru-GB" sz="800" b="1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8DC05CA-B07B-234C-A9E5-4EC189DF019D}"/>
              </a:ext>
            </a:extLst>
          </p:cNvPr>
          <p:cNvSpPr txBox="1"/>
          <p:nvPr/>
        </p:nvSpPr>
        <p:spPr>
          <a:xfrm>
            <a:off x="3200104" y="3793580"/>
            <a:ext cx="65531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3</a:t>
            </a:r>
            <a:endParaRPr lang="ru-GB" sz="800" b="1" dirty="0"/>
          </a:p>
        </p:txBody>
      </p:sp>
      <p:sp>
        <p:nvSpPr>
          <p:cNvPr id="145" name="Прямоугольник 144">
            <a:extLst>
              <a:ext uri="{FF2B5EF4-FFF2-40B4-BE49-F238E27FC236}">
                <a16:creationId xmlns:a16="http://schemas.microsoft.com/office/drawing/2014/main" id="{879DF8B8-EC3E-E9B2-A3BD-099D8009F9C4}"/>
              </a:ext>
            </a:extLst>
          </p:cNvPr>
          <p:cNvSpPr/>
          <p:nvPr/>
        </p:nvSpPr>
        <p:spPr>
          <a:xfrm>
            <a:off x="1750995" y="4053331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46" name="Прямоугольник 145">
            <a:extLst>
              <a:ext uri="{FF2B5EF4-FFF2-40B4-BE49-F238E27FC236}">
                <a16:creationId xmlns:a16="http://schemas.microsoft.com/office/drawing/2014/main" id="{49AC4436-895C-66FF-7DFD-0B1217691113}"/>
              </a:ext>
            </a:extLst>
          </p:cNvPr>
          <p:cNvSpPr/>
          <p:nvPr/>
        </p:nvSpPr>
        <p:spPr>
          <a:xfrm>
            <a:off x="1750994" y="4527426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47" name="Прямоугольник 146">
            <a:extLst>
              <a:ext uri="{FF2B5EF4-FFF2-40B4-BE49-F238E27FC236}">
                <a16:creationId xmlns:a16="http://schemas.microsoft.com/office/drawing/2014/main" id="{FC4A7BDE-4EC8-FDB5-F674-594C0943CB8E}"/>
              </a:ext>
            </a:extLst>
          </p:cNvPr>
          <p:cNvSpPr/>
          <p:nvPr/>
        </p:nvSpPr>
        <p:spPr>
          <a:xfrm>
            <a:off x="1761444" y="5475616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48" name="Прямоугольник 147">
            <a:extLst>
              <a:ext uri="{FF2B5EF4-FFF2-40B4-BE49-F238E27FC236}">
                <a16:creationId xmlns:a16="http://schemas.microsoft.com/office/drawing/2014/main" id="{0A4D1C36-780B-B80B-5389-1AABE312894C}"/>
              </a:ext>
            </a:extLst>
          </p:cNvPr>
          <p:cNvSpPr/>
          <p:nvPr/>
        </p:nvSpPr>
        <p:spPr>
          <a:xfrm>
            <a:off x="3032502" y="4070610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49" name="Прямоугольник 148">
            <a:extLst>
              <a:ext uri="{FF2B5EF4-FFF2-40B4-BE49-F238E27FC236}">
                <a16:creationId xmlns:a16="http://schemas.microsoft.com/office/drawing/2014/main" id="{E9515108-AA5B-945D-362A-970C63CDF7F2}"/>
              </a:ext>
            </a:extLst>
          </p:cNvPr>
          <p:cNvSpPr/>
          <p:nvPr/>
        </p:nvSpPr>
        <p:spPr>
          <a:xfrm>
            <a:off x="3032502" y="4535327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50" name="Прямоугольник 149">
            <a:extLst>
              <a:ext uri="{FF2B5EF4-FFF2-40B4-BE49-F238E27FC236}">
                <a16:creationId xmlns:a16="http://schemas.microsoft.com/office/drawing/2014/main" id="{982CB0CC-6E21-DF70-7D74-9614513EDB61}"/>
              </a:ext>
            </a:extLst>
          </p:cNvPr>
          <p:cNvSpPr/>
          <p:nvPr/>
        </p:nvSpPr>
        <p:spPr>
          <a:xfrm>
            <a:off x="400149" y="3727224"/>
            <a:ext cx="1129193" cy="2230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51" name="Прямоугольник 150">
            <a:extLst>
              <a:ext uri="{FF2B5EF4-FFF2-40B4-BE49-F238E27FC236}">
                <a16:creationId xmlns:a16="http://schemas.microsoft.com/office/drawing/2014/main" id="{65E10157-AD86-66D0-E2FA-86306DE63728}"/>
              </a:ext>
            </a:extLst>
          </p:cNvPr>
          <p:cNvSpPr/>
          <p:nvPr/>
        </p:nvSpPr>
        <p:spPr>
          <a:xfrm>
            <a:off x="2963166" y="3727225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52" name="Прямоугольник 151">
            <a:extLst>
              <a:ext uri="{FF2B5EF4-FFF2-40B4-BE49-F238E27FC236}">
                <a16:creationId xmlns:a16="http://schemas.microsoft.com/office/drawing/2014/main" id="{2CF068B4-A5DC-CEE4-320F-9A81DA99C69B}"/>
              </a:ext>
            </a:extLst>
          </p:cNvPr>
          <p:cNvSpPr/>
          <p:nvPr/>
        </p:nvSpPr>
        <p:spPr>
          <a:xfrm>
            <a:off x="9447435" y="5001521"/>
            <a:ext cx="989215" cy="403131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8FB909D5-D40F-716A-9A48-23A00BD91DB9}"/>
              </a:ext>
            </a:extLst>
          </p:cNvPr>
          <p:cNvSpPr/>
          <p:nvPr/>
        </p:nvSpPr>
        <p:spPr>
          <a:xfrm>
            <a:off x="8168980" y="4053331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54" name="Прямоугольник 153">
            <a:extLst>
              <a:ext uri="{FF2B5EF4-FFF2-40B4-BE49-F238E27FC236}">
                <a16:creationId xmlns:a16="http://schemas.microsoft.com/office/drawing/2014/main" id="{8470D87D-23FF-A894-4C72-EAFFE305C5D5}"/>
              </a:ext>
            </a:extLst>
          </p:cNvPr>
          <p:cNvSpPr/>
          <p:nvPr/>
        </p:nvSpPr>
        <p:spPr>
          <a:xfrm>
            <a:off x="8168979" y="4527425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D90C0C26-E1F1-0C51-70FD-03480EB8B200}"/>
              </a:ext>
            </a:extLst>
          </p:cNvPr>
          <p:cNvSpPr/>
          <p:nvPr/>
        </p:nvSpPr>
        <p:spPr>
          <a:xfrm>
            <a:off x="8168979" y="5001519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56" name="Прямоугольник 155">
            <a:extLst>
              <a:ext uri="{FF2B5EF4-FFF2-40B4-BE49-F238E27FC236}">
                <a16:creationId xmlns:a16="http://schemas.microsoft.com/office/drawing/2014/main" id="{30ED806D-F77D-FF8A-CD41-75B91AA6B648}"/>
              </a:ext>
            </a:extLst>
          </p:cNvPr>
          <p:cNvSpPr/>
          <p:nvPr/>
        </p:nvSpPr>
        <p:spPr>
          <a:xfrm>
            <a:off x="9378778" y="3727225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67FCEDFE-EC36-9BCA-CEA8-016FFB16509E}"/>
              </a:ext>
            </a:extLst>
          </p:cNvPr>
          <p:cNvSpPr txBox="1"/>
          <p:nvPr/>
        </p:nvSpPr>
        <p:spPr>
          <a:xfrm>
            <a:off x="8331856" y="3793580"/>
            <a:ext cx="646497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1</a:t>
            </a:r>
            <a:endParaRPr lang="ru-GB" sz="800" b="1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853E2904-3254-AE2C-BAF5-CB441E6473B8}"/>
              </a:ext>
            </a:extLst>
          </p:cNvPr>
          <p:cNvSpPr txBox="1"/>
          <p:nvPr/>
        </p:nvSpPr>
        <p:spPr>
          <a:xfrm>
            <a:off x="9610425" y="3793580"/>
            <a:ext cx="68543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2</a:t>
            </a:r>
            <a:endParaRPr lang="ru-GB" sz="800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4E7DC5E-57D3-AC5C-F734-9CCA76C13100}"/>
              </a:ext>
            </a:extLst>
          </p:cNvPr>
          <p:cNvSpPr txBox="1"/>
          <p:nvPr/>
        </p:nvSpPr>
        <p:spPr>
          <a:xfrm>
            <a:off x="10896545" y="3793580"/>
            <a:ext cx="65531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3</a:t>
            </a:r>
            <a:endParaRPr lang="ru-GB" sz="800" b="1" dirty="0"/>
          </a:p>
        </p:txBody>
      </p:sp>
      <p:sp>
        <p:nvSpPr>
          <p:cNvPr id="160" name="Прямоугольник 159">
            <a:extLst>
              <a:ext uri="{FF2B5EF4-FFF2-40B4-BE49-F238E27FC236}">
                <a16:creationId xmlns:a16="http://schemas.microsoft.com/office/drawing/2014/main" id="{B9460D6C-5F26-0675-DCB4-C087E5733674}"/>
              </a:ext>
            </a:extLst>
          </p:cNvPr>
          <p:cNvSpPr/>
          <p:nvPr/>
        </p:nvSpPr>
        <p:spPr>
          <a:xfrm>
            <a:off x="9447436" y="4053331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61" name="Прямоугольник 160">
            <a:extLst>
              <a:ext uri="{FF2B5EF4-FFF2-40B4-BE49-F238E27FC236}">
                <a16:creationId xmlns:a16="http://schemas.microsoft.com/office/drawing/2014/main" id="{ACABB178-28D6-3C00-B6FE-3CD4BA7DEF44}"/>
              </a:ext>
            </a:extLst>
          </p:cNvPr>
          <p:cNvSpPr/>
          <p:nvPr/>
        </p:nvSpPr>
        <p:spPr>
          <a:xfrm>
            <a:off x="9447435" y="4527426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62" name="Прямоугольник 161">
            <a:extLst>
              <a:ext uri="{FF2B5EF4-FFF2-40B4-BE49-F238E27FC236}">
                <a16:creationId xmlns:a16="http://schemas.microsoft.com/office/drawing/2014/main" id="{0B191615-E7F3-60EC-AF01-45EB4ED810EC}"/>
              </a:ext>
            </a:extLst>
          </p:cNvPr>
          <p:cNvSpPr/>
          <p:nvPr/>
        </p:nvSpPr>
        <p:spPr>
          <a:xfrm>
            <a:off x="9457885" y="5475616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63" name="Прямоугольник 162">
            <a:extLst>
              <a:ext uri="{FF2B5EF4-FFF2-40B4-BE49-F238E27FC236}">
                <a16:creationId xmlns:a16="http://schemas.microsoft.com/office/drawing/2014/main" id="{532D9FCE-2791-650E-3400-867F0D1E80AB}"/>
              </a:ext>
            </a:extLst>
          </p:cNvPr>
          <p:cNvSpPr/>
          <p:nvPr/>
        </p:nvSpPr>
        <p:spPr>
          <a:xfrm>
            <a:off x="10728943" y="4070610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64" name="Прямоугольник 163">
            <a:extLst>
              <a:ext uri="{FF2B5EF4-FFF2-40B4-BE49-F238E27FC236}">
                <a16:creationId xmlns:a16="http://schemas.microsoft.com/office/drawing/2014/main" id="{04CF76E8-DDAE-13DD-D03A-402284AC7A2A}"/>
              </a:ext>
            </a:extLst>
          </p:cNvPr>
          <p:cNvSpPr/>
          <p:nvPr/>
        </p:nvSpPr>
        <p:spPr>
          <a:xfrm>
            <a:off x="10728943" y="4535327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65" name="Прямоугольник 164">
            <a:extLst>
              <a:ext uri="{FF2B5EF4-FFF2-40B4-BE49-F238E27FC236}">
                <a16:creationId xmlns:a16="http://schemas.microsoft.com/office/drawing/2014/main" id="{5A4C27A4-E915-9D5A-3ABB-4345E5A00E33}"/>
              </a:ext>
            </a:extLst>
          </p:cNvPr>
          <p:cNvSpPr/>
          <p:nvPr/>
        </p:nvSpPr>
        <p:spPr>
          <a:xfrm>
            <a:off x="8096590" y="3727224"/>
            <a:ext cx="1129193" cy="2230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66" name="Прямоугольник 165">
            <a:extLst>
              <a:ext uri="{FF2B5EF4-FFF2-40B4-BE49-F238E27FC236}">
                <a16:creationId xmlns:a16="http://schemas.microsoft.com/office/drawing/2014/main" id="{C8E7A284-D8DC-7941-652C-89786F7DCC03}"/>
              </a:ext>
            </a:extLst>
          </p:cNvPr>
          <p:cNvSpPr/>
          <p:nvPr/>
        </p:nvSpPr>
        <p:spPr>
          <a:xfrm>
            <a:off x="10659607" y="3727225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67" name="Прямоугольник 166">
            <a:extLst>
              <a:ext uri="{FF2B5EF4-FFF2-40B4-BE49-F238E27FC236}">
                <a16:creationId xmlns:a16="http://schemas.microsoft.com/office/drawing/2014/main" id="{EC58FA94-7735-CE7E-67FE-B701E4EF3564}"/>
              </a:ext>
            </a:extLst>
          </p:cNvPr>
          <p:cNvSpPr/>
          <p:nvPr/>
        </p:nvSpPr>
        <p:spPr>
          <a:xfrm>
            <a:off x="9448949" y="2499433"/>
            <a:ext cx="989215" cy="403131"/>
          </a:xfrm>
          <a:prstGeom prst="rect">
            <a:avLst/>
          </a:prstGeom>
          <a:solidFill>
            <a:srgbClr val="FDF5BD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Нотификации</a:t>
            </a:r>
          </a:p>
        </p:txBody>
      </p:sp>
      <p:sp>
        <p:nvSpPr>
          <p:cNvPr id="168" name="Прямоугольник 167">
            <a:extLst>
              <a:ext uri="{FF2B5EF4-FFF2-40B4-BE49-F238E27FC236}">
                <a16:creationId xmlns:a16="http://schemas.microsoft.com/office/drawing/2014/main" id="{85799D89-9B1B-441E-82C8-6E18331F4A88}"/>
              </a:ext>
            </a:extLst>
          </p:cNvPr>
          <p:cNvSpPr/>
          <p:nvPr/>
        </p:nvSpPr>
        <p:spPr>
          <a:xfrm>
            <a:off x="8170494" y="1551243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69" name="Прямоугольник 168">
            <a:extLst>
              <a:ext uri="{FF2B5EF4-FFF2-40B4-BE49-F238E27FC236}">
                <a16:creationId xmlns:a16="http://schemas.microsoft.com/office/drawing/2014/main" id="{B7C5BD9D-9945-A07A-AD5F-D084AC887EEC}"/>
              </a:ext>
            </a:extLst>
          </p:cNvPr>
          <p:cNvSpPr/>
          <p:nvPr/>
        </p:nvSpPr>
        <p:spPr>
          <a:xfrm>
            <a:off x="8170493" y="2025337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70" name="Прямоугольник 169">
            <a:extLst>
              <a:ext uri="{FF2B5EF4-FFF2-40B4-BE49-F238E27FC236}">
                <a16:creationId xmlns:a16="http://schemas.microsoft.com/office/drawing/2014/main" id="{C82D0B76-411A-3BF7-7EBD-82C81374401D}"/>
              </a:ext>
            </a:extLst>
          </p:cNvPr>
          <p:cNvSpPr/>
          <p:nvPr/>
        </p:nvSpPr>
        <p:spPr>
          <a:xfrm>
            <a:off x="8170493" y="2499431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71" name="Прямоугольник 170">
            <a:extLst>
              <a:ext uri="{FF2B5EF4-FFF2-40B4-BE49-F238E27FC236}">
                <a16:creationId xmlns:a16="http://schemas.microsoft.com/office/drawing/2014/main" id="{51DC11D5-3606-9F02-5E56-9E26F18BDE41}"/>
              </a:ext>
            </a:extLst>
          </p:cNvPr>
          <p:cNvSpPr/>
          <p:nvPr/>
        </p:nvSpPr>
        <p:spPr>
          <a:xfrm>
            <a:off x="9380292" y="1225137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F6F04369-6DA6-74E9-1F3B-4E00CB846F24}"/>
              </a:ext>
            </a:extLst>
          </p:cNvPr>
          <p:cNvSpPr txBox="1"/>
          <p:nvPr/>
        </p:nvSpPr>
        <p:spPr>
          <a:xfrm>
            <a:off x="8333370" y="1291492"/>
            <a:ext cx="646497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1</a:t>
            </a:r>
            <a:endParaRPr lang="ru-GB" sz="800" b="1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6581973-B48D-B14C-8413-C9502890473D}"/>
              </a:ext>
            </a:extLst>
          </p:cNvPr>
          <p:cNvSpPr txBox="1"/>
          <p:nvPr/>
        </p:nvSpPr>
        <p:spPr>
          <a:xfrm>
            <a:off x="9611939" y="1291492"/>
            <a:ext cx="68543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2</a:t>
            </a:r>
            <a:endParaRPr lang="ru-GB" sz="800" b="1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EAA6CA52-3217-8C27-6121-3B4F75487885}"/>
              </a:ext>
            </a:extLst>
          </p:cNvPr>
          <p:cNvSpPr txBox="1"/>
          <p:nvPr/>
        </p:nvSpPr>
        <p:spPr>
          <a:xfrm>
            <a:off x="10898059" y="1291492"/>
            <a:ext cx="65531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800" b="1" dirty="0"/>
              <a:t>Сервер 3</a:t>
            </a:r>
            <a:endParaRPr lang="ru-GB" sz="800" b="1" dirty="0"/>
          </a:p>
        </p:txBody>
      </p:sp>
      <p:sp>
        <p:nvSpPr>
          <p:cNvPr id="175" name="Прямоугольник 174">
            <a:extLst>
              <a:ext uri="{FF2B5EF4-FFF2-40B4-BE49-F238E27FC236}">
                <a16:creationId xmlns:a16="http://schemas.microsoft.com/office/drawing/2014/main" id="{9C49E928-1475-15E1-3F1B-69C7C5590742}"/>
              </a:ext>
            </a:extLst>
          </p:cNvPr>
          <p:cNvSpPr/>
          <p:nvPr/>
        </p:nvSpPr>
        <p:spPr>
          <a:xfrm>
            <a:off x="9448950" y="1551243"/>
            <a:ext cx="990517" cy="403131"/>
          </a:xfrm>
          <a:prstGeom prst="rect">
            <a:avLst/>
          </a:prstGeom>
          <a:solidFill>
            <a:srgbClr val="BBFFC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GB" sz="800" dirty="0">
                <a:solidFill>
                  <a:schemeClr val="tx1"/>
                </a:solidFill>
              </a:rPr>
              <a:t>Авторизации</a:t>
            </a:r>
          </a:p>
        </p:txBody>
      </p:sp>
      <p:sp>
        <p:nvSpPr>
          <p:cNvPr id="176" name="Прямоугольник 175">
            <a:extLst>
              <a:ext uri="{FF2B5EF4-FFF2-40B4-BE49-F238E27FC236}">
                <a16:creationId xmlns:a16="http://schemas.microsoft.com/office/drawing/2014/main" id="{730D9547-7367-CB90-CF22-3B784AA9C9B0}"/>
              </a:ext>
            </a:extLst>
          </p:cNvPr>
          <p:cNvSpPr/>
          <p:nvPr/>
        </p:nvSpPr>
        <p:spPr>
          <a:xfrm>
            <a:off x="9448949" y="2025338"/>
            <a:ext cx="990517" cy="403131"/>
          </a:xfrm>
          <a:prstGeom prst="rect">
            <a:avLst/>
          </a:prstGeom>
          <a:solidFill>
            <a:srgbClr val="DFBEFE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Сервис</a:t>
            </a:r>
          </a:p>
          <a:p>
            <a:pPr algn="ctr"/>
            <a:r>
              <a:rPr lang="ru-RU" sz="800" dirty="0">
                <a:solidFill>
                  <a:schemeClr val="tx1"/>
                </a:solidFill>
              </a:rPr>
              <a:t>Платежей</a:t>
            </a:r>
            <a:endParaRPr lang="ru-GB" sz="800" dirty="0">
              <a:solidFill>
                <a:schemeClr val="tx1"/>
              </a:solidFill>
            </a:endParaRPr>
          </a:p>
        </p:txBody>
      </p:sp>
      <p:sp>
        <p:nvSpPr>
          <p:cNvPr id="177" name="Прямоугольник 176">
            <a:extLst>
              <a:ext uri="{FF2B5EF4-FFF2-40B4-BE49-F238E27FC236}">
                <a16:creationId xmlns:a16="http://schemas.microsoft.com/office/drawing/2014/main" id="{94182971-9CB5-6D87-D934-5948510C034A}"/>
              </a:ext>
            </a:extLst>
          </p:cNvPr>
          <p:cNvSpPr/>
          <p:nvPr/>
        </p:nvSpPr>
        <p:spPr>
          <a:xfrm>
            <a:off x="9459399" y="2973528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78" name="Прямоугольник 177">
            <a:extLst>
              <a:ext uri="{FF2B5EF4-FFF2-40B4-BE49-F238E27FC236}">
                <a16:creationId xmlns:a16="http://schemas.microsoft.com/office/drawing/2014/main" id="{BE3D7A69-8B42-F5AB-3D61-993745D7BF9A}"/>
              </a:ext>
            </a:extLst>
          </p:cNvPr>
          <p:cNvSpPr/>
          <p:nvPr/>
        </p:nvSpPr>
        <p:spPr>
          <a:xfrm>
            <a:off x="10730457" y="1568522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79" name="Прямоугольник 178">
            <a:extLst>
              <a:ext uri="{FF2B5EF4-FFF2-40B4-BE49-F238E27FC236}">
                <a16:creationId xmlns:a16="http://schemas.microsoft.com/office/drawing/2014/main" id="{F38AFD7C-DE63-4D7F-7FB1-59DBBC04FC17}"/>
              </a:ext>
            </a:extLst>
          </p:cNvPr>
          <p:cNvSpPr/>
          <p:nvPr/>
        </p:nvSpPr>
        <p:spPr>
          <a:xfrm>
            <a:off x="10730457" y="2033239"/>
            <a:ext cx="990518" cy="403131"/>
          </a:xfrm>
          <a:prstGeom prst="rect">
            <a:avLst/>
          </a:prstGeom>
          <a:solidFill>
            <a:srgbClr val="FFBAE6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GB" sz="800" dirty="0">
                <a:solidFill>
                  <a:schemeClr val="tx1"/>
                </a:solidFill>
              </a:rPr>
              <a:t>Основной сервис</a:t>
            </a:r>
          </a:p>
        </p:txBody>
      </p:sp>
      <p:sp>
        <p:nvSpPr>
          <p:cNvPr id="180" name="Прямоугольник 179">
            <a:extLst>
              <a:ext uri="{FF2B5EF4-FFF2-40B4-BE49-F238E27FC236}">
                <a16:creationId xmlns:a16="http://schemas.microsoft.com/office/drawing/2014/main" id="{67254DD1-1779-579B-2423-50E1423BA9B7}"/>
              </a:ext>
            </a:extLst>
          </p:cNvPr>
          <p:cNvSpPr/>
          <p:nvPr/>
        </p:nvSpPr>
        <p:spPr>
          <a:xfrm>
            <a:off x="8098104" y="1225136"/>
            <a:ext cx="1129193" cy="2230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sp>
        <p:nvSpPr>
          <p:cNvPr id="181" name="Прямоугольник 180">
            <a:extLst>
              <a:ext uri="{FF2B5EF4-FFF2-40B4-BE49-F238E27FC236}">
                <a16:creationId xmlns:a16="http://schemas.microsoft.com/office/drawing/2014/main" id="{C38CD8F4-5169-A870-61B9-C901D8373722}"/>
              </a:ext>
            </a:extLst>
          </p:cNvPr>
          <p:cNvSpPr/>
          <p:nvPr/>
        </p:nvSpPr>
        <p:spPr>
          <a:xfrm>
            <a:off x="10661121" y="1225137"/>
            <a:ext cx="1129193" cy="2230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GB" sz="80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4E359A9-D462-259F-DC07-AA4E4D36D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367" y="1399214"/>
            <a:ext cx="4501960" cy="437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071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0A97A-7CC8-865C-A616-312076075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4E359A9-D462-259F-DC07-AA4E4D36D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5020" y="1241329"/>
            <a:ext cx="4501960" cy="437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0410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E8B7E6A-4A66-9D33-5FD0-A14BC435D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1817" y="671622"/>
            <a:ext cx="11488366" cy="5514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4683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E8B7E6A-4A66-9D33-5FD0-A14BC435D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1817" y="671622"/>
            <a:ext cx="11488366" cy="5514756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3E8C3F1F-13BD-3FC3-1D66-F034601B9375}"/>
              </a:ext>
            </a:extLst>
          </p:cNvPr>
          <p:cNvCxnSpPr/>
          <p:nvPr/>
        </p:nvCxnSpPr>
        <p:spPr>
          <a:xfrm>
            <a:off x="9038223" y="6250445"/>
            <a:ext cx="1575881" cy="0"/>
          </a:xfrm>
          <a:prstGeom prst="line">
            <a:avLst/>
          </a:prstGeom>
          <a:ln w="25400">
            <a:solidFill>
              <a:srgbClr val="FF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A2502029-557A-BBFA-673C-E92BF220779D}"/>
              </a:ext>
            </a:extLst>
          </p:cNvPr>
          <p:cNvCxnSpPr>
            <a:cxnSpLocks/>
          </p:cNvCxnSpPr>
          <p:nvPr/>
        </p:nvCxnSpPr>
        <p:spPr>
          <a:xfrm>
            <a:off x="2118803" y="5394444"/>
            <a:ext cx="2488707" cy="0"/>
          </a:xfrm>
          <a:prstGeom prst="line">
            <a:avLst/>
          </a:prstGeom>
          <a:ln w="25400">
            <a:solidFill>
              <a:srgbClr val="FF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3110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E8B7E6A-4A66-9D33-5FD0-A14BC435D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1817" y="671622"/>
            <a:ext cx="11488366" cy="5514756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3E8C3F1F-13BD-3FC3-1D66-F034601B9375}"/>
              </a:ext>
            </a:extLst>
          </p:cNvPr>
          <p:cNvCxnSpPr/>
          <p:nvPr/>
        </p:nvCxnSpPr>
        <p:spPr>
          <a:xfrm>
            <a:off x="8949447" y="1225685"/>
            <a:ext cx="1575881" cy="0"/>
          </a:xfrm>
          <a:prstGeom prst="line">
            <a:avLst/>
          </a:prstGeom>
          <a:ln w="25400">
            <a:solidFill>
              <a:srgbClr val="FF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47EEBB34-9519-DACB-0565-4060F27DCF82}"/>
              </a:ext>
            </a:extLst>
          </p:cNvPr>
          <p:cNvCxnSpPr>
            <a:cxnSpLocks/>
          </p:cNvCxnSpPr>
          <p:nvPr/>
        </p:nvCxnSpPr>
        <p:spPr>
          <a:xfrm>
            <a:off x="3573988" y="4247745"/>
            <a:ext cx="800910" cy="0"/>
          </a:xfrm>
          <a:prstGeom prst="line">
            <a:avLst/>
          </a:prstGeom>
          <a:ln w="25400">
            <a:solidFill>
              <a:srgbClr val="FF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0078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E8B7E6A-4A66-9D33-5FD0-A14BC435D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1817" y="671622"/>
            <a:ext cx="11488366" cy="5514756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3E8C3F1F-13BD-3FC3-1D66-F034601B9375}"/>
              </a:ext>
            </a:extLst>
          </p:cNvPr>
          <p:cNvCxnSpPr/>
          <p:nvPr/>
        </p:nvCxnSpPr>
        <p:spPr>
          <a:xfrm>
            <a:off x="9020469" y="1864877"/>
            <a:ext cx="1575881" cy="0"/>
          </a:xfrm>
          <a:prstGeom prst="line">
            <a:avLst/>
          </a:prstGeom>
          <a:ln w="25400">
            <a:solidFill>
              <a:srgbClr val="FF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47EEBB34-9519-DACB-0565-4060F27DCF82}"/>
              </a:ext>
            </a:extLst>
          </p:cNvPr>
          <p:cNvCxnSpPr>
            <a:cxnSpLocks/>
          </p:cNvCxnSpPr>
          <p:nvPr/>
        </p:nvCxnSpPr>
        <p:spPr>
          <a:xfrm>
            <a:off x="2366625" y="3670696"/>
            <a:ext cx="800910" cy="0"/>
          </a:xfrm>
          <a:prstGeom prst="line">
            <a:avLst/>
          </a:prstGeom>
          <a:ln w="25400">
            <a:solidFill>
              <a:srgbClr val="FF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02564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E8B7E6A-4A66-9D33-5FD0-A14BC435D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1817" y="671622"/>
            <a:ext cx="11488366" cy="5514756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3E8C3F1F-13BD-3FC3-1D66-F034601B9375}"/>
              </a:ext>
            </a:extLst>
          </p:cNvPr>
          <p:cNvCxnSpPr/>
          <p:nvPr/>
        </p:nvCxnSpPr>
        <p:spPr>
          <a:xfrm>
            <a:off x="8958323" y="5025327"/>
            <a:ext cx="1575881" cy="0"/>
          </a:xfrm>
          <a:prstGeom prst="line">
            <a:avLst/>
          </a:prstGeom>
          <a:ln w="25400">
            <a:solidFill>
              <a:srgbClr val="FF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A2502029-557A-BBFA-673C-E92BF220779D}"/>
              </a:ext>
            </a:extLst>
          </p:cNvPr>
          <p:cNvCxnSpPr>
            <a:cxnSpLocks/>
          </p:cNvCxnSpPr>
          <p:nvPr/>
        </p:nvCxnSpPr>
        <p:spPr>
          <a:xfrm>
            <a:off x="3565864" y="5270157"/>
            <a:ext cx="800910" cy="0"/>
          </a:xfrm>
          <a:prstGeom prst="line">
            <a:avLst/>
          </a:prstGeom>
          <a:ln w="25400">
            <a:solidFill>
              <a:srgbClr val="FF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85695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E8B7E6A-4A66-9D33-5FD0-A14BC435D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1817" y="671622"/>
            <a:ext cx="11488366" cy="5514756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3E8C3F1F-13BD-3FC3-1D66-F034601B9375}"/>
              </a:ext>
            </a:extLst>
          </p:cNvPr>
          <p:cNvCxnSpPr/>
          <p:nvPr/>
        </p:nvCxnSpPr>
        <p:spPr>
          <a:xfrm>
            <a:off x="9011590" y="2504070"/>
            <a:ext cx="1575881" cy="0"/>
          </a:xfrm>
          <a:prstGeom prst="line">
            <a:avLst/>
          </a:prstGeom>
          <a:ln w="25400">
            <a:solidFill>
              <a:srgbClr val="FF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47EEBB34-9519-DACB-0565-4060F27DCF82}"/>
              </a:ext>
            </a:extLst>
          </p:cNvPr>
          <p:cNvCxnSpPr>
            <a:cxnSpLocks/>
          </p:cNvCxnSpPr>
          <p:nvPr/>
        </p:nvCxnSpPr>
        <p:spPr>
          <a:xfrm>
            <a:off x="3591744" y="3280079"/>
            <a:ext cx="800910" cy="0"/>
          </a:xfrm>
          <a:prstGeom prst="line">
            <a:avLst/>
          </a:prstGeom>
          <a:ln w="25400">
            <a:solidFill>
              <a:srgbClr val="FF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2537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E8B7E6A-4A66-9D33-5FD0-A14BC435D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1817" y="671622"/>
            <a:ext cx="11488366" cy="5514756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3E8C3F1F-13BD-3FC3-1D66-F034601B9375}"/>
              </a:ext>
            </a:extLst>
          </p:cNvPr>
          <p:cNvCxnSpPr/>
          <p:nvPr/>
        </p:nvCxnSpPr>
        <p:spPr>
          <a:xfrm>
            <a:off x="9029345" y="3134384"/>
            <a:ext cx="1575881" cy="0"/>
          </a:xfrm>
          <a:prstGeom prst="line">
            <a:avLst/>
          </a:prstGeom>
          <a:ln w="25400">
            <a:solidFill>
              <a:srgbClr val="FF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47EEBB34-9519-DACB-0565-4060F27DCF82}"/>
              </a:ext>
            </a:extLst>
          </p:cNvPr>
          <p:cNvCxnSpPr>
            <a:cxnSpLocks/>
          </p:cNvCxnSpPr>
          <p:nvPr/>
        </p:nvCxnSpPr>
        <p:spPr>
          <a:xfrm>
            <a:off x="2348870" y="4700506"/>
            <a:ext cx="800910" cy="0"/>
          </a:xfrm>
          <a:prstGeom prst="line">
            <a:avLst/>
          </a:prstGeom>
          <a:ln w="25400">
            <a:solidFill>
              <a:srgbClr val="FF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0769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E8B7E6A-4A66-9D33-5FD0-A14BC435D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1817" y="671622"/>
            <a:ext cx="11488366" cy="5514756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3E8C3F1F-13BD-3FC3-1D66-F034601B9375}"/>
              </a:ext>
            </a:extLst>
          </p:cNvPr>
          <p:cNvCxnSpPr/>
          <p:nvPr/>
        </p:nvCxnSpPr>
        <p:spPr>
          <a:xfrm>
            <a:off x="8976079" y="5646764"/>
            <a:ext cx="1575881" cy="0"/>
          </a:xfrm>
          <a:prstGeom prst="line">
            <a:avLst/>
          </a:prstGeom>
          <a:ln w="25400">
            <a:solidFill>
              <a:srgbClr val="FF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A2502029-557A-BBFA-673C-E92BF220779D}"/>
              </a:ext>
            </a:extLst>
          </p:cNvPr>
          <p:cNvCxnSpPr>
            <a:cxnSpLocks/>
          </p:cNvCxnSpPr>
          <p:nvPr/>
        </p:nvCxnSpPr>
        <p:spPr>
          <a:xfrm>
            <a:off x="4693328" y="5101481"/>
            <a:ext cx="2488707" cy="0"/>
          </a:xfrm>
          <a:prstGeom prst="line">
            <a:avLst/>
          </a:prstGeom>
          <a:ln w="25400">
            <a:solidFill>
              <a:srgbClr val="FF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7F66636-C022-0D7C-A43B-C2DA1356691A}"/>
              </a:ext>
            </a:extLst>
          </p:cNvPr>
          <p:cNvCxnSpPr>
            <a:cxnSpLocks/>
          </p:cNvCxnSpPr>
          <p:nvPr/>
        </p:nvCxnSpPr>
        <p:spPr>
          <a:xfrm>
            <a:off x="4693328" y="3718044"/>
            <a:ext cx="2488707" cy="0"/>
          </a:xfrm>
          <a:prstGeom prst="line">
            <a:avLst/>
          </a:prstGeom>
          <a:ln w="25400">
            <a:solidFill>
              <a:srgbClr val="FF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6727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E8B7E6A-4A66-9D33-5FD0-A14BC435D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1817" y="671622"/>
            <a:ext cx="11488366" cy="5514756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3E8C3F1F-13BD-3FC3-1D66-F034601B9375}"/>
              </a:ext>
            </a:extLst>
          </p:cNvPr>
          <p:cNvCxnSpPr/>
          <p:nvPr/>
        </p:nvCxnSpPr>
        <p:spPr>
          <a:xfrm>
            <a:off x="9029345" y="3755821"/>
            <a:ext cx="1575881" cy="0"/>
          </a:xfrm>
          <a:prstGeom prst="line">
            <a:avLst/>
          </a:prstGeom>
          <a:ln w="25400">
            <a:solidFill>
              <a:srgbClr val="FF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47EEBB34-9519-DACB-0565-4060F27DCF82}"/>
              </a:ext>
            </a:extLst>
          </p:cNvPr>
          <p:cNvCxnSpPr>
            <a:cxnSpLocks/>
          </p:cNvCxnSpPr>
          <p:nvPr/>
        </p:nvCxnSpPr>
        <p:spPr>
          <a:xfrm>
            <a:off x="5118703" y="5020102"/>
            <a:ext cx="800910" cy="0"/>
          </a:xfrm>
          <a:prstGeom prst="line">
            <a:avLst/>
          </a:prstGeom>
          <a:ln w="25400">
            <a:solidFill>
              <a:srgbClr val="FF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A2502029-557A-BBFA-673C-E92BF220779D}"/>
              </a:ext>
            </a:extLst>
          </p:cNvPr>
          <p:cNvCxnSpPr>
            <a:cxnSpLocks/>
          </p:cNvCxnSpPr>
          <p:nvPr/>
        </p:nvCxnSpPr>
        <p:spPr>
          <a:xfrm>
            <a:off x="5118703" y="3627788"/>
            <a:ext cx="800910" cy="0"/>
          </a:xfrm>
          <a:prstGeom prst="line">
            <a:avLst/>
          </a:prstGeom>
          <a:ln w="25400">
            <a:solidFill>
              <a:srgbClr val="FF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64683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E8B7E6A-4A66-9D33-5FD0-A14BC435D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1817" y="671622"/>
            <a:ext cx="11488366" cy="5514756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3E8C3F1F-13BD-3FC3-1D66-F034601B9375}"/>
              </a:ext>
            </a:extLst>
          </p:cNvPr>
          <p:cNvCxnSpPr/>
          <p:nvPr/>
        </p:nvCxnSpPr>
        <p:spPr>
          <a:xfrm>
            <a:off x="8984956" y="4421646"/>
            <a:ext cx="1575881" cy="0"/>
          </a:xfrm>
          <a:prstGeom prst="line">
            <a:avLst/>
          </a:prstGeom>
          <a:ln w="25400">
            <a:solidFill>
              <a:srgbClr val="FF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47EEBB34-9519-DACB-0565-4060F27DCF82}"/>
              </a:ext>
            </a:extLst>
          </p:cNvPr>
          <p:cNvCxnSpPr>
            <a:cxnSpLocks/>
          </p:cNvCxnSpPr>
          <p:nvPr/>
        </p:nvCxnSpPr>
        <p:spPr>
          <a:xfrm>
            <a:off x="6096000" y="5020102"/>
            <a:ext cx="800910" cy="0"/>
          </a:xfrm>
          <a:prstGeom prst="line">
            <a:avLst/>
          </a:prstGeom>
          <a:ln w="25400">
            <a:solidFill>
              <a:srgbClr val="FF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A2502029-557A-BBFA-673C-E92BF220779D}"/>
              </a:ext>
            </a:extLst>
          </p:cNvPr>
          <p:cNvCxnSpPr>
            <a:cxnSpLocks/>
          </p:cNvCxnSpPr>
          <p:nvPr/>
        </p:nvCxnSpPr>
        <p:spPr>
          <a:xfrm>
            <a:off x="6096000" y="3627788"/>
            <a:ext cx="800910" cy="0"/>
          </a:xfrm>
          <a:prstGeom prst="line">
            <a:avLst/>
          </a:prstGeom>
          <a:ln w="25400">
            <a:solidFill>
              <a:srgbClr val="FF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99240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81C5CB-3214-382A-7BB3-588F5EE5EA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41262" y="2444426"/>
            <a:ext cx="1909476" cy="196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9765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5E19620-A82D-DD37-3778-A354DCEB3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19375" y="1476375"/>
            <a:ext cx="6953250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6316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31350A-5AA8-36E3-48EE-ADEA4BC88A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41262" y="2474262"/>
            <a:ext cx="1909475" cy="190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4975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406E5BC-D612-B0B2-D8F5-3530384E46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32139" y="1981200"/>
            <a:ext cx="6457950" cy="2895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B20C3C-98FE-4B08-0804-A330E8ED00DB}"/>
              </a:ext>
            </a:extLst>
          </p:cNvPr>
          <p:cNvSpPr txBox="1"/>
          <p:nvPr/>
        </p:nvSpPr>
        <p:spPr>
          <a:xfrm>
            <a:off x="701911" y="1981200"/>
            <a:ext cx="38885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Lato" panose="020F0502020204030204" pitchFamily="34" charset="0"/>
              </a:rPr>
              <a:t>The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Lato" panose="020F0502020204030204" pitchFamily="34" charset="0"/>
              </a:rPr>
              <a:t>Citus</a:t>
            </a:r>
            <a:r>
              <a:rPr lang="en-US" b="0" i="0" dirty="0">
                <a:solidFill>
                  <a:srgbClr val="333333"/>
                </a:solidFill>
                <a:effectLst/>
                <a:latin typeface="Lato" panose="020F0502020204030204" pitchFamily="34" charset="0"/>
              </a:rPr>
              <a:t> database distributes your Postgres tables or schemas across multiple nodes and parallelizes your queries and transactions.</a:t>
            </a:r>
            <a:endParaRPr lang="ru-RU" b="0" i="0" dirty="0">
              <a:solidFill>
                <a:srgbClr val="333333"/>
              </a:solidFill>
              <a:effectLst/>
              <a:latin typeface="Lato" panose="020F0502020204030204" pitchFamily="34" charset="0"/>
            </a:endParaRP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Lato" panose="020F0502020204030204" pitchFamily="34" charset="0"/>
              </a:rPr>
              <a:t>The combination of parallelism, keeping more data in memory, and higher I/O bandwidth often leads to dramatic speed ups.</a:t>
            </a:r>
            <a:endParaRPr lang="ru-RU" b="0" i="0" dirty="0">
              <a:solidFill>
                <a:srgbClr val="333333"/>
              </a:solidFill>
              <a:effectLst/>
              <a:latin typeface="Lato" panose="020F0502020204030204" pitchFamily="34" charset="0"/>
            </a:endParaRP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Lato" panose="020F0502020204030204" pitchFamily="34" charset="0"/>
              </a:rPr>
              <a:t>In this chart, we show a benchmark SQL query running ~40x faster with an 8-node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Lato" panose="020F0502020204030204" pitchFamily="34" charset="0"/>
              </a:rPr>
              <a:t>Citus</a:t>
            </a:r>
            <a:r>
              <a:rPr lang="en-US" b="0" i="0" dirty="0">
                <a:solidFill>
                  <a:srgbClr val="333333"/>
                </a:solidFill>
                <a:effectLst/>
                <a:latin typeface="Lato" panose="020F0502020204030204" pitchFamily="34" charset="0"/>
              </a:rPr>
              <a:t> cluster vs. a single Postgres node.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16314659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диаграмма, текст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FC3FCB1-7054-4808-5238-943912F21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159" y="1333777"/>
            <a:ext cx="7449682" cy="4190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0099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снимок экрана, диаграмма, зеленый, Графика">
            <a:extLst>
              <a:ext uri="{FF2B5EF4-FFF2-40B4-BE49-F238E27FC236}">
                <a16:creationId xmlns:a16="http://schemas.microsoft.com/office/drawing/2014/main" id="{32DEE3C9-E2AD-F357-4785-DC69B981E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0240"/>
            <a:ext cx="12192000" cy="555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1906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, диаграмма">
            <a:extLst>
              <a:ext uri="{FF2B5EF4-FFF2-40B4-BE49-F238E27FC236}">
                <a16:creationId xmlns:a16="http://schemas.microsoft.com/office/drawing/2014/main" id="{3E1AA3DE-20DA-4FE5-A7A2-11D3D67BB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541" y="1857224"/>
            <a:ext cx="8383910" cy="372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8507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, диаграмма">
            <a:extLst>
              <a:ext uri="{FF2B5EF4-FFF2-40B4-BE49-F238E27FC236}">
                <a16:creationId xmlns:a16="http://schemas.microsoft.com/office/drawing/2014/main" id="{3E1AA3DE-20DA-4FE5-A7A2-11D3D67BB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541" y="1857224"/>
            <a:ext cx="8383910" cy="3721948"/>
          </a:xfrm>
          <a:prstGeom prst="rect">
            <a:avLst/>
          </a:prstGeom>
        </p:spPr>
      </p:pic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81A166BC-320D-4094-4CE3-C8C6646C933E}"/>
              </a:ext>
            </a:extLst>
          </p:cNvPr>
          <p:cNvCxnSpPr/>
          <p:nvPr/>
        </p:nvCxnSpPr>
        <p:spPr>
          <a:xfrm>
            <a:off x="1763274" y="3704673"/>
            <a:ext cx="1575881" cy="0"/>
          </a:xfrm>
          <a:prstGeom prst="line">
            <a:avLst/>
          </a:prstGeom>
          <a:ln w="25400">
            <a:solidFill>
              <a:srgbClr val="FF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00497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, диаграмма">
            <a:extLst>
              <a:ext uri="{FF2B5EF4-FFF2-40B4-BE49-F238E27FC236}">
                <a16:creationId xmlns:a16="http://schemas.microsoft.com/office/drawing/2014/main" id="{3E1AA3DE-20DA-4FE5-A7A2-11D3D67BB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541" y="1857224"/>
            <a:ext cx="8383910" cy="3721948"/>
          </a:xfrm>
          <a:prstGeom prst="rect">
            <a:avLst/>
          </a:prstGeom>
        </p:spPr>
      </p:pic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81A166BC-320D-4094-4CE3-C8C6646C933E}"/>
              </a:ext>
            </a:extLst>
          </p:cNvPr>
          <p:cNvCxnSpPr/>
          <p:nvPr/>
        </p:nvCxnSpPr>
        <p:spPr>
          <a:xfrm>
            <a:off x="5836511" y="2353855"/>
            <a:ext cx="1575881" cy="0"/>
          </a:xfrm>
          <a:prstGeom prst="line">
            <a:avLst/>
          </a:prstGeom>
          <a:ln w="25400">
            <a:solidFill>
              <a:srgbClr val="FF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FDBC2062-CB67-0D3F-B7F9-6E26F10272C4}"/>
              </a:ext>
            </a:extLst>
          </p:cNvPr>
          <p:cNvCxnSpPr/>
          <p:nvPr/>
        </p:nvCxnSpPr>
        <p:spPr>
          <a:xfrm>
            <a:off x="5836511" y="3524565"/>
            <a:ext cx="1575881" cy="0"/>
          </a:xfrm>
          <a:prstGeom prst="line">
            <a:avLst/>
          </a:prstGeom>
          <a:ln w="25400">
            <a:solidFill>
              <a:srgbClr val="FF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B9684B21-25F6-38B4-3C0E-40864948CAC9}"/>
              </a:ext>
            </a:extLst>
          </p:cNvPr>
          <p:cNvCxnSpPr/>
          <p:nvPr/>
        </p:nvCxnSpPr>
        <p:spPr>
          <a:xfrm>
            <a:off x="5836511" y="2776419"/>
            <a:ext cx="1575881" cy="0"/>
          </a:xfrm>
          <a:prstGeom prst="line">
            <a:avLst/>
          </a:prstGeom>
          <a:ln w="25400">
            <a:solidFill>
              <a:srgbClr val="FF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8258525-C52F-3C95-DD2B-346855720896}"/>
              </a:ext>
            </a:extLst>
          </p:cNvPr>
          <p:cNvCxnSpPr/>
          <p:nvPr/>
        </p:nvCxnSpPr>
        <p:spPr>
          <a:xfrm>
            <a:off x="5836511" y="3964446"/>
            <a:ext cx="1575881" cy="0"/>
          </a:xfrm>
          <a:prstGeom prst="line">
            <a:avLst/>
          </a:prstGeom>
          <a:ln w="25400">
            <a:solidFill>
              <a:srgbClr val="FF5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08846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DF712CC-C0DB-F062-496F-5AE83CA767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41262" y="2326654"/>
            <a:ext cx="1909476" cy="220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955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DF712CC-C0DB-F062-496F-5AE83CA767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4773" y="551120"/>
            <a:ext cx="1909476" cy="2204691"/>
          </a:xfrm>
          <a:prstGeom prst="rect">
            <a:avLst/>
          </a:prstGeom>
        </p:spPr>
      </p:pic>
      <p:pic>
        <p:nvPicPr>
          <p:cNvPr id="3" name="Рисунок 2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BED924A-D5A6-25D2-EC5A-A7839331F6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7998" y="2028629"/>
            <a:ext cx="2896004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0474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374C59C-CEA2-55B6-45E8-9DE43204BC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1307" y="546100"/>
            <a:ext cx="9489386" cy="57658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75E3B9F-CA19-9C77-B76A-0399A2DA29D4}"/>
              </a:ext>
            </a:extLst>
          </p:cNvPr>
          <p:cNvSpPr/>
          <p:nvPr/>
        </p:nvSpPr>
        <p:spPr>
          <a:xfrm>
            <a:off x="5491438" y="6121190"/>
            <a:ext cx="1209124" cy="1724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8822642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21685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7856E04-375C-1CDB-8A7D-3939F1E1F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576" y="2543051"/>
            <a:ext cx="3200847" cy="17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6718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FA805D3-5DE6-CB35-A5AE-C480BEB49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680" y="361522"/>
            <a:ext cx="5296639" cy="613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7105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3E6D8E0-3245-4769-CED7-39E70509E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995" y="2004813"/>
            <a:ext cx="6154009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5029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63562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5B0ED52-A23C-9B29-6450-AEF3B38C4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260" y="1409418"/>
            <a:ext cx="4515480" cy="403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1392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7294A3A-EA5A-8A63-3BBD-6799D452A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153" y="1799997"/>
            <a:ext cx="6401693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5254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A993C7C-4FEB-DDD0-CDC7-C2F765742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31" y="57150"/>
            <a:ext cx="4575137" cy="674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9870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2078787-BE9D-53E6-8F77-19C928CE9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995" y="1237944"/>
            <a:ext cx="7240010" cy="43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2378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16707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9266CBF-B803-775D-FE89-E78D66F1A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523" y="2181051"/>
            <a:ext cx="4686954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6833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602F58E-CE6C-FD9E-8845-DAC0DD437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968" y="1142681"/>
            <a:ext cx="7078063" cy="457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9208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BFFE8F3-BC2F-F26F-46C7-777C16D30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4918" y="2271551"/>
            <a:ext cx="4582164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6343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D1F5543-6424-AA39-EBDA-D502AEE1C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733" y="176514"/>
            <a:ext cx="5726533" cy="650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3635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18989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694</Words>
  <Application>Microsoft Office PowerPoint</Application>
  <PresentationFormat>Широкоэкранный</PresentationFormat>
  <Paragraphs>454</Paragraphs>
  <Slides>56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56</vt:i4>
      </vt:variant>
    </vt:vector>
  </HeadingPairs>
  <TitlesOfParts>
    <vt:vector size="61" baseType="lpstr">
      <vt:lpstr>Aptos</vt:lpstr>
      <vt:lpstr>Aptos Display</vt:lpstr>
      <vt:lpstr>Arial</vt:lpstr>
      <vt:lpstr>Lato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Тимофей Марушко</dc:creator>
  <cp:lastModifiedBy>Тимофей Марушко</cp:lastModifiedBy>
  <cp:revision>36</cp:revision>
  <dcterms:created xsi:type="dcterms:W3CDTF">2026-04-16T18:37:14Z</dcterms:created>
  <dcterms:modified xsi:type="dcterms:W3CDTF">2026-04-17T09:57:15Z</dcterms:modified>
</cp:coreProperties>
</file>