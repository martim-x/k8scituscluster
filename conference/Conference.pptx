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77" r:id="rId9"/>
    <p:sldId id="270" r:id="rId10"/>
    <p:sldId id="278" r:id="rId11"/>
    <p:sldId id="272" r:id="rId12"/>
    <p:sldId id="274" r:id="rId13"/>
    <p:sldId id="275" r:id="rId14"/>
    <p:sldId id="276" r:id="rId15"/>
    <p:sldId id="262" r:id="rId16"/>
    <p:sldId id="279" r:id="rId17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56B"/>
    <a:srgbClr val="DAECFB"/>
    <a:srgbClr val="B197CD"/>
    <a:srgbClr val="96CBA7"/>
    <a:srgbClr val="CB93B8"/>
    <a:srgbClr val="FFBAE6"/>
    <a:srgbClr val="A99C93"/>
    <a:srgbClr val="DFBEFE"/>
    <a:srgbClr val="FDF5BD"/>
    <a:srgbClr val="FFC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9"/>
    <p:restoredTop sz="94673"/>
  </p:normalViewPr>
  <p:slideViewPr>
    <p:cSldViewPr snapToGrid="0">
      <p:cViewPr>
        <p:scale>
          <a:sx n="93" d="100"/>
          <a:sy n="93" d="100"/>
        </p:scale>
        <p:origin x="2480" y="2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9BC87-07BA-0548-91E7-15A1E0ED04A0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863CD-2B76-284A-83FD-A2A4926A2F63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746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4670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0597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E4CC-B05B-221D-60DD-4DD6836F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906A29-7D91-A0F0-E592-77BFFD457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97AF50-38AF-2C76-844E-A8BD14960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43D252-F638-12B5-3069-024DAC43F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7345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F051-C0CF-F2E2-E26D-FE8C7D7D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043930-F81D-80A3-E367-2A4EA8FA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046EE2-FDE6-4F0A-288F-D9EAACF8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9FDE0C-52DF-9D3F-4B50-6E6E891CB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63673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C2B2-C80F-BB5C-7927-0181D131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0B6A5E-3DB6-1524-A73F-0EBA1EB48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2273D9-CFDD-5CD7-EFA9-5A7121637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9582A8-DCDA-847C-DC9F-F6EE65365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3465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FD26-38BF-5706-11C6-A55CAD8F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20AD02-3D7C-DFE2-C790-B160CA0EF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919890-1E6D-2F4F-4002-3D5F3A126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D1686C-7E78-B1FE-4EB8-EE8256FED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8890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0049-757A-C443-C68C-56107247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3318C6-C26C-C4B3-D721-5DA029084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592C236-CF27-C673-FC33-31E2B09C9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89F717-4007-9F41-9B77-E98B6CAC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1560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2BD6-8804-8731-2F0B-4EFBC98A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29B5003-7252-224D-2508-CE1FFBF07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CFAE62-271D-E276-D171-5B23F88C0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FF0AFA-0E79-BACA-0E74-235656004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63588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5914-97E1-C65E-DE87-29988D43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CF806E-FEF9-77F2-442F-CC8C6936D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E8E0E8-34AF-5B26-59DC-A4FBA4FCB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7B82BF-7BA4-A068-DCF6-26648B3CE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88276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C6EA-AEC3-BDFC-4315-DC1FD442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0CB1C61-A2A8-DFE9-6E4F-5BBCD0809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2D7A5EE-3CE7-202B-3D75-1919C0254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3A0E33-EA5F-EE43-65F4-605B46C72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90830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F80C-89A5-9160-F3A7-E0C403DA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603118-A0B8-2DCE-8E1E-5EBB77587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A9C600-76A8-865A-DB1D-FB56C1436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3BE7F1-94DD-81BF-7602-BD50DD069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57259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ABA27-6431-C8AD-5844-DDA965DE5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4D6C94-3FCE-8ECB-75A0-4837CAD04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8DEDD-1710-E25F-8018-92373071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C4D76F-DC40-C0B3-CE29-062F5029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B8B98-1122-C1EB-6FC3-E1E6A2C4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0076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38FE5-8B5E-5839-1716-F67C3537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EA0E3-8B12-2B67-A147-74B5A014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E10AF-2CD2-6ED7-D688-38BB8136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C9643E-524B-323E-FE53-1703A898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07301-6A61-F317-FFAF-EEE7FFF6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2687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5DF2B-6605-011D-476F-AD3514D2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A6EF34-0909-6525-3B49-EDC3165C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0F634-2B0E-8774-78CA-F5395B4B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6143A5-0E21-8FC4-88B3-96E73AC3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8227-2788-BF34-041D-17895291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8179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68F19-86A0-D3F4-346C-15DECAC7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87FE33-CEA5-A080-660B-417D7C637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EEEB58-1879-6450-6155-2132491DF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244823-AD7E-1E6A-E3C3-DB51CDD9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77E86C-6C6A-6D07-6E70-95FA04D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EF39DC-3B39-263E-158E-E754F466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1450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224EB-9D15-C87A-C126-CAC4C5F2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19C09F-82C0-6336-C3E6-52E790380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9928E5-52DD-DCE9-6CBF-5CEB87F9E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3157F0-F404-FCC7-5589-207DC2300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302BAF-B161-1BED-A038-BEA84E05A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3AF0CB-0FE6-557C-A9C4-6A99763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6CD6D2-50E0-6A75-423F-EFC1989D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294D0A-12F2-B184-2977-3A2CE50B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301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943E-19AD-C6E5-F1D7-8F083A38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3EEC48-603D-527A-0DD2-E96B14F2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354CD9-2B48-459D-1860-08D7422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1311F0-E668-9E68-68A5-470EE5B2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942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CF505D-71EF-9E92-B58D-F1314870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D124A0-C8B3-F206-A464-A16B39D4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2E1C3C-35AC-E785-7969-C9909378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9126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DB2DF-3F58-A3D1-5841-DD9A4658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5E442-E351-85CD-D1EC-6D42842A4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B31307-98E3-17F3-A225-0D895A528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AF8116-EFCF-82AB-ED74-DA3F89C44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48143-41AA-CD75-2AFB-B1819AA5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4448D2-0D9B-B6C7-4371-A32A37DC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3792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123-C93F-EB23-E513-3E14C151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A2FE6E-A2EC-71DF-BBB4-0546BF87E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A90055-5FD1-792B-B8F0-AE3978F0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1ABCC6-5151-F63B-AE1A-A852A1DC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37B275-0FCB-9ADA-6728-3D7F63D7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8A3B73-6E1E-F284-C7C6-326EA6D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70584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96BF4-F386-0870-72D6-E775F5F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E95F9A-DF7B-4802-0112-51936741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CE093-BBF5-2D43-D156-F848440D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BEF38-5109-A3B4-B179-D138361E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97B55F-DD05-13AC-16B3-4E433279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723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D99715-724C-21D5-ECC1-0F32A184C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FF6A36-8176-6C12-6F1D-A06AC8A22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BA30BA-3AFB-133E-AAC8-AD73962A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1574E-F7DD-D6DA-7714-86B9B10D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27A05-F563-3A49-FCFE-C4ECA92D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1128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01BB1-3B3B-2C77-94B1-F0B60A5C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29321E-3744-CF25-A911-27B3B342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179DBC-E1BF-1E56-C966-D1B12F71D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0958D-8FD3-704D-8A72-D3764ABAF413}" type="datetimeFigureOut">
              <a:rPr lang="ru-GB" smtClean="0"/>
              <a:t>16/04/2026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6B909B-D8F5-1778-0943-E37C92582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2AE25-DEBE-9870-BCC7-26F493016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768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46BD56-B5DA-0DE8-B4E3-0F1D0024D090}"/>
              </a:ext>
            </a:extLst>
          </p:cNvPr>
          <p:cNvSpPr/>
          <p:nvPr/>
        </p:nvSpPr>
        <p:spPr>
          <a:xfrm>
            <a:off x="1574992" y="2228414"/>
            <a:ext cx="3413294" cy="2401172"/>
          </a:xfrm>
          <a:prstGeom prst="rect">
            <a:avLst/>
          </a:prstGeom>
          <a:solidFill>
            <a:srgbClr val="A99C93"/>
          </a:solidFill>
          <a:ln w="0">
            <a:solidFill>
              <a:srgbClr val="A99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Фронтенд</a:t>
            </a:r>
            <a:endParaRPr lang="ru-GB" sz="44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93FC5D-3BC1-E5B3-1A3E-F6DD716A3398}"/>
              </a:ext>
            </a:extLst>
          </p:cNvPr>
          <p:cNvSpPr/>
          <p:nvPr/>
        </p:nvSpPr>
        <p:spPr>
          <a:xfrm>
            <a:off x="7203714" y="2228414"/>
            <a:ext cx="3413294" cy="2401172"/>
          </a:xfrm>
          <a:prstGeom prst="rect">
            <a:avLst/>
          </a:prstGeom>
          <a:solidFill>
            <a:srgbClr val="FFBAE6"/>
          </a:solidFill>
          <a:ln w="0">
            <a:solidFill>
              <a:srgbClr val="FFB0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4000" dirty="0">
                <a:solidFill>
                  <a:schemeClr val="tx1"/>
                </a:solidFill>
              </a:rPr>
              <a:t>Бекенд</a:t>
            </a:r>
            <a:endParaRPr lang="ru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25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6073-1657-FCA7-15FF-5DE73B29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7FAA3D-9E96-C68C-09AB-8D4D6EE75928}"/>
              </a:ext>
            </a:extLst>
          </p:cNvPr>
          <p:cNvSpPr/>
          <p:nvPr/>
        </p:nvSpPr>
        <p:spPr>
          <a:xfrm>
            <a:off x="4562061" y="556590"/>
            <a:ext cx="7106478" cy="574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700515-80E6-CEAB-F23C-7B079CFB16FC}"/>
              </a:ext>
            </a:extLst>
          </p:cNvPr>
          <p:cNvSpPr/>
          <p:nvPr/>
        </p:nvSpPr>
        <p:spPr>
          <a:xfrm>
            <a:off x="4974174" y="1280517"/>
            <a:ext cx="2957251" cy="151863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4D707-34EB-AC65-8618-C09D926553A0}"/>
              </a:ext>
            </a:extLst>
          </p:cNvPr>
          <p:cNvSpPr txBox="1"/>
          <p:nvPr/>
        </p:nvSpPr>
        <p:spPr>
          <a:xfrm>
            <a:off x="7348904" y="639048"/>
            <a:ext cx="1532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GB" sz="3200" dirty="0"/>
              <a:t>Бекенд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816B99-A707-ABF5-4173-EB85714D7224}"/>
              </a:ext>
            </a:extLst>
          </p:cNvPr>
          <p:cNvSpPr/>
          <p:nvPr/>
        </p:nvSpPr>
        <p:spPr>
          <a:xfrm>
            <a:off x="4974174" y="4058845"/>
            <a:ext cx="2957251" cy="151863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B785B3E-A422-8082-FA10-084C6E1B91D8}"/>
              </a:ext>
            </a:extLst>
          </p:cNvPr>
          <p:cNvSpPr/>
          <p:nvPr/>
        </p:nvSpPr>
        <p:spPr>
          <a:xfrm>
            <a:off x="8321356" y="1280517"/>
            <a:ext cx="2957251" cy="151863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6C22A94-EFA2-62AD-D9B7-2BD6808D8E06}"/>
              </a:ext>
            </a:extLst>
          </p:cNvPr>
          <p:cNvSpPr/>
          <p:nvPr/>
        </p:nvSpPr>
        <p:spPr>
          <a:xfrm>
            <a:off x="8343538" y="4051796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4B7294-5AE4-ABF0-6603-EB45C5563F65}"/>
              </a:ext>
            </a:extLst>
          </p:cNvPr>
          <p:cNvSpPr/>
          <p:nvPr/>
        </p:nvSpPr>
        <p:spPr>
          <a:xfrm>
            <a:off x="891211" y="2669678"/>
            <a:ext cx="2957251" cy="1518639"/>
          </a:xfrm>
          <a:prstGeom prst="rect">
            <a:avLst/>
          </a:prstGeom>
          <a:solidFill>
            <a:srgbClr val="A99C9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Фронтенд</a:t>
            </a:r>
          </a:p>
        </p:txBody>
      </p:sp>
    </p:spTree>
    <p:extLst>
      <p:ext uri="{BB962C8B-B14F-4D97-AF65-F5344CB8AC3E}">
        <p14:creationId xmlns:p14="http://schemas.microsoft.com/office/powerpoint/2010/main" val="340466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DB58-1BBB-D616-02A0-4DFB10F6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70D459-2CE9-EE0D-6BDF-37262CADF515}"/>
              </a:ext>
            </a:extLst>
          </p:cNvPr>
          <p:cNvSpPr/>
          <p:nvPr/>
        </p:nvSpPr>
        <p:spPr>
          <a:xfrm>
            <a:off x="1411358" y="556591"/>
            <a:ext cx="9412356" cy="574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380EA6-D7A3-C3BF-7E7E-7744545B6DC5}"/>
              </a:ext>
            </a:extLst>
          </p:cNvPr>
          <p:cNvSpPr/>
          <p:nvPr/>
        </p:nvSpPr>
        <p:spPr>
          <a:xfrm>
            <a:off x="2372353" y="1280516"/>
            <a:ext cx="2957251" cy="1518639"/>
          </a:xfrm>
          <a:prstGeom prst="rect">
            <a:avLst/>
          </a:prstGeom>
          <a:solidFill>
            <a:srgbClr val="96CBA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A70D1-EC4C-9F2E-6D71-74DD6B985C89}"/>
              </a:ext>
            </a:extLst>
          </p:cNvPr>
          <p:cNvSpPr txBox="1"/>
          <p:nvPr/>
        </p:nvSpPr>
        <p:spPr>
          <a:xfrm>
            <a:off x="5329603" y="614594"/>
            <a:ext cx="1532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GB" sz="3200" dirty="0"/>
              <a:t>Бекенд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AF46E4-4E3C-667E-7562-98EFBD673F8B}"/>
              </a:ext>
            </a:extLst>
          </p:cNvPr>
          <p:cNvSpPr/>
          <p:nvPr/>
        </p:nvSpPr>
        <p:spPr>
          <a:xfrm>
            <a:off x="2372352" y="3870000"/>
            <a:ext cx="2957251" cy="1518639"/>
          </a:xfrm>
          <a:prstGeom prst="rect">
            <a:avLst/>
          </a:prstGeom>
          <a:solidFill>
            <a:srgbClr val="B197C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E880DC4-6B7C-83AF-C477-2998D4E0C3A5}"/>
              </a:ext>
            </a:extLst>
          </p:cNvPr>
          <p:cNvSpPr/>
          <p:nvPr/>
        </p:nvSpPr>
        <p:spPr>
          <a:xfrm>
            <a:off x="6862396" y="1280516"/>
            <a:ext cx="2957251" cy="151863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83FBAF4-ACBF-97B9-CF3A-5590D30B9E19}"/>
              </a:ext>
            </a:extLst>
          </p:cNvPr>
          <p:cNvSpPr/>
          <p:nvPr/>
        </p:nvSpPr>
        <p:spPr>
          <a:xfrm>
            <a:off x="6862396" y="3870001"/>
            <a:ext cx="2957251" cy="1518639"/>
          </a:xfrm>
          <a:prstGeom prst="rect">
            <a:avLst/>
          </a:prstGeom>
          <a:solidFill>
            <a:srgbClr val="CB93B8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5A6389-45AD-0280-DC3A-C8C033E932BB}"/>
              </a:ext>
            </a:extLst>
          </p:cNvPr>
          <p:cNvSpPr/>
          <p:nvPr/>
        </p:nvSpPr>
        <p:spPr>
          <a:xfrm>
            <a:off x="2524753" y="1432916"/>
            <a:ext cx="2957251" cy="151863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488863-E1AB-F109-D4B8-BF8CD9081F37}"/>
              </a:ext>
            </a:extLst>
          </p:cNvPr>
          <p:cNvSpPr/>
          <p:nvPr/>
        </p:nvSpPr>
        <p:spPr>
          <a:xfrm>
            <a:off x="2524752" y="4022400"/>
            <a:ext cx="2957251" cy="151863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98B716-FF67-28A2-09C0-648286C80195}"/>
              </a:ext>
            </a:extLst>
          </p:cNvPr>
          <p:cNvSpPr/>
          <p:nvPr/>
        </p:nvSpPr>
        <p:spPr>
          <a:xfrm>
            <a:off x="7014796" y="4022401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B3B9ED-9737-FBA8-F82E-77CE84F36BF9}"/>
              </a:ext>
            </a:extLst>
          </p:cNvPr>
          <p:cNvSpPr/>
          <p:nvPr/>
        </p:nvSpPr>
        <p:spPr>
          <a:xfrm>
            <a:off x="7167196" y="4174801"/>
            <a:ext cx="2957251" cy="1518639"/>
          </a:xfrm>
          <a:prstGeom prst="rect">
            <a:avLst/>
          </a:prstGeom>
          <a:solidFill>
            <a:srgbClr val="CB93B8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CD07BC-80F1-1C7F-FB48-702C4E8950E2}"/>
              </a:ext>
            </a:extLst>
          </p:cNvPr>
          <p:cNvSpPr/>
          <p:nvPr/>
        </p:nvSpPr>
        <p:spPr>
          <a:xfrm>
            <a:off x="7319596" y="4327201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BFC4-125D-CBA9-8157-D51E9CF8721A}"/>
              </a:ext>
            </a:extLst>
          </p:cNvPr>
          <p:cNvSpPr txBox="1"/>
          <p:nvPr/>
        </p:nvSpPr>
        <p:spPr>
          <a:xfrm>
            <a:off x="1961663" y="12805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ru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5C04F-33D3-F892-D619-1D6C24C7FC04}"/>
              </a:ext>
            </a:extLst>
          </p:cNvPr>
          <p:cNvSpPr txBox="1"/>
          <p:nvPr/>
        </p:nvSpPr>
        <p:spPr>
          <a:xfrm>
            <a:off x="1961663" y="38700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ru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0719F-0685-EA3C-493A-6420D5CEAD7E}"/>
              </a:ext>
            </a:extLst>
          </p:cNvPr>
          <p:cNvSpPr txBox="1"/>
          <p:nvPr/>
        </p:nvSpPr>
        <p:spPr>
          <a:xfrm>
            <a:off x="6451705" y="12805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  <a:endParaRPr lang="ru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55143-CC64-2364-F612-DA50D0FEDAD5}"/>
              </a:ext>
            </a:extLst>
          </p:cNvPr>
          <p:cNvSpPr txBox="1"/>
          <p:nvPr/>
        </p:nvSpPr>
        <p:spPr>
          <a:xfrm>
            <a:off x="6451705" y="387504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78008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B694-B50A-51E1-CF7C-C852FA57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F0DCF48-3C0D-23D0-F214-1514DC0ABFE6}"/>
              </a:ext>
            </a:extLst>
          </p:cNvPr>
          <p:cNvSpPr/>
          <p:nvPr/>
        </p:nvSpPr>
        <p:spPr>
          <a:xfrm>
            <a:off x="5017596" y="3892425"/>
            <a:ext cx="2495416" cy="1240764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E32B3F1-AAFC-9C52-D15C-0FE4235CDCF7}"/>
              </a:ext>
            </a:extLst>
          </p:cNvPr>
          <p:cNvSpPr/>
          <p:nvPr/>
        </p:nvSpPr>
        <p:spPr>
          <a:xfrm>
            <a:off x="1386234" y="1067023"/>
            <a:ext cx="2498701" cy="1240764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C3633A-0F48-3E2D-DE34-3671A63A5197}"/>
              </a:ext>
            </a:extLst>
          </p:cNvPr>
          <p:cNvSpPr/>
          <p:nvPr/>
        </p:nvSpPr>
        <p:spPr>
          <a:xfrm>
            <a:off x="1386234" y="2479724"/>
            <a:ext cx="2498701" cy="1240764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Платежей</a:t>
            </a:r>
            <a:endParaRPr lang="ru-GB" sz="3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64927F-AD1B-2E07-7CAF-06A5B138A258}"/>
              </a:ext>
            </a:extLst>
          </p:cNvPr>
          <p:cNvSpPr/>
          <p:nvPr/>
        </p:nvSpPr>
        <p:spPr>
          <a:xfrm>
            <a:off x="1386234" y="3892425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B1BEBE3-C125-2164-98CB-9C963781F38B}"/>
              </a:ext>
            </a:extLst>
          </p:cNvPr>
          <p:cNvSpPr/>
          <p:nvPr/>
        </p:nvSpPr>
        <p:spPr>
          <a:xfrm>
            <a:off x="4844359" y="440850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6162B-DD01-D806-2C86-BA2C822776D1}"/>
              </a:ext>
            </a:extLst>
          </p:cNvPr>
          <p:cNvSpPr txBox="1"/>
          <p:nvPr/>
        </p:nvSpPr>
        <p:spPr>
          <a:xfrm>
            <a:off x="1910065" y="518356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1</a:t>
            </a:r>
            <a:endParaRPr lang="ru-GB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DAC0E2-71A9-384D-6BEA-EEB8DD180932}"/>
              </a:ext>
            </a:extLst>
          </p:cNvPr>
          <p:cNvSpPr txBox="1"/>
          <p:nvPr/>
        </p:nvSpPr>
        <p:spPr>
          <a:xfrm>
            <a:off x="5538142" y="523104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2</a:t>
            </a:r>
            <a:endParaRPr lang="ru-GB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EE944-BC02-C6D9-426D-ADBC52068406}"/>
              </a:ext>
            </a:extLst>
          </p:cNvPr>
          <p:cNvSpPr txBox="1"/>
          <p:nvPr/>
        </p:nvSpPr>
        <p:spPr>
          <a:xfrm>
            <a:off x="9121696" y="523103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3</a:t>
            </a:r>
            <a:endParaRPr lang="ru-GB" sz="2400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AF9319A-C3A5-1C30-080C-C437086F154C}"/>
              </a:ext>
            </a:extLst>
          </p:cNvPr>
          <p:cNvSpPr/>
          <p:nvPr/>
        </p:nvSpPr>
        <p:spPr>
          <a:xfrm>
            <a:off x="5014311" y="1075937"/>
            <a:ext cx="2498701" cy="1240764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8F32F23-D31F-B5AC-3864-67190DB343D0}"/>
              </a:ext>
            </a:extLst>
          </p:cNvPr>
          <p:cNvSpPr/>
          <p:nvPr/>
        </p:nvSpPr>
        <p:spPr>
          <a:xfrm>
            <a:off x="4992049" y="2479723"/>
            <a:ext cx="2498701" cy="1240764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Платежей</a:t>
            </a:r>
            <a:endParaRPr lang="ru-GB" sz="3200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3F9DD9B-6EF2-88B8-BA62-7B0C4F56401E}"/>
              </a:ext>
            </a:extLst>
          </p:cNvPr>
          <p:cNvSpPr/>
          <p:nvPr/>
        </p:nvSpPr>
        <p:spPr>
          <a:xfrm>
            <a:off x="5014310" y="5305126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5D96C0-C190-B80E-C9D8-A9AD2BA34470}"/>
              </a:ext>
            </a:extLst>
          </p:cNvPr>
          <p:cNvSpPr/>
          <p:nvPr/>
        </p:nvSpPr>
        <p:spPr>
          <a:xfrm>
            <a:off x="8597864" y="1067022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B50997-387A-9461-EF22-3107D48A7E10}"/>
              </a:ext>
            </a:extLst>
          </p:cNvPr>
          <p:cNvSpPr/>
          <p:nvPr/>
        </p:nvSpPr>
        <p:spPr>
          <a:xfrm>
            <a:off x="8597864" y="2479723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29E28BD-66DE-1B3C-66FF-EEA3F0E89FE3}"/>
              </a:ext>
            </a:extLst>
          </p:cNvPr>
          <p:cNvSpPr/>
          <p:nvPr/>
        </p:nvSpPr>
        <p:spPr>
          <a:xfrm>
            <a:off x="1211320" y="431353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4F0A39B-FE22-2C9D-C500-9BB6CA6F409B}"/>
              </a:ext>
            </a:extLst>
          </p:cNvPr>
          <p:cNvSpPr/>
          <p:nvPr/>
        </p:nvSpPr>
        <p:spPr>
          <a:xfrm>
            <a:off x="8422951" y="440850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4792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A943-BD0E-83DE-ADF9-E7615311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D09C0F1-003A-A23C-B91D-5075F955C4FE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49C490-EDE2-B99F-1801-0FE157F11FE0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17551E-4F1F-DBDB-A68D-4D4A68170DC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A957F5-B32E-4A96-CC95-5C9025CDCB7B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AD8DBE9-75EC-F081-B890-F2B3A178A43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4B6D3-B01A-AFED-153C-2E13722F0A63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9A349-BBCD-B531-D0AF-328C7A684D8B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6C4F20-EB6B-2798-4145-7908EC4CF1D3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F082B0D-0F06-6BD8-9D75-27F6E34816D7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FC0D2BB-C3DB-4268-4AFE-16C27D6D8F6F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F4E9B4F-7222-BFCC-5F4D-2F76DAE4BC74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F0E5829-938F-8844-3ABB-1DC17BF4379C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69A27F9-57D2-9FBE-83C9-D1D50FBA5510}"/>
              </a:ext>
            </a:extLst>
          </p:cNvPr>
          <p:cNvSpPr/>
          <p:nvPr/>
        </p:nvSpPr>
        <p:spPr>
          <a:xfrm>
            <a:off x="8408627" y="348416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8205BF9-94BF-9CF4-96F5-762623F9564E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033B385-715E-080C-9C42-ADD63907C36E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D58F68-B033-E6C5-DF46-E2DC1666D55C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</p:spTree>
    <p:extLst>
      <p:ext uri="{BB962C8B-B14F-4D97-AF65-F5344CB8AC3E}">
        <p14:creationId xmlns:p14="http://schemas.microsoft.com/office/powerpoint/2010/main" val="287843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208A-6397-D5EC-890B-833731BF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FEBE3D-3859-14FC-B49E-AAF25F5FBA71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2F252B-854A-BDDE-EF7A-019445D82230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ACCCC0-F2B5-972B-44CC-D8C38B05EC67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38A052-B0D6-A90C-B1BA-7BBB438ADA9A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130D563-0C2A-1B67-AC6C-4585600DF13D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971278-E676-9A5B-2355-C90BB6FC42DB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D27ED8-31CB-6102-A998-BD420D2A00D9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DC7694-A051-AAAC-FFB3-9B9A3BD5A25D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7B3E8B8-3CD6-B5C9-4368-89D50A671C34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3C2517C-93CE-95EC-A4F7-3329E45DC830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A71307E-5594-5826-D4EA-BF8AA20EEDC7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3EA2CF6-84CE-4286-2747-5724E57AE38B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2598ABB-7B1E-E11F-63F1-91F314872089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5016258-88AB-51DC-05E1-7170F16A613F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3139C0A-C8A8-1705-1BCE-DD05F7513052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A3A2AD-E0ED-27EF-AF94-C94515AB2AE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5DA3E7B8-061B-5F67-D791-6B19064A4B8A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3682B194-C637-8C86-F41F-739799174AC0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D73B4330-1DCB-AFB8-D970-E1296890506A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3C746CDE-F708-0EB5-7CB6-BB96FE79DC0D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3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BE61-90FC-AC18-90D7-D49F588B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0FA141-4828-7525-DA7B-256FF4918385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065C62-2DC9-2CF0-33DB-ED9DADDCE24D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441CB6-D48E-D28B-2DDC-E5D333D59C6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B10E54-D825-7479-58B3-05716C990633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3E085B-D5BF-5BF4-829E-36AE81AE3729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F77A0-7047-94BE-6E61-566574253D44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FCE2A-99D3-521C-2D23-4CF6187BF7FA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4DC81-BB0F-6D65-7DC0-9052C40A2942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2BA45D2-3A28-28FE-E349-6F30F8AEDF1B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E69B960-D74A-C85A-BA68-118816FF80EB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8748222-4918-11CD-BFB6-E0740A99127A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D378C62-830D-7BA3-1990-3EC0F4B6D222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FD2AED9-2621-F2AB-DDBC-61EB4F5677CC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8D005A6-9EA1-D05E-3A17-E292482881F0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904359E-F796-0CC3-5A0F-DC3F647BAC68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F8EC84-48C3-331A-9C78-A8D042AE14D5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98CC0C8E-0886-19A7-719E-E87106451EC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0D0DE551-D4EE-0D99-2860-FF2309AE8775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68AA403D-BAB9-ED08-59B0-0A921CD40972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DC4270D8-64B8-3AE9-3890-77A6EE7D5290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C2D0F6-D419-904A-9526-E61589CEA03C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</p:spTree>
    <p:extLst>
      <p:ext uri="{BB962C8B-B14F-4D97-AF65-F5344CB8AC3E}">
        <p14:creationId xmlns:p14="http://schemas.microsoft.com/office/powerpoint/2010/main" val="403353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E02A-5922-60DB-C259-BEFFADEF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A1B4C1-0EF6-5571-A70C-2F41D1519AE1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DC358C-D623-9E4E-E419-19740CDD415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2279A5-1C55-1543-05FD-03CAB1259A64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1961A0-34BE-C3D7-2B38-9F3E5F1572E2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C77D3DF-65A7-6DD0-6E68-DE9A71E0549B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E3E33B-B0AE-63FA-B29B-0F14EAC5E6A1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28F17-6B3F-4363-FCFE-E23ECBD820B3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ECA1E7-E29D-7215-32B4-E400A9D41C9E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3F6BE0E-65E4-D8A8-07B0-82FC3E7C98F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9CAB516-C049-89F6-25DC-5CB331850CB9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16AA4D9-B1C9-F5DD-11D6-14F59E0544FF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1888875-F9CF-70F5-F395-5A010DE7B750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888683F-9929-6C24-E909-A407FA5BB924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44DE880-98F7-D056-7FE0-8AB7CD940CD5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41B3B2B-4782-9862-5827-EAF83AD2F6E5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E676E8-9358-7E59-276A-2D5DF231610A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DB88422B-5B4C-D5CA-B51A-2BB21441DD9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C2782A0B-2A31-420C-9F0B-9ADFA75FEA29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C399B534-EEE1-CD00-0CE9-FE6EFE7E73BD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B93F8A32-B874-3383-FE1B-E551909688F7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162B877-90E9-3A06-C0C7-8A3BD19EBC40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8084126D-462B-AEDF-A487-4CC3BDEB8B56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89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EB13-CD74-611C-A45A-6DA999E6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E41066-4957-4648-FDC8-13C630F22C38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F7664E-9F0E-4E91-084F-48AE829A71E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66045F-26BF-F630-B3B9-8EBAFED065D9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7DD661-BC5E-C237-A444-E6F7DED8B02E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5284B8D-CB90-CF62-AE0F-2757479C939C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49B1AA-A2A3-3A60-45E9-F09356FF1621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CE5BB-0F1B-E1B3-9D41-E0635DD96133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F2ECF-AE3F-AEBB-76C7-9F9C01AC3E62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1EAC79E-C3D0-A666-B0E2-2B6628D4BA29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2087636-7EB6-A5BB-E944-CFCD2CE3DF0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FADD9F1-10FE-23F1-2FDE-26392D54169C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F979869-FEFB-84AF-8691-D7DD6D979294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A3AEBE3-80D7-6EC3-16BF-15F041E78286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E03006B-9984-9C69-8955-F648A2668218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5C6A704-7599-2F61-7826-2DF6E660BB41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3EB0A1-64C4-CCEA-86AF-13273536E6E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835A37EA-DD52-DDAD-4FE9-E25F212CE2EA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8091FF58-B02D-D0F0-1DEE-E8AE32C021F9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E964430E-30B0-9441-6B93-81DBE200C47D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2B0C541D-3B0E-BB4E-0E77-E57BBFB9DD98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5AF434-2BDC-E3F9-6DDF-94DDDE9E53E2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09733B77-54DF-2F0B-67E5-D48F6D6C2F1C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9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76A7-7CBA-8AE7-25C5-806126D0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65D5F3C-A94C-A608-92EF-AB045BB43508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12DB5F-D71D-0663-2EC3-D8F15323B422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F8E1C0-6A44-08B5-360E-AEA67318C933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B63F02-1214-5586-168D-9D7BDA0F9621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723944D-6DAA-B590-A29C-A63B0DDA9E5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E0D71-7F5A-16A4-D0EA-0E1248B9CF72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35D0A-A4C2-64E1-4E7A-2D1B4A553C3F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ED7621-C78E-9B88-565F-AD1D44C035C6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2867B28-9DD1-96CB-B9D3-69D1CB6973E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5D37943-2713-D8EA-A1E1-1E2ADB1C148F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D06CE98-0662-03B7-1371-25E67EDF398F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2B10E1D-1936-8A02-51E1-1ED98AB0FECA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18547BF-7DF8-D3BE-B1E8-17CC7B42A8DB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F857686-5813-58B9-DAC7-5558065553A7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5BDD5D3-B627-33CE-0538-393C985C2791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FC9810-DD7D-EB6D-7B2E-144B0488F123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87032B31-37AF-9C30-6C99-8B2AEDE42962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BB612E73-FEE7-F9DA-A0A2-036AB9EC317F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7D013B82-972E-2AF0-0DA4-FD8E2A2E0A93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561F4090-38B4-8A0E-8A73-214F217C25DB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E12F59-993B-DFD7-2F11-EAD2CA22C55E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A40E6395-FBF0-3069-47CD-69B8DDA79CDC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15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378A-5A73-54AC-67D8-C5022EF8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484DC9-5AA1-A77C-AC4C-380D7E0C366D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F22CDE-AA27-A80C-C26C-F91122594357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F22CAD-DF82-48D8-A539-0942D3C199C6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B4D3A3-CE9B-06A4-6FE6-A2C156A278C0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GB" sz="4400" dirty="0">
                <a:solidFill>
                  <a:schemeClr val="tx1"/>
                </a:solidFill>
              </a:rPr>
              <a:t>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09D614C-7D5E-7348-CB13-8C98B8258D7B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3C203-D429-CF26-F71F-186026DD97E9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1FB29-A8FC-DC6B-8884-D9A1ACE1578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24B36-D26A-C674-BF32-369C8CCAD18B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919134A-52A5-E6D2-39A7-51246A4E4B4C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FB37A3D-8F1B-A08A-2C74-AD8612A1CC5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318340-CBB2-F869-76E1-7D7D8431713B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541443E-199A-5CA1-F07F-4CFCA0A09FEB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9946E56-6401-2549-A919-40025B6E4F8C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A04870E-C612-BF74-0F35-0B92B2BE9D51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49F5977-85DC-3A28-A9C0-FE684F415DEA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F5D778-66ED-4774-F45B-0B03ACE874A6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AEAD5053-24F7-0432-0E7E-864E3BDF91BD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0A303203-E471-CBF4-8517-9AF299D43424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55C3ADE2-6625-CCB1-8A7B-2DA981A8E6E2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1FB68A1F-6377-A073-65B6-FB82702887BE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5E7583D-A628-D28E-8875-418C6F2A6669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C6257E59-7507-F2D4-62F7-C996994B7D21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411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77DE-8E92-4989-0E80-995EE3F2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16B853-84F3-D76B-8EA6-71C6D3C4D42C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548BBD-9D9C-6FE0-E1E9-CB830C6DC39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C42E4B-454B-7375-D5C1-693176E3CC0B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9E6FFF-1256-4324-47DE-46CC72F3D427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D9B254-53A1-0581-B6EE-3C6B3A6F5DD4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630641-4F4A-7C65-86E0-0C35CAECCF6F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14510-6393-9452-952E-6E55E50D1E9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36A1D9-FD02-FEAD-9559-E32C39C3D94D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5C980ED-E04A-926A-C35E-DBEAFC5725F8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C500FC-E860-2278-91D5-842F1FD28212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BBBDEC5-8052-E04C-69F8-88FACE2CF0B9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74F6871-715D-52F1-8FA7-D0E35924D6FC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C0448B7-DF41-CA8D-F3A9-D6114F3FD6A2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D181B86-6AD1-4ABB-31E2-F54B53B16E4A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AEF0B50-51B3-4537-9BE1-0AE1D2D7A926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07C29E-8B38-9EB6-5175-26E88B644109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63580ADA-14F5-ADD0-B6CF-27154130309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BBAD503C-7B2A-3187-F526-8BBA02B30A53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FE41E16C-E52E-BC33-1A08-617EC0B723A0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  <a:effectLst>
            <a:softEdge rad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D263713A-BFC2-FAC1-EB3B-E185B3E41563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E1784E-1493-85E2-00C6-A842DD4B0B0F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53D2E456-D232-7850-EBD1-0A657A0C4F3D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5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8B62-7736-35FE-82FB-2A5144A2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0181999-7DD8-03C4-451D-EC3043A4FAE9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5C8BC-1C40-E1A4-1B94-7B3E5CE1F6A3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6B6F96-BDE9-D7F2-44B3-7D708CA7D67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B23872-A1FF-13F5-2E51-A6B3BE22C2B1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GB" sz="4400" dirty="0">
                <a:solidFill>
                  <a:schemeClr val="tx1"/>
                </a:solidFill>
              </a:rPr>
              <a:t>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C1081-F770-6731-A410-3EE0FAE58359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94EF3-BD7F-DB5F-9E24-1C2E1ADC2BB0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6E754B-F9C4-75B9-EBC5-D608BE4177BA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32A44D-225C-947F-11B7-E3E5F769E054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3240748-777B-88E4-DEAF-5E5AD76E3DF3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F6035EE-D8ED-F142-0908-23BB8F18C85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A686C1D-2080-7BE0-D5AA-2BAB9D60EFB5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6712300-7DFD-9D1E-7D85-900F14D12D2E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18AF7D9-24B0-817D-A97C-FA45AC0DB161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E4ED4E4-6050-D0CE-36E1-55F19A056150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D70F720-BBC1-7A34-C686-70A175E89ED5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622EBD-AE2F-5780-E59A-B1BBE7BEFB6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E5527049-60E8-2BAF-3FA4-9F63EF4DDEE3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9F2DFD7F-197B-E1A2-FFCE-41920CDA1471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29EF241C-E62C-CD2D-1FA3-4A206A4D2451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  <a:effectLst>
            <a:softEdge rad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8E06E917-7404-42C7-F474-565E6588F8A4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725372-7177-017D-0970-AC8FD6777DF0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08D8C92A-EB22-04AF-BD79-85169E3DFD77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40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0A3B-9FCE-AB7C-56D2-F5C18025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C4D863-C96F-F254-82DD-04138B72998E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DEEC4E-887B-158A-BB57-29D682964349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7A5CC1-BED5-19B8-77C8-C43D2002B662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47923D-5596-4B7D-9A1F-A31BB2E0E816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531B4A-D1CD-E466-F8AE-DDEF8617AAA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1D45C-D9E2-614A-B5D9-3DFDD464798F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9BF08-2636-9B51-FD99-7931C7ADD2C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73C648-51AE-6C50-E6B9-232ABC846A3B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70C0B4-59F8-26BF-5FA2-D36B9D265E4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1890FD5-0A4D-5C31-BF1C-3FA4D85F8734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1F48E9A-AC79-A068-DFD3-A2602E5BA279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0AB9519-9775-DAE8-42A3-09E4B26828FF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8DC21B3-DE3E-C799-F326-6F351B386731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EA5FFC0-4C41-3790-A348-0BBE6D4B6904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6407D52-6991-D786-D835-EFBF9C655B76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F885BA-D84F-EBC5-8ED9-B99A60F05BED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3A3FF7DF-D1FD-D1F0-6947-E8DBF099B359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4C1449B5-05C2-3EC5-D2E8-DA9B18FF818A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83FF0BE0-DD6B-72E5-4A5F-D2C9A8C89634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ABE9556F-E10C-F087-F8C4-654C7B418D24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285F48-3B54-2012-6370-C573CC79C73A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AEA4F24E-4921-8194-2148-4FF60B4CA22F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35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D24C-06D2-741D-DC9C-E7E96924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2599931A-BA1D-1C36-8250-EBA158104B0A}"/>
              </a:ext>
            </a:extLst>
          </p:cNvPr>
          <p:cNvSpPr/>
          <p:nvPr/>
        </p:nvSpPr>
        <p:spPr>
          <a:xfrm>
            <a:off x="5600740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79E4F87F-91BA-FFAA-2389-076200310FD2}"/>
              </a:ext>
            </a:extLst>
          </p:cNvPr>
          <p:cNvSpPr/>
          <p:nvPr/>
        </p:nvSpPr>
        <p:spPr>
          <a:xfrm>
            <a:off x="432228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71ABCC23-F950-4D08-5347-05C26E8204EE}"/>
              </a:ext>
            </a:extLst>
          </p:cNvPr>
          <p:cNvSpPr/>
          <p:nvPr/>
        </p:nvSpPr>
        <p:spPr>
          <a:xfrm>
            <a:off x="4322284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FC4F72A-AA80-5977-E3A5-B349B92CFA99}"/>
              </a:ext>
            </a:extLst>
          </p:cNvPr>
          <p:cNvSpPr/>
          <p:nvPr/>
        </p:nvSpPr>
        <p:spPr>
          <a:xfrm>
            <a:off x="4322284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AF086ACC-744D-2875-EF05-C59B339671A1}"/>
              </a:ext>
            </a:extLst>
          </p:cNvPr>
          <p:cNvSpPr/>
          <p:nvPr/>
        </p:nvSpPr>
        <p:spPr>
          <a:xfrm>
            <a:off x="5532083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62C9CC-D377-B3D6-8849-E29256338E10}"/>
              </a:ext>
            </a:extLst>
          </p:cNvPr>
          <p:cNvSpPr txBox="1"/>
          <p:nvPr/>
        </p:nvSpPr>
        <p:spPr>
          <a:xfrm>
            <a:off x="4485161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185EF8-C12F-1119-CE34-BA5F5BCACC85}"/>
              </a:ext>
            </a:extLst>
          </p:cNvPr>
          <p:cNvSpPr txBox="1"/>
          <p:nvPr/>
        </p:nvSpPr>
        <p:spPr>
          <a:xfrm>
            <a:off x="5763730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A92CC3-388D-6F55-53C1-5CDB3480B872}"/>
              </a:ext>
            </a:extLst>
          </p:cNvPr>
          <p:cNvSpPr txBox="1"/>
          <p:nvPr/>
        </p:nvSpPr>
        <p:spPr>
          <a:xfrm>
            <a:off x="7049850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DD2E5BF9-BBB7-C873-8321-732A1A783E6E}"/>
              </a:ext>
            </a:extLst>
          </p:cNvPr>
          <p:cNvSpPr/>
          <p:nvPr/>
        </p:nvSpPr>
        <p:spPr>
          <a:xfrm>
            <a:off x="5600741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E1BD3790-5045-CBDD-BEBA-A3372EC3C9D8}"/>
              </a:ext>
            </a:extLst>
          </p:cNvPr>
          <p:cNvSpPr/>
          <p:nvPr/>
        </p:nvSpPr>
        <p:spPr>
          <a:xfrm>
            <a:off x="5600740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4F72ABD9-411E-AA7D-E50A-8FDE1EF631C3}"/>
              </a:ext>
            </a:extLst>
          </p:cNvPr>
          <p:cNvSpPr/>
          <p:nvPr/>
        </p:nvSpPr>
        <p:spPr>
          <a:xfrm>
            <a:off x="5611190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55E41A8D-5D0A-E9A5-9498-62760EFEA0F8}"/>
              </a:ext>
            </a:extLst>
          </p:cNvPr>
          <p:cNvSpPr/>
          <p:nvPr/>
        </p:nvSpPr>
        <p:spPr>
          <a:xfrm>
            <a:off x="6882248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30A12555-2A59-DDA4-AD59-6BCA81B0EAA5}"/>
              </a:ext>
            </a:extLst>
          </p:cNvPr>
          <p:cNvSpPr/>
          <p:nvPr/>
        </p:nvSpPr>
        <p:spPr>
          <a:xfrm>
            <a:off x="6882248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E2664CA5-EDC2-9068-E837-C15377A00649}"/>
              </a:ext>
            </a:extLst>
          </p:cNvPr>
          <p:cNvSpPr/>
          <p:nvPr/>
        </p:nvSpPr>
        <p:spPr>
          <a:xfrm>
            <a:off x="4249895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C160E8BF-58C8-C7F2-2DBE-985357E9913F}"/>
              </a:ext>
            </a:extLst>
          </p:cNvPr>
          <p:cNvSpPr/>
          <p:nvPr/>
        </p:nvSpPr>
        <p:spPr>
          <a:xfrm>
            <a:off x="6812912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B1D9B849-D9C7-7832-2FD0-587AC7EE6FFD}"/>
              </a:ext>
            </a:extLst>
          </p:cNvPr>
          <p:cNvSpPr/>
          <p:nvPr/>
        </p:nvSpPr>
        <p:spPr>
          <a:xfrm>
            <a:off x="5600741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D90EDA8E-4A5C-8187-C214-D3B43F4C6B4D}"/>
              </a:ext>
            </a:extLst>
          </p:cNvPr>
          <p:cNvSpPr/>
          <p:nvPr/>
        </p:nvSpPr>
        <p:spPr>
          <a:xfrm>
            <a:off x="432228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15321968-9A31-8565-E422-496998C16A1B}"/>
              </a:ext>
            </a:extLst>
          </p:cNvPr>
          <p:cNvSpPr/>
          <p:nvPr/>
        </p:nvSpPr>
        <p:spPr>
          <a:xfrm>
            <a:off x="4322285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9BA30B0-9299-60F0-A8EB-A9F4A37D729A}"/>
              </a:ext>
            </a:extLst>
          </p:cNvPr>
          <p:cNvSpPr/>
          <p:nvPr/>
        </p:nvSpPr>
        <p:spPr>
          <a:xfrm>
            <a:off x="4322285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A10C7E90-ACAB-73BD-FD90-B1E4FF942F0F}"/>
              </a:ext>
            </a:extLst>
          </p:cNvPr>
          <p:cNvSpPr/>
          <p:nvPr/>
        </p:nvSpPr>
        <p:spPr>
          <a:xfrm>
            <a:off x="5532084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7D88326-58B4-AD29-FA59-35756A5AF797}"/>
              </a:ext>
            </a:extLst>
          </p:cNvPr>
          <p:cNvSpPr txBox="1"/>
          <p:nvPr/>
        </p:nvSpPr>
        <p:spPr>
          <a:xfrm>
            <a:off x="4485162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723984C-DF6B-C921-C7FA-B8DD57E7A65A}"/>
              </a:ext>
            </a:extLst>
          </p:cNvPr>
          <p:cNvSpPr txBox="1"/>
          <p:nvPr/>
        </p:nvSpPr>
        <p:spPr>
          <a:xfrm>
            <a:off x="5763731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C51DB00-5050-F8A3-1E73-B2A44454D904}"/>
              </a:ext>
            </a:extLst>
          </p:cNvPr>
          <p:cNvSpPr txBox="1"/>
          <p:nvPr/>
        </p:nvSpPr>
        <p:spPr>
          <a:xfrm>
            <a:off x="7049851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320D4F5B-E94D-01B5-277A-EA3EB448225E}"/>
              </a:ext>
            </a:extLst>
          </p:cNvPr>
          <p:cNvSpPr/>
          <p:nvPr/>
        </p:nvSpPr>
        <p:spPr>
          <a:xfrm>
            <a:off x="5600742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F4435372-1F11-C11F-4CB3-BE0961C91549}"/>
              </a:ext>
            </a:extLst>
          </p:cNvPr>
          <p:cNvSpPr/>
          <p:nvPr/>
        </p:nvSpPr>
        <p:spPr>
          <a:xfrm>
            <a:off x="5600741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179A2B9-3C23-B791-045B-319182611264}"/>
              </a:ext>
            </a:extLst>
          </p:cNvPr>
          <p:cNvSpPr/>
          <p:nvPr/>
        </p:nvSpPr>
        <p:spPr>
          <a:xfrm>
            <a:off x="5611191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67F7D178-6828-A295-2DE3-D852F637DA99}"/>
              </a:ext>
            </a:extLst>
          </p:cNvPr>
          <p:cNvSpPr/>
          <p:nvPr/>
        </p:nvSpPr>
        <p:spPr>
          <a:xfrm>
            <a:off x="6882249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A3D3EEB4-E3EC-FC52-D427-0C3B9D226C3F}"/>
              </a:ext>
            </a:extLst>
          </p:cNvPr>
          <p:cNvSpPr/>
          <p:nvPr/>
        </p:nvSpPr>
        <p:spPr>
          <a:xfrm>
            <a:off x="6882249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5F32BEB6-2774-73AB-AFDF-EF229BB236AA}"/>
              </a:ext>
            </a:extLst>
          </p:cNvPr>
          <p:cNvSpPr/>
          <p:nvPr/>
        </p:nvSpPr>
        <p:spPr>
          <a:xfrm>
            <a:off x="4249896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B8B78F50-8178-72DA-305C-D0CAB48D9544}"/>
              </a:ext>
            </a:extLst>
          </p:cNvPr>
          <p:cNvSpPr/>
          <p:nvPr/>
        </p:nvSpPr>
        <p:spPr>
          <a:xfrm>
            <a:off x="6812913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49DD99BF-BDFF-3574-A889-9D55F9FE71E3}"/>
              </a:ext>
            </a:extLst>
          </p:cNvPr>
          <p:cNvSpPr/>
          <p:nvPr/>
        </p:nvSpPr>
        <p:spPr>
          <a:xfrm>
            <a:off x="1753265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FF3FB707-979E-FA97-226B-A6C9D7D8FCF4}"/>
              </a:ext>
            </a:extLst>
          </p:cNvPr>
          <p:cNvSpPr/>
          <p:nvPr/>
        </p:nvSpPr>
        <p:spPr>
          <a:xfrm>
            <a:off x="47481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EC1610F8-DE20-7B1B-75BC-6F26D1D9AA9E}"/>
              </a:ext>
            </a:extLst>
          </p:cNvPr>
          <p:cNvSpPr/>
          <p:nvPr/>
        </p:nvSpPr>
        <p:spPr>
          <a:xfrm>
            <a:off x="474809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BBB5A732-4743-F579-CE16-D10CDB5F57F7}"/>
              </a:ext>
            </a:extLst>
          </p:cNvPr>
          <p:cNvSpPr/>
          <p:nvPr/>
        </p:nvSpPr>
        <p:spPr>
          <a:xfrm>
            <a:off x="474809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800BEEF0-1FC7-D780-A807-0AC11054F3B5}"/>
              </a:ext>
            </a:extLst>
          </p:cNvPr>
          <p:cNvSpPr/>
          <p:nvPr/>
        </p:nvSpPr>
        <p:spPr>
          <a:xfrm>
            <a:off x="1684608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99436D8-CBAF-E616-B7BE-6DD88546B42F}"/>
              </a:ext>
            </a:extLst>
          </p:cNvPr>
          <p:cNvSpPr txBox="1"/>
          <p:nvPr/>
        </p:nvSpPr>
        <p:spPr>
          <a:xfrm>
            <a:off x="637686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7971BAD-C2DE-4770-9B75-AD5F910D3BEF}"/>
              </a:ext>
            </a:extLst>
          </p:cNvPr>
          <p:cNvSpPr txBox="1"/>
          <p:nvPr/>
        </p:nvSpPr>
        <p:spPr>
          <a:xfrm>
            <a:off x="1916255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A2EB7FB-8F03-A76D-60D2-8BD8AC4BA06C}"/>
              </a:ext>
            </a:extLst>
          </p:cNvPr>
          <p:cNvSpPr txBox="1"/>
          <p:nvPr/>
        </p:nvSpPr>
        <p:spPr>
          <a:xfrm>
            <a:off x="3202375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4CAA3D42-B867-D5BF-58BB-9FD0318F7B30}"/>
              </a:ext>
            </a:extLst>
          </p:cNvPr>
          <p:cNvSpPr/>
          <p:nvPr/>
        </p:nvSpPr>
        <p:spPr>
          <a:xfrm>
            <a:off x="175326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E0C1D316-CDD7-FBAB-8103-C74328DB0B9A}"/>
              </a:ext>
            </a:extLst>
          </p:cNvPr>
          <p:cNvSpPr/>
          <p:nvPr/>
        </p:nvSpPr>
        <p:spPr>
          <a:xfrm>
            <a:off x="1753265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450A93F4-BC1C-F0E3-ED73-A07C0F83650B}"/>
              </a:ext>
            </a:extLst>
          </p:cNvPr>
          <p:cNvSpPr/>
          <p:nvPr/>
        </p:nvSpPr>
        <p:spPr>
          <a:xfrm>
            <a:off x="1763715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F819DB50-0F29-9660-6E25-BA0640CF3F47}"/>
              </a:ext>
            </a:extLst>
          </p:cNvPr>
          <p:cNvSpPr/>
          <p:nvPr/>
        </p:nvSpPr>
        <p:spPr>
          <a:xfrm>
            <a:off x="3034773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3F6FB842-BC03-88EA-029E-8E1D7CF7F5C5}"/>
              </a:ext>
            </a:extLst>
          </p:cNvPr>
          <p:cNvSpPr/>
          <p:nvPr/>
        </p:nvSpPr>
        <p:spPr>
          <a:xfrm>
            <a:off x="3034773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494C4E14-8667-62AC-82F3-24C7D70E8341}"/>
              </a:ext>
            </a:extLst>
          </p:cNvPr>
          <p:cNvSpPr/>
          <p:nvPr/>
        </p:nvSpPr>
        <p:spPr>
          <a:xfrm>
            <a:off x="402420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9256F798-8484-714D-A48E-89C2C3454FE8}"/>
              </a:ext>
            </a:extLst>
          </p:cNvPr>
          <p:cNvSpPr/>
          <p:nvPr/>
        </p:nvSpPr>
        <p:spPr>
          <a:xfrm>
            <a:off x="2965437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63E374A2-DE8A-3CBC-0475-B3E8090CAD56}"/>
              </a:ext>
            </a:extLst>
          </p:cNvPr>
          <p:cNvSpPr/>
          <p:nvPr/>
        </p:nvSpPr>
        <p:spPr>
          <a:xfrm>
            <a:off x="1750994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926E3840-2F15-E293-6BCF-B5CEC497E413}"/>
              </a:ext>
            </a:extLst>
          </p:cNvPr>
          <p:cNvSpPr/>
          <p:nvPr/>
        </p:nvSpPr>
        <p:spPr>
          <a:xfrm>
            <a:off x="472539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6F651C8F-ED94-2296-70F3-E37480B6E7B9}"/>
              </a:ext>
            </a:extLst>
          </p:cNvPr>
          <p:cNvSpPr/>
          <p:nvPr/>
        </p:nvSpPr>
        <p:spPr>
          <a:xfrm>
            <a:off x="472538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F96D1862-E9B0-FBB5-D91C-25D4290099B3}"/>
              </a:ext>
            </a:extLst>
          </p:cNvPr>
          <p:cNvSpPr/>
          <p:nvPr/>
        </p:nvSpPr>
        <p:spPr>
          <a:xfrm>
            <a:off x="472538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F3CBDFCC-E2DA-3F27-7328-8FB6B207144F}"/>
              </a:ext>
            </a:extLst>
          </p:cNvPr>
          <p:cNvSpPr/>
          <p:nvPr/>
        </p:nvSpPr>
        <p:spPr>
          <a:xfrm>
            <a:off x="168233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FC4137E-1040-E815-365E-46C03747B6AC}"/>
              </a:ext>
            </a:extLst>
          </p:cNvPr>
          <p:cNvSpPr txBox="1"/>
          <p:nvPr/>
        </p:nvSpPr>
        <p:spPr>
          <a:xfrm>
            <a:off x="635415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E2D91C4-0511-C74D-3641-78DDD1FD4D37}"/>
              </a:ext>
            </a:extLst>
          </p:cNvPr>
          <p:cNvSpPr txBox="1"/>
          <p:nvPr/>
        </p:nvSpPr>
        <p:spPr>
          <a:xfrm>
            <a:off x="1913984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8C8596-FA7D-3024-6C44-C3ED5AC3D0BF}"/>
              </a:ext>
            </a:extLst>
          </p:cNvPr>
          <p:cNvSpPr txBox="1"/>
          <p:nvPr/>
        </p:nvSpPr>
        <p:spPr>
          <a:xfrm>
            <a:off x="3200104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7B550298-2951-CE37-BC4E-8D369C05CFF0}"/>
              </a:ext>
            </a:extLst>
          </p:cNvPr>
          <p:cNvSpPr/>
          <p:nvPr/>
        </p:nvSpPr>
        <p:spPr>
          <a:xfrm>
            <a:off x="175099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4371D598-6E1C-D0A4-492C-736CF7B71660}"/>
              </a:ext>
            </a:extLst>
          </p:cNvPr>
          <p:cNvSpPr/>
          <p:nvPr/>
        </p:nvSpPr>
        <p:spPr>
          <a:xfrm>
            <a:off x="1750994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21414A8E-1D71-18C4-3380-A5FA2BEA8AAE}"/>
              </a:ext>
            </a:extLst>
          </p:cNvPr>
          <p:cNvSpPr/>
          <p:nvPr/>
        </p:nvSpPr>
        <p:spPr>
          <a:xfrm>
            <a:off x="1761444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8211D2D-42A4-51FC-CAD0-8B94FD5C9625}"/>
              </a:ext>
            </a:extLst>
          </p:cNvPr>
          <p:cNvSpPr/>
          <p:nvPr/>
        </p:nvSpPr>
        <p:spPr>
          <a:xfrm>
            <a:off x="3032502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DB6035B0-752E-7AAC-3DF7-241056DD43B0}"/>
              </a:ext>
            </a:extLst>
          </p:cNvPr>
          <p:cNvSpPr/>
          <p:nvPr/>
        </p:nvSpPr>
        <p:spPr>
          <a:xfrm>
            <a:off x="3032502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99020593-E56F-E28C-94EB-C57C0E16BBAB}"/>
              </a:ext>
            </a:extLst>
          </p:cNvPr>
          <p:cNvSpPr/>
          <p:nvPr/>
        </p:nvSpPr>
        <p:spPr>
          <a:xfrm>
            <a:off x="400149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703C0A81-B12D-59D6-D320-EE79DAAE30D0}"/>
              </a:ext>
            </a:extLst>
          </p:cNvPr>
          <p:cNvSpPr/>
          <p:nvPr/>
        </p:nvSpPr>
        <p:spPr>
          <a:xfrm>
            <a:off x="2963166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635AC9D-0845-962A-441F-DD20C4AB04F3}"/>
              </a:ext>
            </a:extLst>
          </p:cNvPr>
          <p:cNvSpPr/>
          <p:nvPr/>
        </p:nvSpPr>
        <p:spPr>
          <a:xfrm>
            <a:off x="9447435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DD0F8525-CA2B-760C-6EE0-4D9B2C50B2BC}"/>
              </a:ext>
            </a:extLst>
          </p:cNvPr>
          <p:cNvSpPr/>
          <p:nvPr/>
        </p:nvSpPr>
        <p:spPr>
          <a:xfrm>
            <a:off x="8168980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2222B833-DA95-6D17-EFC9-3DEA6CBF2CEA}"/>
              </a:ext>
            </a:extLst>
          </p:cNvPr>
          <p:cNvSpPr/>
          <p:nvPr/>
        </p:nvSpPr>
        <p:spPr>
          <a:xfrm>
            <a:off x="8168979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858D9CF2-DE8D-0A0B-7C60-0E2B180D4DF2}"/>
              </a:ext>
            </a:extLst>
          </p:cNvPr>
          <p:cNvSpPr/>
          <p:nvPr/>
        </p:nvSpPr>
        <p:spPr>
          <a:xfrm>
            <a:off x="8168979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036E4AE9-F13D-408E-8FEB-068D128EED98}"/>
              </a:ext>
            </a:extLst>
          </p:cNvPr>
          <p:cNvSpPr/>
          <p:nvPr/>
        </p:nvSpPr>
        <p:spPr>
          <a:xfrm>
            <a:off x="9378778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C95AF06-D0A5-3A81-AAC7-5539263BB116}"/>
              </a:ext>
            </a:extLst>
          </p:cNvPr>
          <p:cNvSpPr txBox="1"/>
          <p:nvPr/>
        </p:nvSpPr>
        <p:spPr>
          <a:xfrm>
            <a:off x="8331856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4F2B8B-B2BD-D11D-84E5-469C849A25C9}"/>
              </a:ext>
            </a:extLst>
          </p:cNvPr>
          <p:cNvSpPr txBox="1"/>
          <p:nvPr/>
        </p:nvSpPr>
        <p:spPr>
          <a:xfrm>
            <a:off x="9610425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62749CE-91F7-3DDC-8E07-6699899DD9F6}"/>
              </a:ext>
            </a:extLst>
          </p:cNvPr>
          <p:cNvSpPr txBox="1"/>
          <p:nvPr/>
        </p:nvSpPr>
        <p:spPr>
          <a:xfrm>
            <a:off x="10896545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9791B079-72DE-E707-B50F-3AE6B69AA4B5}"/>
              </a:ext>
            </a:extLst>
          </p:cNvPr>
          <p:cNvSpPr/>
          <p:nvPr/>
        </p:nvSpPr>
        <p:spPr>
          <a:xfrm>
            <a:off x="9447436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43060627-69B5-8646-22F9-7BC813135B3E}"/>
              </a:ext>
            </a:extLst>
          </p:cNvPr>
          <p:cNvSpPr/>
          <p:nvPr/>
        </p:nvSpPr>
        <p:spPr>
          <a:xfrm>
            <a:off x="9447435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1B5294B-6F27-934A-16D0-762D856E17F1}"/>
              </a:ext>
            </a:extLst>
          </p:cNvPr>
          <p:cNvSpPr/>
          <p:nvPr/>
        </p:nvSpPr>
        <p:spPr>
          <a:xfrm>
            <a:off x="9457885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209BDE89-D2A7-288D-66B3-73F706D4C656}"/>
              </a:ext>
            </a:extLst>
          </p:cNvPr>
          <p:cNvSpPr/>
          <p:nvPr/>
        </p:nvSpPr>
        <p:spPr>
          <a:xfrm>
            <a:off x="10728943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45C5D1BB-03E1-7FF6-8693-E1C30B131B86}"/>
              </a:ext>
            </a:extLst>
          </p:cNvPr>
          <p:cNvSpPr/>
          <p:nvPr/>
        </p:nvSpPr>
        <p:spPr>
          <a:xfrm>
            <a:off x="10728943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6A26DBC5-E4C3-4684-00B3-91E962AEC658}"/>
              </a:ext>
            </a:extLst>
          </p:cNvPr>
          <p:cNvSpPr/>
          <p:nvPr/>
        </p:nvSpPr>
        <p:spPr>
          <a:xfrm>
            <a:off x="8096590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707884BA-23A5-4270-4190-9D6D2F5C8A56}"/>
              </a:ext>
            </a:extLst>
          </p:cNvPr>
          <p:cNvSpPr/>
          <p:nvPr/>
        </p:nvSpPr>
        <p:spPr>
          <a:xfrm>
            <a:off x="1065960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CF3E176A-7408-CBFC-56ED-C3A0936CD52E}"/>
              </a:ext>
            </a:extLst>
          </p:cNvPr>
          <p:cNvSpPr/>
          <p:nvPr/>
        </p:nvSpPr>
        <p:spPr>
          <a:xfrm>
            <a:off x="9448949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59C8373B-172A-C914-242D-51B92BD865AB}"/>
              </a:ext>
            </a:extLst>
          </p:cNvPr>
          <p:cNvSpPr/>
          <p:nvPr/>
        </p:nvSpPr>
        <p:spPr>
          <a:xfrm>
            <a:off x="8170494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5CF5CF8A-1E32-965C-76AB-3F9ECDC03737}"/>
              </a:ext>
            </a:extLst>
          </p:cNvPr>
          <p:cNvSpPr/>
          <p:nvPr/>
        </p:nvSpPr>
        <p:spPr>
          <a:xfrm>
            <a:off x="8170493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934E2D83-68ED-8799-6202-22A5700CB21F}"/>
              </a:ext>
            </a:extLst>
          </p:cNvPr>
          <p:cNvSpPr/>
          <p:nvPr/>
        </p:nvSpPr>
        <p:spPr>
          <a:xfrm>
            <a:off x="8170493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EC277262-299D-B1DF-B771-CF70D7013E9D}"/>
              </a:ext>
            </a:extLst>
          </p:cNvPr>
          <p:cNvSpPr/>
          <p:nvPr/>
        </p:nvSpPr>
        <p:spPr>
          <a:xfrm>
            <a:off x="9380292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1884CEF-7FD8-467A-837F-ECA32AA515B8}"/>
              </a:ext>
            </a:extLst>
          </p:cNvPr>
          <p:cNvSpPr txBox="1"/>
          <p:nvPr/>
        </p:nvSpPr>
        <p:spPr>
          <a:xfrm>
            <a:off x="8333370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A142AE-492F-E2CC-0F14-849C278BB5D5}"/>
              </a:ext>
            </a:extLst>
          </p:cNvPr>
          <p:cNvSpPr txBox="1"/>
          <p:nvPr/>
        </p:nvSpPr>
        <p:spPr>
          <a:xfrm>
            <a:off x="9611939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E14CCD2-C07F-72AD-B4B7-2D8F3F647E30}"/>
              </a:ext>
            </a:extLst>
          </p:cNvPr>
          <p:cNvSpPr txBox="1"/>
          <p:nvPr/>
        </p:nvSpPr>
        <p:spPr>
          <a:xfrm>
            <a:off x="10898059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D44429CE-90BA-1AF8-0723-61E16147DB78}"/>
              </a:ext>
            </a:extLst>
          </p:cNvPr>
          <p:cNvSpPr/>
          <p:nvPr/>
        </p:nvSpPr>
        <p:spPr>
          <a:xfrm>
            <a:off x="944895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D0B8F8F7-C42B-7960-BBD2-04B6D0402BE2}"/>
              </a:ext>
            </a:extLst>
          </p:cNvPr>
          <p:cNvSpPr/>
          <p:nvPr/>
        </p:nvSpPr>
        <p:spPr>
          <a:xfrm>
            <a:off x="9448949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4771AFEE-2402-3F29-8C76-B7588732B32D}"/>
              </a:ext>
            </a:extLst>
          </p:cNvPr>
          <p:cNvSpPr/>
          <p:nvPr/>
        </p:nvSpPr>
        <p:spPr>
          <a:xfrm>
            <a:off x="9459399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AD924B99-34B6-D509-829D-742D01B65443}"/>
              </a:ext>
            </a:extLst>
          </p:cNvPr>
          <p:cNvSpPr/>
          <p:nvPr/>
        </p:nvSpPr>
        <p:spPr>
          <a:xfrm>
            <a:off x="10730457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009D8E96-2725-14A0-47D6-FD9B7FEFE525}"/>
              </a:ext>
            </a:extLst>
          </p:cNvPr>
          <p:cNvSpPr/>
          <p:nvPr/>
        </p:nvSpPr>
        <p:spPr>
          <a:xfrm>
            <a:off x="10730457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FD399AE3-3977-A35B-086B-8E1A035EEE8C}"/>
              </a:ext>
            </a:extLst>
          </p:cNvPr>
          <p:cNvSpPr/>
          <p:nvPr/>
        </p:nvSpPr>
        <p:spPr>
          <a:xfrm>
            <a:off x="8098104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AF72A6E1-FECC-ACBB-09E6-AC74A053F82F}"/>
              </a:ext>
            </a:extLst>
          </p:cNvPr>
          <p:cNvSpPr/>
          <p:nvPr/>
        </p:nvSpPr>
        <p:spPr>
          <a:xfrm>
            <a:off x="10661121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</p:spTree>
    <p:extLst>
      <p:ext uri="{BB962C8B-B14F-4D97-AF65-F5344CB8AC3E}">
        <p14:creationId xmlns:p14="http://schemas.microsoft.com/office/powerpoint/2010/main" val="42409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A97A-7CC8-865C-A616-31207607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94E9277-5FCE-3CCD-5EA8-A9E5BEB47109}"/>
              </a:ext>
            </a:extLst>
          </p:cNvPr>
          <p:cNvSpPr/>
          <p:nvPr/>
        </p:nvSpPr>
        <p:spPr>
          <a:xfrm>
            <a:off x="5600740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4855532C-E274-A89A-D20A-9B4D07572F84}"/>
              </a:ext>
            </a:extLst>
          </p:cNvPr>
          <p:cNvSpPr/>
          <p:nvPr/>
        </p:nvSpPr>
        <p:spPr>
          <a:xfrm>
            <a:off x="432228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662CEF70-E584-FE75-1CBE-81F7FCF3BFDF}"/>
              </a:ext>
            </a:extLst>
          </p:cNvPr>
          <p:cNvSpPr/>
          <p:nvPr/>
        </p:nvSpPr>
        <p:spPr>
          <a:xfrm>
            <a:off x="4322284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C4CA3A51-0461-2FAE-3B96-CC543781A215}"/>
              </a:ext>
            </a:extLst>
          </p:cNvPr>
          <p:cNvSpPr/>
          <p:nvPr/>
        </p:nvSpPr>
        <p:spPr>
          <a:xfrm>
            <a:off x="4322284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68463D35-57FC-2407-A198-1D8028F924F7}"/>
              </a:ext>
            </a:extLst>
          </p:cNvPr>
          <p:cNvSpPr/>
          <p:nvPr/>
        </p:nvSpPr>
        <p:spPr>
          <a:xfrm>
            <a:off x="5532083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A34B95-9B3B-D33C-48E6-C3698D65DD0D}"/>
              </a:ext>
            </a:extLst>
          </p:cNvPr>
          <p:cNvSpPr txBox="1"/>
          <p:nvPr/>
        </p:nvSpPr>
        <p:spPr>
          <a:xfrm>
            <a:off x="4485161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FB0245-B59B-43D8-7EB2-67842154C833}"/>
              </a:ext>
            </a:extLst>
          </p:cNvPr>
          <p:cNvSpPr txBox="1"/>
          <p:nvPr/>
        </p:nvSpPr>
        <p:spPr>
          <a:xfrm>
            <a:off x="5763730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9067DB-3241-1CEE-A9D8-6F50790DACB9}"/>
              </a:ext>
            </a:extLst>
          </p:cNvPr>
          <p:cNvSpPr txBox="1"/>
          <p:nvPr/>
        </p:nvSpPr>
        <p:spPr>
          <a:xfrm>
            <a:off x="7049850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4184D790-96D2-C871-3A4F-836E2845A710}"/>
              </a:ext>
            </a:extLst>
          </p:cNvPr>
          <p:cNvSpPr/>
          <p:nvPr/>
        </p:nvSpPr>
        <p:spPr>
          <a:xfrm>
            <a:off x="5600741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B845EB20-24EB-7CD1-4D9A-4021B60A80D7}"/>
              </a:ext>
            </a:extLst>
          </p:cNvPr>
          <p:cNvSpPr/>
          <p:nvPr/>
        </p:nvSpPr>
        <p:spPr>
          <a:xfrm>
            <a:off x="5600740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51C61B22-271E-AC5F-BA6D-2A8913EDE5FD}"/>
              </a:ext>
            </a:extLst>
          </p:cNvPr>
          <p:cNvSpPr/>
          <p:nvPr/>
        </p:nvSpPr>
        <p:spPr>
          <a:xfrm>
            <a:off x="5611190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FEEBE111-EFBC-F9FD-1F01-6A0DD8C97D5E}"/>
              </a:ext>
            </a:extLst>
          </p:cNvPr>
          <p:cNvSpPr/>
          <p:nvPr/>
        </p:nvSpPr>
        <p:spPr>
          <a:xfrm>
            <a:off x="6882248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41B241D1-A737-7C81-DCEB-ED7D6C301906}"/>
              </a:ext>
            </a:extLst>
          </p:cNvPr>
          <p:cNvSpPr/>
          <p:nvPr/>
        </p:nvSpPr>
        <p:spPr>
          <a:xfrm>
            <a:off x="6882248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B16DE299-3F87-9529-9780-0C1B6F37B338}"/>
              </a:ext>
            </a:extLst>
          </p:cNvPr>
          <p:cNvSpPr/>
          <p:nvPr/>
        </p:nvSpPr>
        <p:spPr>
          <a:xfrm>
            <a:off x="4249895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20F0C019-921D-5CFE-C849-01883B0359BE}"/>
              </a:ext>
            </a:extLst>
          </p:cNvPr>
          <p:cNvSpPr/>
          <p:nvPr/>
        </p:nvSpPr>
        <p:spPr>
          <a:xfrm>
            <a:off x="6812912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26D365C7-DE2A-7872-9561-6F1FC3F696C8}"/>
              </a:ext>
            </a:extLst>
          </p:cNvPr>
          <p:cNvSpPr/>
          <p:nvPr/>
        </p:nvSpPr>
        <p:spPr>
          <a:xfrm>
            <a:off x="5600741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DE28F142-79AA-3CA0-9274-04E8126796B6}"/>
              </a:ext>
            </a:extLst>
          </p:cNvPr>
          <p:cNvSpPr/>
          <p:nvPr/>
        </p:nvSpPr>
        <p:spPr>
          <a:xfrm>
            <a:off x="432228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DBF70697-5CD2-ADCC-5CBB-96CDE54750E0}"/>
              </a:ext>
            </a:extLst>
          </p:cNvPr>
          <p:cNvSpPr/>
          <p:nvPr/>
        </p:nvSpPr>
        <p:spPr>
          <a:xfrm>
            <a:off x="4322285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3862215F-6E20-25C7-3D9F-2DFF1300C26A}"/>
              </a:ext>
            </a:extLst>
          </p:cNvPr>
          <p:cNvSpPr/>
          <p:nvPr/>
        </p:nvSpPr>
        <p:spPr>
          <a:xfrm>
            <a:off x="4322285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33468EA-5A54-2733-8A43-B0D7EE2AB023}"/>
              </a:ext>
            </a:extLst>
          </p:cNvPr>
          <p:cNvSpPr/>
          <p:nvPr/>
        </p:nvSpPr>
        <p:spPr>
          <a:xfrm>
            <a:off x="5532084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998F360-16F3-048B-4447-8D403F656C4C}"/>
              </a:ext>
            </a:extLst>
          </p:cNvPr>
          <p:cNvSpPr txBox="1"/>
          <p:nvPr/>
        </p:nvSpPr>
        <p:spPr>
          <a:xfrm>
            <a:off x="4485162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73AE5D6-B306-8D6A-DBAC-58C3BA4CE01D}"/>
              </a:ext>
            </a:extLst>
          </p:cNvPr>
          <p:cNvSpPr txBox="1"/>
          <p:nvPr/>
        </p:nvSpPr>
        <p:spPr>
          <a:xfrm>
            <a:off x="5763731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7427643-F945-E6FE-85E9-D91F51DA1DE1}"/>
              </a:ext>
            </a:extLst>
          </p:cNvPr>
          <p:cNvSpPr txBox="1"/>
          <p:nvPr/>
        </p:nvSpPr>
        <p:spPr>
          <a:xfrm>
            <a:off x="7049851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CE2290B-4736-5D0A-8E6D-F5B4BB683CDB}"/>
              </a:ext>
            </a:extLst>
          </p:cNvPr>
          <p:cNvSpPr/>
          <p:nvPr/>
        </p:nvSpPr>
        <p:spPr>
          <a:xfrm>
            <a:off x="5600742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91C80ADE-4E87-624B-9A94-0295767B7976}"/>
              </a:ext>
            </a:extLst>
          </p:cNvPr>
          <p:cNvSpPr/>
          <p:nvPr/>
        </p:nvSpPr>
        <p:spPr>
          <a:xfrm>
            <a:off x="5600741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C6971785-3922-4927-6F82-ED54ABB0E236}"/>
              </a:ext>
            </a:extLst>
          </p:cNvPr>
          <p:cNvSpPr/>
          <p:nvPr/>
        </p:nvSpPr>
        <p:spPr>
          <a:xfrm>
            <a:off x="5611191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A99A0DF0-419C-C4C8-A1A1-FE7152447B10}"/>
              </a:ext>
            </a:extLst>
          </p:cNvPr>
          <p:cNvSpPr/>
          <p:nvPr/>
        </p:nvSpPr>
        <p:spPr>
          <a:xfrm>
            <a:off x="6882249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6BEFB3E6-B4E3-60E3-C6E9-2C2871377716}"/>
              </a:ext>
            </a:extLst>
          </p:cNvPr>
          <p:cNvSpPr/>
          <p:nvPr/>
        </p:nvSpPr>
        <p:spPr>
          <a:xfrm>
            <a:off x="6882249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1ABDA8F6-A006-3FB8-DE33-9A3E9B770B8D}"/>
              </a:ext>
            </a:extLst>
          </p:cNvPr>
          <p:cNvSpPr/>
          <p:nvPr/>
        </p:nvSpPr>
        <p:spPr>
          <a:xfrm>
            <a:off x="4249896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8FCB3965-032E-C4B3-8E39-1AD7D845E55E}"/>
              </a:ext>
            </a:extLst>
          </p:cNvPr>
          <p:cNvSpPr/>
          <p:nvPr/>
        </p:nvSpPr>
        <p:spPr>
          <a:xfrm>
            <a:off x="6812913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907E2AAC-9AB3-9593-847A-2A4C348EA0BF}"/>
              </a:ext>
            </a:extLst>
          </p:cNvPr>
          <p:cNvSpPr/>
          <p:nvPr/>
        </p:nvSpPr>
        <p:spPr>
          <a:xfrm>
            <a:off x="1753265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D10F638F-0103-89AC-F0CB-C20023AB3B38}"/>
              </a:ext>
            </a:extLst>
          </p:cNvPr>
          <p:cNvSpPr/>
          <p:nvPr/>
        </p:nvSpPr>
        <p:spPr>
          <a:xfrm>
            <a:off x="47481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91631C8D-9A20-C59E-5D8A-3A2B654A48C5}"/>
              </a:ext>
            </a:extLst>
          </p:cNvPr>
          <p:cNvSpPr/>
          <p:nvPr/>
        </p:nvSpPr>
        <p:spPr>
          <a:xfrm>
            <a:off x="474809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E520F650-209F-5EB2-E060-579157A03A06}"/>
              </a:ext>
            </a:extLst>
          </p:cNvPr>
          <p:cNvSpPr/>
          <p:nvPr/>
        </p:nvSpPr>
        <p:spPr>
          <a:xfrm>
            <a:off x="474809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F25FFDCA-4F02-3C24-2B8A-BB0DEAE63399}"/>
              </a:ext>
            </a:extLst>
          </p:cNvPr>
          <p:cNvSpPr/>
          <p:nvPr/>
        </p:nvSpPr>
        <p:spPr>
          <a:xfrm>
            <a:off x="1684608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0EA9381-0F8A-B929-11A9-8D85087C9BF7}"/>
              </a:ext>
            </a:extLst>
          </p:cNvPr>
          <p:cNvSpPr txBox="1"/>
          <p:nvPr/>
        </p:nvSpPr>
        <p:spPr>
          <a:xfrm>
            <a:off x="637686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7DA557E-0414-707E-0BB0-66FBAEED327A}"/>
              </a:ext>
            </a:extLst>
          </p:cNvPr>
          <p:cNvSpPr txBox="1"/>
          <p:nvPr/>
        </p:nvSpPr>
        <p:spPr>
          <a:xfrm>
            <a:off x="1916255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0701F5-E560-F5DD-DB0D-1CEC1E5A9476}"/>
              </a:ext>
            </a:extLst>
          </p:cNvPr>
          <p:cNvSpPr txBox="1"/>
          <p:nvPr/>
        </p:nvSpPr>
        <p:spPr>
          <a:xfrm>
            <a:off x="3202375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A1F565A-D6D7-3A5F-6CE6-6A49216A1023}"/>
              </a:ext>
            </a:extLst>
          </p:cNvPr>
          <p:cNvSpPr/>
          <p:nvPr/>
        </p:nvSpPr>
        <p:spPr>
          <a:xfrm>
            <a:off x="175326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7197BE1-D197-F4E4-F7E2-C9D0E8E41B8A}"/>
              </a:ext>
            </a:extLst>
          </p:cNvPr>
          <p:cNvSpPr/>
          <p:nvPr/>
        </p:nvSpPr>
        <p:spPr>
          <a:xfrm>
            <a:off x="1753265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98AECDB0-FB56-327B-7F6E-6ECA4D45E9FB}"/>
              </a:ext>
            </a:extLst>
          </p:cNvPr>
          <p:cNvSpPr/>
          <p:nvPr/>
        </p:nvSpPr>
        <p:spPr>
          <a:xfrm>
            <a:off x="1763715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DC93A05E-66D4-8DF9-64ED-5F880D8E37A9}"/>
              </a:ext>
            </a:extLst>
          </p:cNvPr>
          <p:cNvSpPr/>
          <p:nvPr/>
        </p:nvSpPr>
        <p:spPr>
          <a:xfrm>
            <a:off x="3034773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3938B8AE-3C69-D62E-BC2B-9F662CF8A495}"/>
              </a:ext>
            </a:extLst>
          </p:cNvPr>
          <p:cNvSpPr/>
          <p:nvPr/>
        </p:nvSpPr>
        <p:spPr>
          <a:xfrm>
            <a:off x="3034773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601B3F11-28DF-2A0F-4455-34A6F9FC683E}"/>
              </a:ext>
            </a:extLst>
          </p:cNvPr>
          <p:cNvSpPr/>
          <p:nvPr/>
        </p:nvSpPr>
        <p:spPr>
          <a:xfrm>
            <a:off x="402420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D144491-53D8-7BC1-5EFA-30164436AEA0}"/>
              </a:ext>
            </a:extLst>
          </p:cNvPr>
          <p:cNvSpPr/>
          <p:nvPr/>
        </p:nvSpPr>
        <p:spPr>
          <a:xfrm>
            <a:off x="2965437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83566014-14EA-75A0-AE94-04BF169A1425}"/>
              </a:ext>
            </a:extLst>
          </p:cNvPr>
          <p:cNvSpPr/>
          <p:nvPr/>
        </p:nvSpPr>
        <p:spPr>
          <a:xfrm>
            <a:off x="1750994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EB6D2897-9CC2-D3B4-B625-6CA80B097E5B}"/>
              </a:ext>
            </a:extLst>
          </p:cNvPr>
          <p:cNvSpPr/>
          <p:nvPr/>
        </p:nvSpPr>
        <p:spPr>
          <a:xfrm>
            <a:off x="472539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0835DC26-C568-CB1E-F017-8F7C57281D5E}"/>
              </a:ext>
            </a:extLst>
          </p:cNvPr>
          <p:cNvSpPr/>
          <p:nvPr/>
        </p:nvSpPr>
        <p:spPr>
          <a:xfrm>
            <a:off x="472538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6BC2B223-F450-5372-FD1E-79E131CA4ED6}"/>
              </a:ext>
            </a:extLst>
          </p:cNvPr>
          <p:cNvSpPr/>
          <p:nvPr/>
        </p:nvSpPr>
        <p:spPr>
          <a:xfrm>
            <a:off x="472538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DB824E44-927C-80FB-BFEA-963491A93B93}"/>
              </a:ext>
            </a:extLst>
          </p:cNvPr>
          <p:cNvSpPr/>
          <p:nvPr/>
        </p:nvSpPr>
        <p:spPr>
          <a:xfrm>
            <a:off x="168233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9FDB03E-F0D3-7D64-F557-559770145868}"/>
              </a:ext>
            </a:extLst>
          </p:cNvPr>
          <p:cNvSpPr txBox="1"/>
          <p:nvPr/>
        </p:nvSpPr>
        <p:spPr>
          <a:xfrm>
            <a:off x="635415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21A50BF-5428-F59C-CC10-D155630F5A9E}"/>
              </a:ext>
            </a:extLst>
          </p:cNvPr>
          <p:cNvSpPr txBox="1"/>
          <p:nvPr/>
        </p:nvSpPr>
        <p:spPr>
          <a:xfrm>
            <a:off x="1913984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DC05CA-B07B-234C-A9E5-4EC189DF019D}"/>
              </a:ext>
            </a:extLst>
          </p:cNvPr>
          <p:cNvSpPr txBox="1"/>
          <p:nvPr/>
        </p:nvSpPr>
        <p:spPr>
          <a:xfrm>
            <a:off x="3200104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879DF8B8-EC3E-E9B2-A3BD-099D8009F9C4}"/>
              </a:ext>
            </a:extLst>
          </p:cNvPr>
          <p:cNvSpPr/>
          <p:nvPr/>
        </p:nvSpPr>
        <p:spPr>
          <a:xfrm>
            <a:off x="175099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49AC4436-895C-66FF-7DFD-0B1217691113}"/>
              </a:ext>
            </a:extLst>
          </p:cNvPr>
          <p:cNvSpPr/>
          <p:nvPr/>
        </p:nvSpPr>
        <p:spPr>
          <a:xfrm>
            <a:off x="1750994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C4A7BDE-4EC8-FDB5-F674-594C0943CB8E}"/>
              </a:ext>
            </a:extLst>
          </p:cNvPr>
          <p:cNvSpPr/>
          <p:nvPr/>
        </p:nvSpPr>
        <p:spPr>
          <a:xfrm>
            <a:off x="1761444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0A4D1C36-780B-B80B-5389-1AABE312894C}"/>
              </a:ext>
            </a:extLst>
          </p:cNvPr>
          <p:cNvSpPr/>
          <p:nvPr/>
        </p:nvSpPr>
        <p:spPr>
          <a:xfrm>
            <a:off x="3032502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E9515108-AA5B-945D-362A-970C63CDF7F2}"/>
              </a:ext>
            </a:extLst>
          </p:cNvPr>
          <p:cNvSpPr/>
          <p:nvPr/>
        </p:nvSpPr>
        <p:spPr>
          <a:xfrm>
            <a:off x="3032502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982CB0CC-6E21-DF70-7D74-9614513EDB61}"/>
              </a:ext>
            </a:extLst>
          </p:cNvPr>
          <p:cNvSpPr/>
          <p:nvPr/>
        </p:nvSpPr>
        <p:spPr>
          <a:xfrm>
            <a:off x="400149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65E10157-AD86-66D0-E2FA-86306DE63728}"/>
              </a:ext>
            </a:extLst>
          </p:cNvPr>
          <p:cNvSpPr/>
          <p:nvPr/>
        </p:nvSpPr>
        <p:spPr>
          <a:xfrm>
            <a:off x="2963166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2CF068B4-A5DC-CEE4-320F-9A81DA99C69B}"/>
              </a:ext>
            </a:extLst>
          </p:cNvPr>
          <p:cNvSpPr/>
          <p:nvPr/>
        </p:nvSpPr>
        <p:spPr>
          <a:xfrm>
            <a:off x="9447435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8FB909D5-D40F-716A-9A48-23A00BD91DB9}"/>
              </a:ext>
            </a:extLst>
          </p:cNvPr>
          <p:cNvSpPr/>
          <p:nvPr/>
        </p:nvSpPr>
        <p:spPr>
          <a:xfrm>
            <a:off x="8168980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8470D87D-23FF-A894-4C72-EAFFE305C5D5}"/>
              </a:ext>
            </a:extLst>
          </p:cNvPr>
          <p:cNvSpPr/>
          <p:nvPr/>
        </p:nvSpPr>
        <p:spPr>
          <a:xfrm>
            <a:off x="8168979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D90C0C26-E1F1-0C51-70FD-03480EB8B200}"/>
              </a:ext>
            </a:extLst>
          </p:cNvPr>
          <p:cNvSpPr/>
          <p:nvPr/>
        </p:nvSpPr>
        <p:spPr>
          <a:xfrm>
            <a:off x="8168979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30ED806D-F77D-FF8A-CD41-75B91AA6B648}"/>
              </a:ext>
            </a:extLst>
          </p:cNvPr>
          <p:cNvSpPr/>
          <p:nvPr/>
        </p:nvSpPr>
        <p:spPr>
          <a:xfrm>
            <a:off x="9378778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7FCEDFE-EC36-9BCA-CEA8-016FFB16509E}"/>
              </a:ext>
            </a:extLst>
          </p:cNvPr>
          <p:cNvSpPr txBox="1"/>
          <p:nvPr/>
        </p:nvSpPr>
        <p:spPr>
          <a:xfrm>
            <a:off x="8331856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53E2904-3254-AE2C-BAF5-CB441E6473B8}"/>
              </a:ext>
            </a:extLst>
          </p:cNvPr>
          <p:cNvSpPr txBox="1"/>
          <p:nvPr/>
        </p:nvSpPr>
        <p:spPr>
          <a:xfrm>
            <a:off x="9610425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4E7DC5E-57D3-AC5C-F734-9CCA76C13100}"/>
              </a:ext>
            </a:extLst>
          </p:cNvPr>
          <p:cNvSpPr txBox="1"/>
          <p:nvPr/>
        </p:nvSpPr>
        <p:spPr>
          <a:xfrm>
            <a:off x="10896545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B9460D6C-5F26-0675-DCB4-C087E5733674}"/>
              </a:ext>
            </a:extLst>
          </p:cNvPr>
          <p:cNvSpPr/>
          <p:nvPr/>
        </p:nvSpPr>
        <p:spPr>
          <a:xfrm>
            <a:off x="9447436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ACABB178-28D6-3C00-B6FE-3CD4BA7DEF44}"/>
              </a:ext>
            </a:extLst>
          </p:cNvPr>
          <p:cNvSpPr/>
          <p:nvPr/>
        </p:nvSpPr>
        <p:spPr>
          <a:xfrm>
            <a:off x="9447435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0B191615-E7F3-60EC-AF01-45EB4ED810EC}"/>
              </a:ext>
            </a:extLst>
          </p:cNvPr>
          <p:cNvSpPr/>
          <p:nvPr/>
        </p:nvSpPr>
        <p:spPr>
          <a:xfrm>
            <a:off x="9457885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532D9FCE-2791-650E-3400-867F0D1E80AB}"/>
              </a:ext>
            </a:extLst>
          </p:cNvPr>
          <p:cNvSpPr/>
          <p:nvPr/>
        </p:nvSpPr>
        <p:spPr>
          <a:xfrm>
            <a:off x="10728943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04CF76E8-DDAE-13DD-D03A-402284AC7A2A}"/>
              </a:ext>
            </a:extLst>
          </p:cNvPr>
          <p:cNvSpPr/>
          <p:nvPr/>
        </p:nvSpPr>
        <p:spPr>
          <a:xfrm>
            <a:off x="10728943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5A4C27A4-E915-9D5A-3ABB-4345E5A00E33}"/>
              </a:ext>
            </a:extLst>
          </p:cNvPr>
          <p:cNvSpPr/>
          <p:nvPr/>
        </p:nvSpPr>
        <p:spPr>
          <a:xfrm>
            <a:off x="8096590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C8E7A284-D8DC-7941-652C-89786F7DCC03}"/>
              </a:ext>
            </a:extLst>
          </p:cNvPr>
          <p:cNvSpPr/>
          <p:nvPr/>
        </p:nvSpPr>
        <p:spPr>
          <a:xfrm>
            <a:off x="1065960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EC58FA94-7735-CE7E-67FE-B701E4EF3564}"/>
              </a:ext>
            </a:extLst>
          </p:cNvPr>
          <p:cNvSpPr/>
          <p:nvPr/>
        </p:nvSpPr>
        <p:spPr>
          <a:xfrm>
            <a:off x="9448949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85799D89-9B1B-441E-82C8-6E18331F4A88}"/>
              </a:ext>
            </a:extLst>
          </p:cNvPr>
          <p:cNvSpPr/>
          <p:nvPr/>
        </p:nvSpPr>
        <p:spPr>
          <a:xfrm>
            <a:off x="8170494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B7C5BD9D-9945-A07A-AD5F-D084AC887EEC}"/>
              </a:ext>
            </a:extLst>
          </p:cNvPr>
          <p:cNvSpPr/>
          <p:nvPr/>
        </p:nvSpPr>
        <p:spPr>
          <a:xfrm>
            <a:off x="8170493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C82D0B76-411A-3BF7-7EBD-82C81374401D}"/>
              </a:ext>
            </a:extLst>
          </p:cNvPr>
          <p:cNvSpPr/>
          <p:nvPr/>
        </p:nvSpPr>
        <p:spPr>
          <a:xfrm>
            <a:off x="8170493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51DC11D5-3606-9F02-5E56-9E26F18BDE41}"/>
              </a:ext>
            </a:extLst>
          </p:cNvPr>
          <p:cNvSpPr/>
          <p:nvPr/>
        </p:nvSpPr>
        <p:spPr>
          <a:xfrm>
            <a:off x="9380292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6F04369-6DA6-74E9-1F3B-4E00CB846F24}"/>
              </a:ext>
            </a:extLst>
          </p:cNvPr>
          <p:cNvSpPr txBox="1"/>
          <p:nvPr/>
        </p:nvSpPr>
        <p:spPr>
          <a:xfrm>
            <a:off x="8333370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6581973-B48D-B14C-8413-C9502890473D}"/>
              </a:ext>
            </a:extLst>
          </p:cNvPr>
          <p:cNvSpPr txBox="1"/>
          <p:nvPr/>
        </p:nvSpPr>
        <p:spPr>
          <a:xfrm>
            <a:off x="9611939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AA6CA52-3217-8C27-6121-3B4F75487885}"/>
              </a:ext>
            </a:extLst>
          </p:cNvPr>
          <p:cNvSpPr txBox="1"/>
          <p:nvPr/>
        </p:nvSpPr>
        <p:spPr>
          <a:xfrm>
            <a:off x="10898059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9C49E928-1475-15E1-3F1B-69C7C5590742}"/>
              </a:ext>
            </a:extLst>
          </p:cNvPr>
          <p:cNvSpPr/>
          <p:nvPr/>
        </p:nvSpPr>
        <p:spPr>
          <a:xfrm>
            <a:off x="944895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730D9547-7367-CB90-CF22-3B784AA9C9B0}"/>
              </a:ext>
            </a:extLst>
          </p:cNvPr>
          <p:cNvSpPr/>
          <p:nvPr/>
        </p:nvSpPr>
        <p:spPr>
          <a:xfrm>
            <a:off x="9448949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94182971-9CB5-6D87-D934-5948510C034A}"/>
              </a:ext>
            </a:extLst>
          </p:cNvPr>
          <p:cNvSpPr/>
          <p:nvPr/>
        </p:nvSpPr>
        <p:spPr>
          <a:xfrm>
            <a:off x="9459399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BE3D7A69-8B42-F5AB-3D61-993745D7BF9A}"/>
              </a:ext>
            </a:extLst>
          </p:cNvPr>
          <p:cNvSpPr/>
          <p:nvPr/>
        </p:nvSpPr>
        <p:spPr>
          <a:xfrm>
            <a:off x="10730457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F38AFD7C-DE63-4D7F-7FB1-59DBBC04FC17}"/>
              </a:ext>
            </a:extLst>
          </p:cNvPr>
          <p:cNvSpPr/>
          <p:nvPr/>
        </p:nvSpPr>
        <p:spPr>
          <a:xfrm>
            <a:off x="10730457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67254DD1-1779-579B-2423-50E1423BA9B7}"/>
              </a:ext>
            </a:extLst>
          </p:cNvPr>
          <p:cNvSpPr/>
          <p:nvPr/>
        </p:nvSpPr>
        <p:spPr>
          <a:xfrm>
            <a:off x="8098104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C38CD8F4-5169-A870-61B9-C901D8373722}"/>
              </a:ext>
            </a:extLst>
          </p:cNvPr>
          <p:cNvSpPr/>
          <p:nvPr/>
        </p:nvSpPr>
        <p:spPr>
          <a:xfrm>
            <a:off x="10661121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E359A9-D462-259F-DC07-AA4E4D36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367" y="1399214"/>
            <a:ext cx="4501960" cy="43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714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624</Words>
  <Application>Microsoft Macintosh PowerPoint</Application>
  <PresentationFormat>Широкоэкранный</PresentationFormat>
  <Paragraphs>450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Марушко</dc:creator>
  <cp:lastModifiedBy>Тимофей Марушко</cp:lastModifiedBy>
  <cp:revision>11</cp:revision>
  <dcterms:created xsi:type="dcterms:W3CDTF">2026-04-16T18:37:14Z</dcterms:created>
  <dcterms:modified xsi:type="dcterms:W3CDTF">2026-04-16T21:13:05Z</dcterms:modified>
</cp:coreProperties>
</file>